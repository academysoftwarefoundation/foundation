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37.xml"/>
  <Override ContentType="application/vnd.openxmlformats-officedocument.presentationml.slideLayout+xml" PartName="/ppt/slideLayouts/slideLayout62.xml"/>
  <Override ContentType="application/vnd.openxmlformats-officedocument.presentationml.slideLayout+xml" PartName="/ppt/slideLayouts/slideLayout54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29.xml"/>
  <Override ContentType="application/vnd.openxmlformats-officedocument.presentationml.slideLayout+xml" PartName="/ppt/slideLayouts/slideLayout46.xml"/>
  <Override ContentType="application/vnd.openxmlformats-officedocument.presentationml.slideLayout+xml" PartName="/ppt/slideLayouts/slideLayout70.xml"/>
  <Override ContentType="application/vnd.openxmlformats-officedocument.presentationml.slideLayout+xml" PartName="/ppt/slideLayouts/slideLayout20.xml"/>
  <Override ContentType="application/vnd.openxmlformats-officedocument.presentationml.slideLayout+xml" PartName="/ppt/slideLayouts/slideLayout55.xml"/>
  <Override ContentType="application/vnd.openxmlformats-officedocument.presentationml.slideLayout+xml" PartName="/ppt/slideLayouts/slideLayout61.xml"/>
  <Override ContentType="application/vnd.openxmlformats-officedocument.presentationml.slideLayout+xml" PartName="/ppt/slideLayouts/slideLayout38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52.xml"/>
  <Override ContentType="application/vnd.openxmlformats-officedocument.presentationml.slideLayout+xml" PartName="/ppt/slideLayouts/slideLayout64.xml"/>
  <Override ContentType="application/vnd.openxmlformats-officedocument.presentationml.slideLayout+xml" PartName="/ppt/slideLayouts/slideLayout21.xml"/>
  <Override ContentType="application/vnd.openxmlformats-officedocument.presentationml.slideLayout+xml" PartName="/ppt/slideLayouts/slideLayout60.xml"/>
  <Override ContentType="application/vnd.openxmlformats-officedocument.presentationml.slideLayout+xml" PartName="/ppt/slideLayouts/slideLayout47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18.xml"/>
  <Override ContentType="application/vnd.openxmlformats-officedocument.presentationml.slideLayout+xml" PartName="/ppt/slideLayouts/slideLayout65.xml"/>
  <Override ContentType="application/vnd.openxmlformats-officedocument.presentationml.slideLayout+xml" PartName="/ppt/slideLayouts/slideLayout22.xml"/>
  <Override ContentType="application/vnd.openxmlformats-officedocument.presentationml.slideLayout+xml" PartName="/ppt/slideLayouts/slideLayout35.xml"/>
  <Override ContentType="application/vnd.openxmlformats-officedocument.presentationml.slideLayout+xml" PartName="/ppt/slideLayouts/slideLayout48.xml"/>
  <Override ContentType="application/vnd.openxmlformats-officedocument.presentationml.slideLayout+xml" PartName="/ppt/slideLayouts/slideLayout72.xml"/>
  <Override ContentType="application/vnd.openxmlformats-officedocument.presentationml.slideLayout+xml" PartName="/ppt/slideLayouts/slideLayout49.xml"/>
  <Override ContentType="application/vnd.openxmlformats-officedocument.presentationml.slideLayout+xml" PartName="/ppt/slideLayouts/slideLayout19.xml"/>
  <Override ContentType="application/vnd.openxmlformats-officedocument.presentationml.slideLayout+xml" PartName="/ppt/slideLayouts/slideLayout36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66.xml"/>
  <Override ContentType="application/vnd.openxmlformats-officedocument.presentationml.slideLayout+xml" PartName="/ppt/slideLayouts/slideLayout53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1.xml"/>
  <Override ContentType="application/vnd.openxmlformats-officedocument.presentationml.slideLayout+xml" PartName="/ppt/slideLayouts/slideLayout41.xml"/>
  <Override ContentType="application/vnd.openxmlformats-officedocument.presentationml.slideLayout+xml" PartName="/ppt/slideLayouts/slideLayout23.xml"/>
  <Override ContentType="application/vnd.openxmlformats-officedocument.presentationml.slideLayout+xml" PartName="/ppt/slideLayouts/slideLayout24.xml"/>
  <Override ContentType="application/vnd.openxmlformats-officedocument.presentationml.slideLayout+xml" PartName="/ppt/slideLayouts/slideLayout67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40.xml"/>
  <Override ContentType="application/vnd.openxmlformats-officedocument.presentationml.slideLayout+xml" PartName="/ppt/slideLayouts/slideLayout16.xml"/>
  <Override ContentType="application/vnd.openxmlformats-officedocument.presentationml.slideLayout+xml" PartName="/ppt/slideLayouts/slideLayout59.xml"/>
  <Override ContentType="application/vnd.openxmlformats-officedocument.presentationml.slideLayout+xml" PartName="/ppt/slideLayouts/slideLayout33.xml"/>
  <Override ContentType="application/vnd.openxmlformats-officedocument.presentationml.slideLayout+xml" PartName="/ppt/slideLayouts/slideLayout25.xml"/>
  <Override ContentType="application/vnd.openxmlformats-officedocument.presentationml.slideLayout+xml" PartName="/ppt/slideLayouts/slideLayout17.xml"/>
  <Override ContentType="application/vnd.openxmlformats-officedocument.presentationml.slideLayout+xml" PartName="/ppt/slideLayouts/slideLayout42.xml"/>
  <Override ContentType="application/vnd.openxmlformats-officedocument.presentationml.slideLayout+xml" PartName="/ppt/slideLayouts/slideLayout68.xml"/>
  <Override ContentType="application/vnd.openxmlformats-officedocument.presentationml.slideLayout+xml" PartName="/ppt/slideLayouts/slideLayout34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30.xml"/>
  <Override ContentType="application/vnd.openxmlformats-officedocument.presentationml.slideLayout+xml" PartName="/ppt/slideLayouts/slideLayout56.xml"/>
  <Override ContentType="application/vnd.openxmlformats-officedocument.presentationml.slideLayout+xml" PartName="/ppt/slideLayouts/slideLayout43.xml"/>
  <Override ContentType="application/vnd.openxmlformats-officedocument.presentationml.slideLayout+xml" PartName="/ppt/slideLayouts/slideLayout26.xml"/>
  <Override ContentType="application/vnd.openxmlformats-officedocument.presentationml.slideLayout+xml" PartName="/ppt/slideLayouts/slideLayout51.xml"/>
  <Override ContentType="application/vnd.openxmlformats-officedocument.presentationml.slideLayout+xml" PartName="/ppt/slideLayouts/slideLayout69.xml"/>
  <Override ContentType="application/vnd.openxmlformats-officedocument.presentationml.slideLayout+xml" PartName="/ppt/slideLayouts/slideLayout13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39.xml"/>
  <Override ContentType="application/vnd.openxmlformats-officedocument.presentationml.slideLayout+xml" PartName="/ppt/slideLayouts/slideLayout57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31.xml"/>
  <Override ContentType="application/vnd.openxmlformats-officedocument.presentationml.slideLayout+xml" PartName="/ppt/slideLayouts/slideLayout50.xml"/>
  <Override ContentType="application/vnd.openxmlformats-officedocument.presentationml.slideLayout+xml" PartName="/ppt/slideLayouts/slideLayout44.xml"/>
  <Override ContentType="application/vnd.openxmlformats-officedocument.presentationml.slideLayout+xml" PartName="/ppt/slideLayouts/slideLayout14.xml"/>
  <Override ContentType="application/vnd.openxmlformats-officedocument.presentationml.slideLayout+xml" PartName="/ppt/slideLayouts/slideLayout63.xml"/>
  <Override ContentType="application/vnd.openxmlformats-officedocument.presentationml.slideLayout+xml" PartName="/ppt/slideLayouts/slideLayout28.xml"/>
  <Override ContentType="application/vnd.openxmlformats-officedocument.presentationml.slideLayout+xml" PartName="/ppt/slideLayouts/slideLayout27.xml"/>
  <Override ContentType="application/vnd.openxmlformats-officedocument.presentationml.slideLayout+xml" PartName="/ppt/slideLayouts/slideLayout58.xml"/>
  <Override ContentType="application/vnd.openxmlformats-officedocument.presentationml.slideLayout+xml" PartName="/ppt/slideLayouts/slideLayout15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45.xml"/>
  <Override ContentType="application/vnd.openxmlformats-officedocument.presentationml.slideLayout+xml" PartName="/ppt/slideLayouts/slideLayout32.xml"/>
  <Override ContentType="application/vnd.openxmlformats-officedocument.presentationml.slideMaster+xml" PartName="/ppt/slideMasters/slideMaster3.xml"/>
  <Override ContentType="application/vnd.openxmlformats-officedocument.presentationml.slideMaster+xml" PartName="/ppt/slideMasters/slideMaster2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theme+xml" PartName="/ppt/theme/theme3.xml"/>
  <Override ContentType="application/vnd.openxmlformats-officedocument.theme+xml" PartName="/ppt/theme/theme4.xml"/>
  <Override ContentType="application/vnd.openxmlformats-officedocument.presentationml.viewProps+xml" PartName="/ppt/viewProps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720" r:id="rId4"/>
    <p:sldMasterId id="2147483721" r:id="rId5"/>
    <p:sldMasterId id="2147483722" r:id="rId6"/>
  </p:sldMasterIdLst>
  <p:notesMasterIdLst>
    <p:notesMasterId r:id="rId7"/>
  </p:notesMasterIdLst>
  <p:sldIdLst>
    <p:sldId id="256" r:id="rId8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288">
          <p15:clr>
            <a:srgbClr val="A4A3A4"/>
          </p15:clr>
        </p15:guide>
        <p15:guide id="2" pos="288">
          <p15:clr>
            <a:srgbClr val="A4A3A4"/>
          </p15:clr>
        </p15:guide>
        <p15:guide id="3" pos="5472">
          <p15:clr>
            <a:srgbClr val="9AA0A6"/>
          </p15:clr>
        </p15:guide>
        <p15:guide id="4" orient="horz" pos="2952">
          <p15:clr>
            <a:srgbClr val="9AA0A6"/>
          </p15:clr>
        </p15:guide>
        <p15:guide id="5" pos="4896">
          <p15:clr>
            <a:srgbClr val="9AA0A6"/>
          </p15:clr>
        </p15:guide>
        <p15:guide id="6" orient="horz" pos="917">
          <p15:clr>
            <a:srgbClr val="9AA0A6"/>
          </p15:clr>
        </p15:guide>
        <p15:guide id="7" pos="4320">
          <p15:clr>
            <a:srgbClr val="9AA0A6"/>
          </p15:clr>
        </p15:guide>
        <p15:guide id="8" pos="3744">
          <p15:clr>
            <a:srgbClr val="9AA0A6"/>
          </p15:clr>
        </p15:guide>
        <p15:guide id="9" pos="3168">
          <p15:clr>
            <a:srgbClr val="9AA0A6"/>
          </p15:clr>
        </p15:guide>
        <p15:guide id="10" pos="2592">
          <p15:clr>
            <a:srgbClr val="9AA0A6"/>
          </p15:clr>
        </p15:guide>
        <p15:guide id="11" pos="2016">
          <p15:clr>
            <a:srgbClr val="9AA0A6"/>
          </p15:clr>
        </p15:guide>
        <p15:guide id="12" pos="1440">
          <p15:clr>
            <a:srgbClr val="9AA0A6"/>
          </p15:clr>
        </p15:guide>
        <p15:guide id="13" pos="864">
          <p15:clr>
            <a:srgbClr val="9AA0A6"/>
          </p15:clr>
        </p15:guide>
        <p15:guide id="14" orient="horz" pos="1546">
          <p15:clr>
            <a:srgbClr val="9AA0A6"/>
          </p15:clr>
        </p15:guide>
        <p15:guide id="15" orient="horz" pos="1694">
          <p15:clr>
            <a:srgbClr val="9AA0A6"/>
          </p15:clr>
        </p15:guide>
        <p15:guide id="16" orient="horz" pos="2323">
          <p15:clr>
            <a:srgbClr val="9AA0A6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288" orient="horz"/>
        <p:guide pos="288"/>
        <p:guide pos="5472"/>
        <p:guide pos="2952" orient="horz"/>
        <p:guide pos="4896"/>
        <p:guide pos="917" orient="horz"/>
        <p:guide pos="4320"/>
        <p:guide pos="3744"/>
        <p:guide pos="3168"/>
        <p:guide pos="2592"/>
        <p:guide pos="2016"/>
        <p:guide pos="1440"/>
        <p:guide pos="864"/>
        <p:guide pos="1546" orient="horz"/>
        <p:guide pos="1694" orient="horz"/>
        <p:guide pos="2323" orient="horz"/>
      </p:guideLst>
    </p:cSldViewPr>
  </p:slideViewPr>
</p:viewPr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3.xml"/><Relationship Id="rId20" Type="http://schemas.openxmlformats.org/officeDocument/2006/relationships/slide" Target="slides/slide13.xml"/><Relationship Id="rId42" Type="http://schemas.openxmlformats.org/officeDocument/2006/relationships/slide" Target="slides/slide35.xml"/><Relationship Id="rId41" Type="http://schemas.openxmlformats.org/officeDocument/2006/relationships/slide" Target="slides/slide34.xml"/><Relationship Id="rId22" Type="http://schemas.openxmlformats.org/officeDocument/2006/relationships/slide" Target="slides/slide15.xml"/><Relationship Id="rId21" Type="http://schemas.openxmlformats.org/officeDocument/2006/relationships/slide" Target="slides/slide14.xml"/><Relationship Id="rId43" Type="http://schemas.openxmlformats.org/officeDocument/2006/relationships/slide" Target="slides/slide36.xml"/><Relationship Id="rId24" Type="http://schemas.openxmlformats.org/officeDocument/2006/relationships/slide" Target="slides/slide17.xml"/><Relationship Id="rId23" Type="http://schemas.openxmlformats.org/officeDocument/2006/relationships/slide" Target="slides/slide16.xml"/><Relationship Id="rId1" Type="http://schemas.openxmlformats.org/officeDocument/2006/relationships/theme" Target="theme/theme4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2.xml"/><Relationship Id="rId26" Type="http://schemas.openxmlformats.org/officeDocument/2006/relationships/slide" Target="slides/slide19.xml"/><Relationship Id="rId25" Type="http://schemas.openxmlformats.org/officeDocument/2006/relationships/slide" Target="slides/slide18.xml"/><Relationship Id="rId28" Type="http://schemas.openxmlformats.org/officeDocument/2006/relationships/slide" Target="slides/slide21.xml"/><Relationship Id="rId27" Type="http://schemas.openxmlformats.org/officeDocument/2006/relationships/slide" Target="slides/slide20.xml"/><Relationship Id="rId5" Type="http://schemas.openxmlformats.org/officeDocument/2006/relationships/slideMaster" Target="slideMasters/slideMaster2.xml"/><Relationship Id="rId6" Type="http://schemas.openxmlformats.org/officeDocument/2006/relationships/slideMaster" Target="slideMasters/slideMaster3.xml"/><Relationship Id="rId29" Type="http://schemas.openxmlformats.org/officeDocument/2006/relationships/slide" Target="slides/slide22.xml"/><Relationship Id="rId7" Type="http://schemas.openxmlformats.org/officeDocument/2006/relationships/notesMaster" Target="notesMasters/notesMaster1.xml"/><Relationship Id="rId8" Type="http://schemas.openxmlformats.org/officeDocument/2006/relationships/slide" Target="slides/slide1.xml"/><Relationship Id="rId31" Type="http://schemas.openxmlformats.org/officeDocument/2006/relationships/slide" Target="slides/slide24.xml"/><Relationship Id="rId30" Type="http://schemas.openxmlformats.org/officeDocument/2006/relationships/slide" Target="slides/slide23.xml"/><Relationship Id="rId11" Type="http://schemas.openxmlformats.org/officeDocument/2006/relationships/slide" Target="slides/slide4.xml"/><Relationship Id="rId33" Type="http://schemas.openxmlformats.org/officeDocument/2006/relationships/slide" Target="slides/slide26.xml"/><Relationship Id="rId10" Type="http://schemas.openxmlformats.org/officeDocument/2006/relationships/slide" Target="slides/slide3.xml"/><Relationship Id="rId32" Type="http://schemas.openxmlformats.org/officeDocument/2006/relationships/slide" Target="slides/slide25.xml"/><Relationship Id="rId13" Type="http://schemas.openxmlformats.org/officeDocument/2006/relationships/slide" Target="slides/slide6.xml"/><Relationship Id="rId35" Type="http://schemas.openxmlformats.org/officeDocument/2006/relationships/slide" Target="slides/slide28.xml"/><Relationship Id="rId12" Type="http://schemas.openxmlformats.org/officeDocument/2006/relationships/slide" Target="slides/slide5.xml"/><Relationship Id="rId34" Type="http://schemas.openxmlformats.org/officeDocument/2006/relationships/slide" Target="slides/slide27.xml"/><Relationship Id="rId15" Type="http://schemas.openxmlformats.org/officeDocument/2006/relationships/slide" Target="slides/slide8.xml"/><Relationship Id="rId37" Type="http://schemas.openxmlformats.org/officeDocument/2006/relationships/slide" Target="slides/slide30.xml"/><Relationship Id="rId14" Type="http://schemas.openxmlformats.org/officeDocument/2006/relationships/slide" Target="slides/slide7.xml"/><Relationship Id="rId36" Type="http://schemas.openxmlformats.org/officeDocument/2006/relationships/slide" Target="slides/slide29.xml"/><Relationship Id="rId17" Type="http://schemas.openxmlformats.org/officeDocument/2006/relationships/slide" Target="slides/slide10.xml"/><Relationship Id="rId39" Type="http://schemas.openxmlformats.org/officeDocument/2006/relationships/slide" Target="slides/slide32.xml"/><Relationship Id="rId16" Type="http://schemas.openxmlformats.org/officeDocument/2006/relationships/slide" Target="slides/slide9.xml"/><Relationship Id="rId38" Type="http://schemas.openxmlformats.org/officeDocument/2006/relationships/slide" Target="slides/slide31.xml"/><Relationship Id="rId19" Type="http://schemas.openxmlformats.org/officeDocument/2006/relationships/slide" Target="slides/slide12.xml"/><Relationship Id="rId18" Type="http://schemas.openxmlformats.org/officeDocument/2006/relationships/slide" Target="slides/slide11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hyperlink" Target="https://landscape.aswf.io/embed/embed.html?base-path=&amp;key=aswf-member-company&amp;headers=true&amp;category-header=false&amp;category-in-subcategory=false&amp;title-uppercase=false&amp;title-alignment=left&amp;title-font-family=sans-serif&amp;title-font-size=13&amp;style=clean&amp;bg-color=%232b8ca0&amp;fg-color=%23ffffff&amp;item-modal=false&amp;item-name=false&amp;size=lg&amp;items-alignment=left" TargetMode="Externa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hyperlink" Target="https://jmertic.github.io/committee-gallery/academy-software-foundation-governing-board" TargetMode="Externa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hyperlink" Target="https://jmertic.github.io/committee-gallery/academy-software-foundation-governing-board_slidedeck_alternates" TargetMode="Externa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hyperlink" Target="https://jmertic.github.io/committee-gallery/academy-software-foundation-staff_slidedeck_all" TargetMode="Externa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86" name="Shape 2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7" name="Google Shape;287;p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88" name="Google Shape;288;p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g23bf50b1865_1_679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95" name="Google Shape;295;g23bf50b1865_1_679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98" name="Shape 2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9" name="Google Shape;299;g2641a776a3e_0_235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n"/>
              <a:t>The Academy Software Foundation was developed in a partnership between the Academy of Motion Picture Arts and Sciences and the Linux Foundation, both partners bringing a unique blend of film industry knowledge and open source technical and organizational expertise to create a unique organization dedicated to accelerate software development and innovation in the motion picture industry. </a:t>
            </a:r>
            <a:endParaRPr/>
          </a:p>
        </p:txBody>
      </p:sp>
      <p:sp>
        <p:nvSpPr>
          <p:cNvPr id="300" name="Google Shape;300;g2641a776a3e_0_235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g3421fcf442e_0_492:notes"/>
          <p:cNvSpPr/>
          <p:nvPr>
            <p:ph idx="2" type="sldImg"/>
          </p:nvPr>
        </p:nvSpPr>
        <p:spPr>
          <a:xfrm>
            <a:off x="1143225" y="685800"/>
            <a:ext cx="4572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08" name="Google Shape;308;g3421fcf442e_0_49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"/>
              <a:t>davidmorin@davidmorin.com</a:t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67" name="Shape 4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8" name="Google Shape;468;g39243639d82_0_0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69" name="Google Shape;469;g39243639d82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Source: </a:t>
            </a:r>
            <a:r>
              <a:rPr lang="en" u="sng">
                <a:solidFill>
                  <a:schemeClr val="hlink"/>
                </a:solidFill>
                <a:hlinkClick r:id="rId2"/>
              </a:rPr>
              <a:t>https://landscape.aswf.io/embed/embed.html?base-path=&amp;key=aswf-member-company&amp;headers=true&amp;category-header=false&amp;category-in-subcategory=false&amp;title-uppercase=false&amp;title-alignment=left&amp;title-font-family=sans-serif&amp;title-font-size=13&amp;style=clean&amp;bg-color=%232b8ca0&amp;fg-color=%23ffffff&amp;item-modal=false&amp;item-name=false&amp;size=lg&amp;items-alignment=left</a:t>
            </a:r>
            <a:r>
              <a:rPr lang="en">
                <a:solidFill>
                  <a:schemeClr val="dk1"/>
                </a:solidFill>
              </a:rPr>
              <a:t> 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80" name="Shape 4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1" name="Google Shape;481;g23bf50b1865_1_72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82" name="Google Shape;482;g23bf50b1865_1_72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86" name="Shape 4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7" name="Google Shape;487;g34244d2d04a_0_15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488" name="Google Shape;488;g34244d2d04a_0_157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78" name="Shape 5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9" name="Google Shape;579;g23bf50b1865_1_966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80" name="Google Shape;580;g23bf50b1865_1_966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84" name="Shape 5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5" name="Google Shape;585;g239fda6744f_0_1209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86" name="Google Shape;586;g239fda6744f_0_1209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89" name="Shape 5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0" name="Google Shape;590;g26dc2bfbbcd_0_2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91" name="Google Shape;591;g26dc2bfbbcd_0_2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95" name="Shape 5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6" name="Google Shape;596;g23bf50b1865_1_78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97" name="Google Shape;597;g23bf50b1865_1_78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01" name="Shape 6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2" name="Google Shape;602;g239fda6744f_0_1205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03" name="Google Shape;603;g239fda6744f_0_1205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06" name="Shape 6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7" name="Google Shape;607;g239fda6744f_0_1213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08" name="Google Shape;608;g239fda6744f_0_1213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12" name="Shape 6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3" name="Google Shape;613;g37265111e78_0_20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14" name="Google Shape;614;g37265111e78_0_202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u="sng">
                <a:solidFill>
                  <a:schemeClr val="hlink"/>
                </a:solidFill>
                <a:hlinkClick r:id="rId2"/>
              </a:rPr>
              <a:t>https://jmertic.github.io/committee-gallery/academy-software-foundation-governing-board</a:t>
            </a:r>
            <a:r>
              <a:rPr lang="en"/>
              <a:t> </a:t>
            </a:r>
            <a:endParaRPr/>
          </a:p>
        </p:txBody>
      </p:sp>
      <p:sp>
        <p:nvSpPr>
          <p:cNvPr id="615" name="Google Shape;615;g37265111e78_0_202:notes"/>
          <p:cNvSpPr txBox="1"/>
          <p:nvPr>
            <p:ph idx="12" type="sldNum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19" name="Shape 6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0" name="Google Shape;620;g34f81ee9535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21" name="Google Shape;621;g34f81ee9535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25" name="Shape 6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6" name="Google Shape;626;g239fda6744f_0_1257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27" name="Google Shape;627;g239fda6744f_0_1257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32" name="Shape 6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3" name="Google Shape;633;g37265111e78_0_20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34" name="Google Shape;634;g37265111e78_0_209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u="sng">
                <a:solidFill>
                  <a:schemeClr val="hlink"/>
                </a:solidFill>
                <a:hlinkClick r:id="rId2"/>
              </a:rPr>
              <a:t>https://jmertic.github.io/committee-gallery/academy-software-foundation-governing-board_slidedeck_alternates</a:t>
            </a:r>
            <a:endParaRPr/>
          </a:p>
        </p:txBody>
      </p:sp>
      <p:sp>
        <p:nvSpPr>
          <p:cNvPr id="635" name="Google Shape;635;g37265111e78_0_209:notes"/>
          <p:cNvSpPr txBox="1"/>
          <p:nvPr>
            <p:ph idx="12" type="sldNum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38" name="Shape 6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9" name="Google Shape;639;g2641a776a3e_0_64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40" name="Google Shape;640;g2641a776a3e_0_64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44" name="Shape 6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5" name="Google Shape;645;g2b86e582f31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46" name="Google Shape;646;g2b86e582f31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50" name="Shape 6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1" name="Google Shape;651;g2b86e582f31_0_9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52" name="Google Shape;652;g2b86e582f31_0_9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56" name="Shape 6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7" name="Google Shape;657;g2641a776a3e_0_65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58" name="Google Shape;658;g2641a776a3e_0_65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61" name="Shape 6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2" name="Google Shape;662;g23bf50b1865_1_790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63" name="Google Shape;663;g23bf50b1865_1_790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67" name="Shape 6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8" name="Google Shape;668;g3a66f2283a8_0_59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69" name="Google Shape;669;g3a66f2283a8_0_59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26" name="Shape 7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7" name="Google Shape;727;g239fda6744f_0_1250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28" name="Google Shape;728;g239fda6744f_0_1250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32" name="Shape 7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3" name="Google Shape;733;g23bf50b1865_1_932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4" name="Google Shape;734;g23bf50b1865_1_932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38" name="Shape 7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9" name="Google Shape;739;g239fda6744f_0_1264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40" name="Google Shape;740;g239fda6744f_0_1264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44" name="Shape 7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5" name="Google Shape;745;g239fda6744f_0_1278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46" name="Google Shape;746;g239fda6744f_0_1278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51" name="Shape 7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2" name="Google Shape;752;g2641a776a3e_0_65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53" name="Google Shape;753;g2641a776a3e_0_65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56" name="Shape 7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7" name="Google Shape;757;g2641a776a3e_0_105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58" name="Google Shape;758;g2641a776a3e_0_105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62" name="Shape 7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3" name="Google Shape;763;g144a5df102b_3_2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64" name="Google Shape;764;g144a5df102b_3_2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68" name="Shape 7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9" name="Google Shape;769;g23bf50b1865_1_83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70" name="Google Shape;770;g23bf50b1865_1_83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73" name="Shape 7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4" name="Google Shape;774;g23bf50b1865_1_68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75" name="Google Shape;775;g23bf50b1865_1_68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79" name="Shape 7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0" name="Google Shape;780;g2641a776a3e_0_95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81" name="Google Shape;781;g2641a776a3e_0_95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85" name="Shape 7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6" name="Google Shape;786;g2641a776a3e_0_76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87" name="Google Shape;787;g2641a776a3e_0_76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r>
              <a:rPr lang="en" u="sng">
                <a:solidFill>
                  <a:srgbClr val="2200CC"/>
                </a:solidFill>
                <a:hlinkClick r:id="rId2">
                  <a:extLst>
                    <a:ext uri="{A12FA001-AC4F-418D-AE19-62706E023703}">
                      <ahyp:hlinkClr val="tx"/>
                    </a:ext>
                  </a:extLst>
                </a:hlinkClick>
              </a:rPr>
              <a:t>https://jmertic.github.io/committee-gallery/academy-software-foundation-staff_slidedeck_all</a:t>
            </a:r>
            <a:r>
              <a:rPr lang="en">
                <a:solidFill>
                  <a:schemeClr val="dk1"/>
                </a:solidFill>
              </a:rPr>
              <a:t> </a:t>
            </a:r>
            <a:endParaRPr b="1" sz="24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92" name="Shape 7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3" name="Google Shape;793;g23bf50b1865_1_98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94" name="Google Shape;794;g23bf50b1865_1_98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98" name="Shape 7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9" name="Google Shape;799;g1375398be20_0_12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00" name="Google Shape;800;g1375398be20_0_12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6.png"/><Relationship Id="rId3" Type="http://schemas.openxmlformats.org/officeDocument/2006/relationships/image" Target="../media/image13.png"/><Relationship Id="rId4" Type="http://schemas.openxmlformats.org/officeDocument/2006/relationships/image" Target="../media/image37.png"/><Relationship Id="rId5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6.png"/><Relationship Id="rId3" Type="http://schemas.openxmlformats.org/officeDocument/2006/relationships/image" Target="../media/image37.png"/><Relationship Id="rId4" Type="http://schemas.openxmlformats.org/officeDocument/2006/relationships/image" Target="../media/image2.png"/><Relationship Id="rId5" Type="http://schemas.openxmlformats.org/officeDocument/2006/relationships/image" Target="../media/image13.png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8.png"/><Relationship Id="rId3" Type="http://schemas.openxmlformats.org/officeDocument/2006/relationships/image" Target="../media/image2.png"/><Relationship Id="rId4" Type="http://schemas.openxmlformats.org/officeDocument/2006/relationships/image" Target="../media/image6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Relationship Id="rId3" Type="http://schemas.openxmlformats.org/officeDocument/2006/relationships/image" Target="../media/image12.png"/><Relationship Id="rId4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Relationship Id="rId3" Type="http://schemas.openxmlformats.org/officeDocument/2006/relationships/image" Target="../media/image49.png"/><Relationship Id="rId4" Type="http://schemas.openxmlformats.org/officeDocument/2006/relationships/image" Target="../media/image2.png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4.png"/><Relationship Id="rId3" Type="http://schemas.openxmlformats.org/officeDocument/2006/relationships/image" Target="../media/image10.png"/><Relationship Id="rId4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8.png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5.png"/><Relationship Id="rId3" Type="http://schemas.openxmlformats.org/officeDocument/2006/relationships/image" Target="../media/image37.png"/><Relationship Id="rId4" Type="http://schemas.openxmlformats.org/officeDocument/2006/relationships/image" Target="../media/image2.png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8.png"/><Relationship Id="rId3" Type="http://schemas.openxmlformats.org/officeDocument/2006/relationships/image" Target="../media/image2.png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8.png"/><Relationship Id="rId3" Type="http://schemas.openxmlformats.org/officeDocument/2006/relationships/image" Target="../media/image2.png"/></Relationships>
</file>

<file path=ppt/slideLayouts/_rels/slideLayout1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Relationship Id="rId3" Type="http://schemas.openxmlformats.org/officeDocument/2006/relationships/image" Target="../media/image2.png"/></Relationships>
</file>

<file path=ppt/slideLayouts/_rels/slideLayout1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Relationship Id="rId3" Type="http://schemas.openxmlformats.org/officeDocument/2006/relationships/image" Target="../media/image2.png"/></Relationships>
</file>

<file path=ppt/slideLayouts/_rels/slideLayout1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Relationship Id="rId3" Type="http://schemas.openxmlformats.org/officeDocument/2006/relationships/image" Target="../media/image2.png"/></Relationships>
</file>

<file path=ppt/slideLayouts/_rels/slideLayout1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1.png"/></Relationships>
</file>

<file path=ppt/slideLayouts/_rels/slideLayout1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2.png"/></Relationships>
</file>

<file path=ppt/slideLayouts/_rels/slideLayout1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2.png"/></Relationships>
</file>

<file path=ppt/slideLayouts/_rels/slideLayout1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1.png"/><Relationship Id="rId3" Type="http://schemas.openxmlformats.org/officeDocument/2006/relationships/image" Target="../media/image34.png"/></Relationships>
</file>

<file path=ppt/slideLayouts/_rels/slideLayout2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12.png"/></Relationships>
</file>

<file path=ppt/slideLayouts/_rels/slideLayout2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09.png"/></Relationships>
</file>

<file path=ppt/slideLayouts/_rels/slideLayout2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9.png"/></Relationships>
</file>

<file path=ppt/slideLayouts/_rels/slideLayout2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5.png"/><Relationship Id="rId3" Type="http://schemas.openxmlformats.org/officeDocument/2006/relationships/image" Target="../media/image37.png"/></Relationships>
</file>

<file path=ppt/slideLayouts/_rels/slideLayout2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14.png"/></Relationships>
</file>

<file path=ppt/slideLayouts/_rels/slideLayout2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8.png"/><Relationship Id="rId3" Type="http://schemas.openxmlformats.org/officeDocument/2006/relationships/image" Target="../media/image2.png"/></Relationships>
</file>

<file path=ppt/slideLayouts/_rels/slideLayout2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8.png"/><Relationship Id="rId3" Type="http://schemas.openxmlformats.org/officeDocument/2006/relationships/image" Target="../media/image2.png"/><Relationship Id="rId4" Type="http://schemas.openxmlformats.org/officeDocument/2006/relationships/image" Target="../media/image6.png"/></Relationships>
</file>

<file path=ppt/slideLayouts/_rels/slideLayout2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26.png"/><Relationship Id="rId3" Type="http://schemas.openxmlformats.org/officeDocument/2006/relationships/image" Target="../media/image13.png"/><Relationship Id="rId4" Type="http://schemas.openxmlformats.org/officeDocument/2006/relationships/image" Target="../media/image37.png"/><Relationship Id="rId5" Type="http://schemas.openxmlformats.org/officeDocument/2006/relationships/image" Target="../media/image2.png"/></Relationships>
</file>

<file path=ppt/slideLayouts/_rels/slideLayout2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26.png"/><Relationship Id="rId3" Type="http://schemas.openxmlformats.org/officeDocument/2006/relationships/image" Target="../media/image37.png"/><Relationship Id="rId4" Type="http://schemas.openxmlformats.org/officeDocument/2006/relationships/image" Target="../media/image2.png"/><Relationship Id="rId5" Type="http://schemas.openxmlformats.org/officeDocument/2006/relationships/image" Target="../media/image13.png"/></Relationships>
</file>

<file path=ppt/slideLayouts/_rels/slideLayout3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8.png"/><Relationship Id="rId3" Type="http://schemas.openxmlformats.org/officeDocument/2006/relationships/image" Target="../media/image2.png"/><Relationship Id="rId4" Type="http://schemas.openxmlformats.org/officeDocument/2006/relationships/image" Target="../media/image6.png"/></Relationships>
</file>

<file path=ppt/slideLayouts/_rels/slideLayout3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3.png"/><Relationship Id="rId3" Type="http://schemas.openxmlformats.org/officeDocument/2006/relationships/image" Target="../media/image12.png"/><Relationship Id="rId4" Type="http://schemas.openxmlformats.org/officeDocument/2006/relationships/image" Target="../media/image2.png"/></Relationships>
</file>

<file path=ppt/slideLayouts/_rels/slideLayout3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4.png"/><Relationship Id="rId3" Type="http://schemas.openxmlformats.org/officeDocument/2006/relationships/image" Target="../media/image49.png"/><Relationship Id="rId4" Type="http://schemas.openxmlformats.org/officeDocument/2006/relationships/image" Target="../media/image2.png"/></Relationships>
</file>

<file path=ppt/slideLayouts/_rels/slideLayout3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4.png"/><Relationship Id="rId3" Type="http://schemas.openxmlformats.org/officeDocument/2006/relationships/image" Target="../media/image10.png"/><Relationship Id="rId4" Type="http://schemas.openxmlformats.org/officeDocument/2006/relationships/image" Target="../media/image2.png"/></Relationships>
</file>

<file path=ppt/slideLayouts/_rels/slideLayout3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8.png"/></Relationships>
</file>

<file path=ppt/slideLayouts/_rels/slideLayout3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4.png"/></Relationships>
</file>

<file path=ppt/slideLayouts/_rels/slideLayout3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3.png"/></Relationships>
</file>

<file path=ppt/slideLayouts/_rels/slideLayout3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5.png"/><Relationship Id="rId3" Type="http://schemas.openxmlformats.org/officeDocument/2006/relationships/image" Target="../media/image37.png"/><Relationship Id="rId4" Type="http://schemas.openxmlformats.org/officeDocument/2006/relationships/image" Target="../media/image2.png"/></Relationships>
</file>

<file path=ppt/slideLayouts/_rels/slideLayout3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8.png"/><Relationship Id="rId3" Type="http://schemas.openxmlformats.org/officeDocument/2006/relationships/image" Target="../media/image2.png"/></Relationships>
</file>

<file path=ppt/slideLayouts/_rels/slideLayout3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8.png"/><Relationship Id="rId3" Type="http://schemas.openxmlformats.org/officeDocument/2006/relationships/image" Target="../media/image2.png"/></Relationships>
</file>

<file path=ppt/slideLayouts/_rels/slideLayout4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3.png"/><Relationship Id="rId3" Type="http://schemas.openxmlformats.org/officeDocument/2006/relationships/image" Target="../media/image2.png"/></Relationships>
</file>

<file path=ppt/slideLayouts/_rels/slideLayout4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3.png"/><Relationship Id="rId3" Type="http://schemas.openxmlformats.org/officeDocument/2006/relationships/image" Target="../media/image2.png"/></Relationships>
</file>

<file path=ppt/slideLayouts/_rels/slideLayout4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3.png"/><Relationship Id="rId3" Type="http://schemas.openxmlformats.org/officeDocument/2006/relationships/image" Target="../media/image2.png"/></Relationships>
</file>

<file path=ppt/slideLayouts/_rels/slideLayout4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1.png"/></Relationships>
</file>

<file path=ppt/slideLayouts/_rels/slideLayout4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42.png"/></Relationships>
</file>

<file path=ppt/slideLayouts/_rels/slideLayout4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32.png"/></Relationships>
</file>

<file path=ppt/slideLayouts/_rels/slideLayout4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41.png"/><Relationship Id="rId3" Type="http://schemas.openxmlformats.org/officeDocument/2006/relationships/image" Target="../media/image34.png"/></Relationships>
</file>

<file path=ppt/slideLayouts/_rels/slideLayout4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12.png"/></Relationships>
</file>

<file path=ppt/slideLayouts/_rels/slideLayout4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09.png"/></Relationships>
</file>

<file path=ppt/slideLayouts/_rels/slideLayout5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9.png"/></Relationships>
</file>

<file path=ppt/slideLayouts/_rels/slideLayout5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26.png"/><Relationship Id="rId3" Type="http://schemas.openxmlformats.org/officeDocument/2006/relationships/image" Target="../media/image13.png"/><Relationship Id="rId4" Type="http://schemas.openxmlformats.org/officeDocument/2006/relationships/image" Target="../media/image37.png"/><Relationship Id="rId5" Type="http://schemas.openxmlformats.org/officeDocument/2006/relationships/image" Target="../media/image2.png"/></Relationships>
</file>

<file path=ppt/slideLayouts/_rels/slideLayout5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26.png"/><Relationship Id="rId3" Type="http://schemas.openxmlformats.org/officeDocument/2006/relationships/image" Target="../media/image37.png"/><Relationship Id="rId4" Type="http://schemas.openxmlformats.org/officeDocument/2006/relationships/image" Target="../media/image2.png"/><Relationship Id="rId5" Type="http://schemas.openxmlformats.org/officeDocument/2006/relationships/image" Target="../media/image13.png"/></Relationships>
</file>

<file path=ppt/slideLayouts/_rels/slideLayout5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8.png"/><Relationship Id="rId3" Type="http://schemas.openxmlformats.org/officeDocument/2006/relationships/image" Target="../media/image2.png"/><Relationship Id="rId4" Type="http://schemas.openxmlformats.org/officeDocument/2006/relationships/image" Target="../media/image6.png"/></Relationships>
</file>

<file path=ppt/slideLayouts/_rels/slideLayout5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3.png"/><Relationship Id="rId3" Type="http://schemas.openxmlformats.org/officeDocument/2006/relationships/image" Target="../media/image12.png"/><Relationship Id="rId4" Type="http://schemas.openxmlformats.org/officeDocument/2006/relationships/image" Target="../media/image2.png"/></Relationships>
</file>

<file path=ppt/slideLayouts/_rels/slideLayout5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4.png"/><Relationship Id="rId3" Type="http://schemas.openxmlformats.org/officeDocument/2006/relationships/image" Target="../media/image49.png"/><Relationship Id="rId4" Type="http://schemas.openxmlformats.org/officeDocument/2006/relationships/image" Target="../media/image2.png"/></Relationships>
</file>

<file path=ppt/slideLayouts/_rels/slideLayout5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4.png"/><Relationship Id="rId3" Type="http://schemas.openxmlformats.org/officeDocument/2006/relationships/image" Target="../media/image10.png"/><Relationship Id="rId4" Type="http://schemas.openxmlformats.org/officeDocument/2006/relationships/image" Target="../media/image2.png"/></Relationships>
</file>

<file path=ppt/slideLayouts/_rels/slideLayout5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8.png"/><Relationship Id="rId3" Type="http://schemas.openxmlformats.org/officeDocument/2006/relationships/image" Target="../media/image89.png"/></Relationships>
</file>

<file path=ppt/slideLayouts/_rels/slideLayout5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4.png"/><Relationship Id="rId3" Type="http://schemas.openxmlformats.org/officeDocument/2006/relationships/image" Target="../media/image89.png"/></Relationships>
</file>

<file path=ppt/slideLayouts/_rels/slideLayout5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3.png"/><Relationship Id="rId3" Type="http://schemas.openxmlformats.org/officeDocument/2006/relationships/image" Target="../media/image89.png"/></Relationships>
</file>

<file path=ppt/slideLayouts/_rels/slideLayout6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5.png"/><Relationship Id="rId3" Type="http://schemas.openxmlformats.org/officeDocument/2006/relationships/image" Target="../media/image37.png"/><Relationship Id="rId4" Type="http://schemas.openxmlformats.org/officeDocument/2006/relationships/image" Target="../media/image2.png"/></Relationships>
</file>

<file path=ppt/slideLayouts/_rels/slideLayout6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5.png"/><Relationship Id="rId3" Type="http://schemas.openxmlformats.org/officeDocument/2006/relationships/image" Target="../media/image37.png"/></Relationships>
</file>

<file path=ppt/slideLayouts/_rels/slideLayout6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8.png"/><Relationship Id="rId3" Type="http://schemas.openxmlformats.org/officeDocument/2006/relationships/image" Target="../media/image2.png"/></Relationships>
</file>

<file path=ppt/slideLayouts/_rels/slideLayout6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8.png"/><Relationship Id="rId3" Type="http://schemas.openxmlformats.org/officeDocument/2006/relationships/image" Target="../media/image2.png"/></Relationships>
</file>

<file path=ppt/slideLayouts/_rels/slideLayout6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3.png"/><Relationship Id="rId3" Type="http://schemas.openxmlformats.org/officeDocument/2006/relationships/image" Target="../media/image2.png"/></Relationships>
</file>

<file path=ppt/slideLayouts/_rels/slideLayout6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3.png"/><Relationship Id="rId3" Type="http://schemas.openxmlformats.org/officeDocument/2006/relationships/image" Target="../media/image2.png"/></Relationships>
</file>

<file path=ppt/slideLayouts/_rels/slideLayout6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3.png"/><Relationship Id="rId3" Type="http://schemas.openxmlformats.org/officeDocument/2006/relationships/image" Target="../media/image2.png"/></Relationships>
</file>

<file path=ppt/slideLayouts/_rels/slideLayout6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08.png"/><Relationship Id="rId3" Type="http://schemas.openxmlformats.org/officeDocument/2006/relationships/image" Target="../media/image88.png"/></Relationships>
</file>

<file path=ppt/slideLayouts/_rels/slideLayout6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1.png"/></Relationships>
</file>

<file path=ppt/slideLayouts/_rels/slideLayout6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42.png"/></Relationships>
</file>

<file path=ppt/slideLayouts/_rels/slideLayout7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32.png"/></Relationships>
</file>

<file path=ppt/slideLayouts/_rels/slideLayout7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14.png"/></Relationships>
</file>

<file path=ppt/slideLayouts/_rels/slideLayout7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07.jpg"/><Relationship Id="rId3" Type="http://schemas.openxmlformats.org/officeDocument/2006/relationships/image" Target="../media/image2.png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>
  <p:cSld name="Title Slide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6" name="Shape 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Google Shape;7;p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559422" y="1497122"/>
            <a:ext cx="4025156" cy="2149256"/>
          </a:xfrm>
          <a:prstGeom prst="rect">
            <a:avLst/>
          </a:prstGeom>
          <a:noFill/>
          <a:ln>
            <a:noFill/>
          </a:ln>
        </p:spPr>
      </p:pic>
      <p:pic>
        <p:nvPicPr>
          <p:cNvPr id="8" name="Google Shape;8;p2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029873" y="4670683"/>
            <a:ext cx="2796281" cy="15785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9" name="Google Shape;9;p2"/>
          <p:cNvPicPr preferRelativeResize="0"/>
          <p:nvPr/>
        </p:nvPicPr>
        <p:blipFill rotWithShape="1">
          <a:blip r:embed="rId5">
            <a:alphaModFix/>
          </a:blip>
          <a:srcRect b="16097" l="58824" r="15207" t="69117"/>
          <a:stretch/>
        </p:blipFill>
        <p:spPr>
          <a:xfrm>
            <a:off x="317627" y="4666767"/>
            <a:ext cx="585599" cy="1617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 1">
  <p:cSld name="Title Slide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0" name="Shape 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Google Shape;11;p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29873" y="4670683"/>
            <a:ext cx="2796281" cy="15785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12" name="Google Shape;12;p3"/>
          <p:cNvPicPr preferRelativeResize="0"/>
          <p:nvPr/>
        </p:nvPicPr>
        <p:blipFill rotWithShape="1">
          <a:blip r:embed="rId4">
            <a:alphaModFix/>
          </a:blip>
          <a:srcRect b="16097" l="58822" r="15209" t="69117"/>
          <a:stretch/>
        </p:blipFill>
        <p:spPr>
          <a:xfrm>
            <a:off x="317627" y="4666767"/>
            <a:ext cx="585599" cy="161773"/>
          </a:xfrm>
          <a:prstGeom prst="rect">
            <a:avLst/>
          </a:prstGeom>
          <a:noFill/>
          <a:ln>
            <a:noFill/>
          </a:ln>
        </p:spPr>
      </p:pic>
      <p:pic>
        <p:nvPicPr>
          <p:cNvPr id="13" name="Google Shape;13;p3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546842" y="1674386"/>
            <a:ext cx="3361163" cy="1794731"/>
          </a:xfrm>
          <a:prstGeom prst="rect">
            <a:avLst/>
          </a:prstGeom>
          <a:noFill/>
          <a:ln>
            <a:noFill/>
          </a:ln>
        </p:spPr>
      </p:pic>
      <p:sp>
        <p:nvSpPr>
          <p:cNvPr id="14" name="Google Shape;14;p3"/>
          <p:cNvSpPr txBox="1"/>
          <p:nvPr>
            <p:ph type="title"/>
          </p:nvPr>
        </p:nvSpPr>
        <p:spPr>
          <a:xfrm>
            <a:off x="4352550" y="525788"/>
            <a:ext cx="4535400" cy="2137500"/>
          </a:xfrm>
          <a:prstGeom prst="rect">
            <a:avLst/>
          </a:prstGeom>
          <a:noFill/>
          <a:ln>
            <a:noFill/>
          </a:ln>
        </p:spPr>
        <p:txBody>
          <a:bodyPr anchorCtr="0" anchor="b" bIns="68575" lIns="68575" spcFirstLastPara="1" rIns="68575" wrap="square" tIns="6857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None/>
              <a:defRPr b="1" sz="3200"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15" name="Google Shape;15;p3"/>
          <p:cNvSpPr txBox="1"/>
          <p:nvPr>
            <p:ph idx="1" type="subTitle"/>
          </p:nvPr>
        </p:nvSpPr>
        <p:spPr>
          <a:xfrm>
            <a:off x="4352550" y="2852944"/>
            <a:ext cx="4535400" cy="695100"/>
          </a:xfrm>
          <a:prstGeom prst="rect">
            <a:avLst/>
          </a:prstGeom>
          <a:noFill/>
          <a:ln>
            <a:noFill/>
          </a:ln>
        </p:spPr>
        <p:txBody>
          <a:bodyPr anchorCtr="0" anchor="t" bIns="68575" lIns="68575" spcFirstLastPara="1" rIns="68575" wrap="square" tIns="6857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4_Title and Content 2">
  <p:cSld name="14_Title and Content_2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descr="A black and white text&#10;&#10;Description automatically generated" id="18" name="Google Shape;18;p4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9" name="Google Shape;19;p4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pic>
        <p:nvPicPr>
          <p:cNvPr id="20" name="Google Shape;20;p4"/>
          <p:cNvPicPr preferRelativeResize="0"/>
          <p:nvPr/>
        </p:nvPicPr>
        <p:blipFill rotWithShape="1">
          <a:blip r:embed="rId4">
            <a:alphaModFix/>
          </a:blip>
          <a:srcRect b="768" l="0" r="0" t="768"/>
          <a:stretch/>
        </p:blipFill>
        <p:spPr>
          <a:xfrm>
            <a:off x="-1" y="4972051"/>
            <a:ext cx="9143772" cy="17144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6_Title and Content">
  <p:cSld name="16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2" name="Google Shape;22;p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31" y="4972050"/>
            <a:ext cx="9141715" cy="17145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23" name="Google Shape;23;p5"/>
          <p:cNvPicPr preferRelativeResize="0"/>
          <p:nvPr/>
        </p:nvPicPr>
        <p:blipFill rotWithShape="1">
          <a:blip r:embed="rId4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24" name="Google Shape;24;p5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25" name="Google Shape;25;p5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2_Title and Content 2">
  <p:cSld name="12_Title and Content_2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6" name="Shape 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Google Shape;27;p6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id="28" name="Google Shape;28;p6"/>
          <p:cNvPicPr preferRelativeResize="0"/>
          <p:nvPr/>
        </p:nvPicPr>
        <p:blipFill rotWithShape="1">
          <a:blip r:embed="rId3">
            <a:alphaModFix/>
          </a:blip>
          <a:srcRect b="768" l="0" r="0" t="768"/>
          <a:stretch/>
        </p:blipFill>
        <p:spPr>
          <a:xfrm>
            <a:off x="-1" y="4972051"/>
            <a:ext cx="9143772" cy="17144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29" name="Google Shape;29;p6"/>
          <p:cNvPicPr preferRelativeResize="0"/>
          <p:nvPr/>
        </p:nvPicPr>
        <p:blipFill rotWithShape="1">
          <a:blip r:embed="rId4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30" name="Google Shape;30;p6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8_Title and Content">
  <p:cSld name="18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1" name="Shape 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2" name="Google Shape;32;p7"/>
          <p:cNvPicPr preferRelativeResize="0"/>
          <p:nvPr/>
        </p:nvPicPr>
        <p:blipFill rotWithShape="1">
          <a:blip r:embed="rId3">
            <a:alphaModFix/>
          </a:blip>
          <a:srcRect b="768" l="0" r="0" t="768"/>
          <a:stretch/>
        </p:blipFill>
        <p:spPr>
          <a:xfrm>
            <a:off x="-1" y="4972051"/>
            <a:ext cx="9143772" cy="17144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33" name="Google Shape;33;p7"/>
          <p:cNvPicPr preferRelativeResize="0"/>
          <p:nvPr/>
        </p:nvPicPr>
        <p:blipFill rotWithShape="1">
          <a:blip r:embed="rId4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34" name="Google Shape;34;p7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35" name="Google Shape;35;p7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4_Title and Content 1">
  <p:cSld name="14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6" name="Shape 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Google Shape;37;p8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38" name="Google Shape;38;p8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0_Title and Content 1">
  <p:cSld name="20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9" name="Shape 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Google Shape;40;p9"/>
          <p:cNvSpPr txBox="1"/>
          <p:nvPr>
            <p:ph idx="1" type="body"/>
          </p:nvPr>
        </p:nvSpPr>
        <p:spPr>
          <a:xfrm>
            <a:off x="628634" y="1369219"/>
            <a:ext cx="36033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1" name="Google Shape;41;p9"/>
          <p:cNvSpPr txBox="1"/>
          <p:nvPr>
            <p:ph idx="2" type="body"/>
          </p:nvPr>
        </p:nvSpPr>
        <p:spPr>
          <a:xfrm>
            <a:off x="4877144" y="1369219"/>
            <a:ext cx="36033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2" name="Google Shape;42;p9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6_Title and Content 1">
  <p:cSld name="16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10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45" name="Google Shape;45;p10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Slide">
  <p:cSld name="2_Title Slide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46" name="Shape 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7" name="Google Shape;47;p1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29873" y="4670683"/>
            <a:ext cx="2796281" cy="15785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48" name="Google Shape;48;p11"/>
          <p:cNvPicPr preferRelativeResize="0"/>
          <p:nvPr/>
        </p:nvPicPr>
        <p:blipFill rotWithShape="1">
          <a:blip r:embed="rId4">
            <a:alphaModFix/>
          </a:blip>
          <a:srcRect b="16097" l="58824" r="15207" t="69117"/>
          <a:stretch/>
        </p:blipFill>
        <p:spPr>
          <a:xfrm>
            <a:off x="317627" y="4666767"/>
            <a:ext cx="585599" cy="161773"/>
          </a:xfrm>
          <a:prstGeom prst="rect">
            <a:avLst/>
          </a:prstGeom>
          <a:noFill/>
          <a:ln>
            <a:noFill/>
          </a:ln>
        </p:spPr>
      </p:pic>
      <p:sp>
        <p:nvSpPr>
          <p:cNvPr id="49" name="Google Shape;49;p11"/>
          <p:cNvSpPr txBox="1"/>
          <p:nvPr>
            <p:ph type="title"/>
          </p:nvPr>
        </p:nvSpPr>
        <p:spPr>
          <a:xfrm>
            <a:off x="628634" y="986884"/>
            <a:ext cx="7886400" cy="3169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300"/>
              <a:buFont typeface="Arial"/>
              <a:buNone/>
              <a:defRPr b="1" i="0" sz="3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Title and Content">
  <p:cSld name="1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51" name="Google Shape;51;p12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52" name="Google Shape;52;p12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53" name="Google Shape;53;p12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7_Title and Content">
  <p:cSld name="7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55" name="Google Shape;55;p13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56" name="Google Shape;56;p13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57" name="Google Shape;57;p13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_Title and Content">
  <p:cSld name="2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59" name="Google Shape;59;p14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60" name="Google Shape;60;p14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61" name="Google Shape;61;p14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8_Title and Content">
  <p:cSld name="8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63" name="Google Shape;63;p15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64" name="Google Shape;64;p15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65" name="Google Shape;65;p15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8_Title Only">
  <p:cSld name="8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67" name="Google Shape;67;p16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6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 2 1">
  <p:cSld name="Title Slide_2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69" name="Shape 69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1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_ Blank">
  <p:cSld name="2_Custom Layout_2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roject Card" showMasterSp="0">
  <p:cSld name="9_Title Slide_1">
    <p:bg>
      <p:bgPr>
        <a:solidFill>
          <a:schemeClr val="lt1"/>
        </a:solidFill>
      </p:bgPr>
    </p:bg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2" name="Google Shape;72;p19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2611225" y="5976416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73" name="Google Shape;73;p19"/>
          <p:cNvSpPr/>
          <p:nvPr>
            <p:ph idx="2" type="pic"/>
          </p:nvPr>
        </p:nvSpPr>
        <p:spPr>
          <a:xfrm>
            <a:off x="1141256" y="2728538"/>
            <a:ext cx="1584300" cy="1584300"/>
          </a:xfrm>
          <a:prstGeom prst="rect">
            <a:avLst/>
          </a:prstGeom>
          <a:noFill/>
          <a:ln>
            <a:noFill/>
          </a:ln>
        </p:spPr>
      </p:sp>
      <p:sp>
        <p:nvSpPr>
          <p:cNvPr id="74" name="Google Shape;74;p19"/>
          <p:cNvSpPr txBox="1"/>
          <p:nvPr>
            <p:ph idx="1" type="subTitle"/>
          </p:nvPr>
        </p:nvSpPr>
        <p:spPr>
          <a:xfrm>
            <a:off x="49781" y="4381181"/>
            <a:ext cx="37671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rtl="0" algn="ctr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1200"/>
              <a:buFont typeface="Calibri"/>
              <a:buNone/>
              <a:defRPr sz="1200">
                <a:latin typeface="Calibri"/>
                <a:ea typeface="Calibri"/>
                <a:cs typeface="Calibri"/>
                <a:sym typeface="Calibri"/>
              </a:defRPr>
            </a:lvl1pPr>
            <a:lvl2pPr lvl="1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2pPr>
            <a:lvl3pPr lvl="2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600"/>
              <a:buNone/>
              <a:defRPr sz="600"/>
            </a:lvl3pPr>
            <a:lvl4pPr lvl="3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4pPr>
            <a:lvl5pPr lvl="4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5pPr>
            <a:lvl6pPr lvl="5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6pPr>
            <a:lvl7pPr lvl="6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7pPr>
            <a:lvl8pPr lvl="7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8pPr>
            <a:lvl9pPr lvl="8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9pPr>
          </a:lstStyle>
          <a:p/>
        </p:txBody>
      </p:sp>
      <p:sp>
        <p:nvSpPr>
          <p:cNvPr id="75" name="Google Shape;75;p19"/>
          <p:cNvSpPr txBox="1"/>
          <p:nvPr>
            <p:ph idx="3" type="body"/>
          </p:nvPr>
        </p:nvSpPr>
        <p:spPr>
          <a:xfrm>
            <a:off x="4113338" y="2468569"/>
            <a:ext cx="4829400" cy="24510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361950" lvl="0" marL="457200" marR="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" type="title">
  <p:cSld name="TITLE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76" name="Shape 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" name="Google Shape;77;p20"/>
          <p:cNvSpPr txBox="1"/>
          <p:nvPr>
            <p:ph type="ctrTitle"/>
          </p:nvPr>
        </p:nvSpPr>
        <p:spPr>
          <a:xfrm>
            <a:off x="628650" y="727472"/>
            <a:ext cx="4400700" cy="1790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>
            <a:lvl1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 b="1" i="0" sz="2400" u="none" cap="none" strike="noStrike">
                <a:solidFill>
                  <a:schemeClr val="lt1"/>
                </a:solidFill>
              </a:defRPr>
            </a:lvl1pPr>
            <a:lvl2pPr indent="0" lvl="1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2pPr>
            <a:lvl3pPr indent="0" lvl="2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3pPr>
            <a:lvl4pPr indent="0" lvl="3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4pPr>
            <a:lvl5pPr indent="0" lvl="4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5pPr>
            <a:lvl6pPr indent="0" lvl="5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6pPr>
            <a:lvl7pPr indent="0" lvl="6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7pPr>
            <a:lvl8pPr indent="0" lvl="7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8pPr>
            <a:lvl9pPr indent="0" lvl="8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78" name="Google Shape;78;p20"/>
          <p:cNvSpPr txBox="1"/>
          <p:nvPr>
            <p:ph idx="1" type="subTitle"/>
          </p:nvPr>
        </p:nvSpPr>
        <p:spPr>
          <a:xfrm>
            <a:off x="628650" y="2587228"/>
            <a:ext cx="4400700" cy="628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>
            <a:lvl1pPr indent="0" lvl="0" marL="0" marR="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168FDF"/>
              </a:buClr>
              <a:buSzPts val="1100"/>
              <a:buNone/>
              <a:defRPr i="0" sz="1500" u="none" cap="none" strike="noStrike">
                <a:solidFill>
                  <a:schemeClr val="lt1"/>
                </a:solidFill>
              </a:defRPr>
            </a:lvl1pPr>
            <a:lvl2pPr indent="0" lvl="1" marL="342900" marR="0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100"/>
              <a:buNone/>
              <a:defRPr i="0" sz="1500" u="none" cap="none" strike="noStrike">
                <a:solidFill>
                  <a:srgbClr val="2F2F2F"/>
                </a:solidFill>
              </a:defRPr>
            </a:lvl2pPr>
            <a:lvl3pPr indent="0" lvl="2" marL="685800" marR="0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100"/>
              <a:buNone/>
              <a:defRPr i="0" sz="1400" u="none" cap="none" strike="noStrike">
                <a:solidFill>
                  <a:srgbClr val="2F2F2F"/>
                </a:solidFill>
              </a:defRPr>
            </a:lvl3pPr>
            <a:lvl4pPr indent="0" lvl="3" marL="1028700" marR="0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100"/>
              <a:buNone/>
              <a:defRPr i="0" sz="1200" u="none" cap="none" strike="noStrike">
                <a:solidFill>
                  <a:srgbClr val="2F2F2F"/>
                </a:solidFill>
              </a:defRPr>
            </a:lvl4pPr>
            <a:lvl5pPr indent="0" lvl="4" marL="1371600" marR="0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100"/>
              <a:buNone/>
              <a:defRPr i="0" sz="1200" u="none" cap="none" strike="noStrike">
                <a:solidFill>
                  <a:srgbClr val="2F2F2F"/>
                </a:solidFill>
              </a:defRPr>
            </a:lvl5pPr>
            <a:lvl6pPr indent="0" lvl="5" marL="1714500" marR="0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 i="0" sz="1200" u="none" cap="none" strike="noStrike">
                <a:solidFill>
                  <a:schemeClr val="dk1"/>
                </a:solidFill>
              </a:defRPr>
            </a:lvl6pPr>
            <a:lvl7pPr indent="0" lvl="6" marL="2057400" marR="0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 i="0" sz="1200" u="none" cap="none" strike="noStrike">
                <a:solidFill>
                  <a:schemeClr val="dk1"/>
                </a:solidFill>
              </a:defRPr>
            </a:lvl7pPr>
            <a:lvl8pPr indent="0" lvl="7" marL="2400300" marR="0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 i="0" sz="1200" u="none" cap="none" strike="noStrike">
                <a:solidFill>
                  <a:schemeClr val="dk1"/>
                </a:solidFill>
              </a:defRPr>
            </a:lvl8pPr>
            <a:lvl9pPr indent="0" lvl="8" marL="2743200" marR="0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 i="0" sz="1200" u="none" cap="none" strike="noStrike">
                <a:solidFill>
                  <a:schemeClr val="dk1"/>
                </a:solidFill>
              </a:defRPr>
            </a:lvl9pPr>
          </a:lstStyle>
          <a:p/>
        </p:txBody>
      </p:sp>
      <p:pic>
        <p:nvPicPr>
          <p:cNvPr id="79" name="Google Shape;79;p20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628652" y="4141100"/>
            <a:ext cx="1305600" cy="430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ransition Dark">
  <p:cSld name="Transition Light_1">
    <p:bg>
      <p:bgPr>
        <a:solidFill>
          <a:schemeClr val="dk2"/>
        </a:solidFill>
      </p:bgPr>
    </p:bg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21"/>
          <p:cNvSpPr txBox="1"/>
          <p:nvPr>
            <p:ph type="title"/>
          </p:nvPr>
        </p:nvSpPr>
        <p:spPr>
          <a:xfrm>
            <a:off x="457200" y="1835944"/>
            <a:ext cx="82296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>
            <a:lvl1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None/>
              <a:defRPr i="0" sz="3200" u="none" cap="none" strike="noStrike">
                <a:solidFill>
                  <a:srgbClr val="FFFFFF"/>
                </a:solidFill>
              </a:defRPr>
            </a:lvl1pPr>
            <a:lvl2pPr indent="0" lvl="1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2" name="Google Shape;82;p21"/>
          <p:cNvSpPr txBox="1"/>
          <p:nvPr>
            <p:ph idx="12" type="sldNum"/>
          </p:nvPr>
        </p:nvSpPr>
        <p:spPr>
          <a:xfrm>
            <a:off x="8868254" y="4937760"/>
            <a:ext cx="2757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1pPr>
            <a:lvl2pPr indent="0" lvl="1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2pPr>
            <a:lvl3pPr indent="0" lvl="2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3pPr>
            <a:lvl4pPr indent="0" lvl="3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4pPr>
            <a:lvl5pPr indent="0" lvl="4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5pPr>
            <a:lvl6pPr indent="0" lvl="5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6pPr>
            <a:lvl7pPr indent="0" lvl="6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7pPr>
            <a:lvl8pPr indent="0" lvl="7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8pPr>
            <a:lvl9pPr indent="0" lvl="8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cxnSp>
        <p:nvCxnSpPr>
          <p:cNvPr id="83" name="Google Shape;83;p21"/>
          <p:cNvCxnSpPr/>
          <p:nvPr/>
        </p:nvCxnSpPr>
        <p:spPr>
          <a:xfrm>
            <a:off x="158225" y="179819"/>
            <a:ext cx="0" cy="4766400"/>
          </a:xfrm>
          <a:prstGeom prst="straightConnector1">
            <a:avLst/>
          </a:prstGeom>
          <a:noFill/>
          <a:ln cap="flat" cmpd="sng" w="9525">
            <a:solidFill>
              <a:srgbClr val="168FDF"/>
            </a:solidFill>
            <a:prstDash val="solid"/>
            <a:miter lim="8000"/>
            <a:headEnd len="sm" w="sm" type="none"/>
            <a:tailEnd len="sm" w="sm" type="none"/>
          </a:ln>
        </p:spPr>
      </p:cxnSp>
      <p:pic>
        <p:nvPicPr>
          <p:cNvPr id="84" name="Google Shape;84;p21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7806775" y="339585"/>
            <a:ext cx="1152550" cy="3797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>
  <p:cSld name="Blank_1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22"/>
          <p:cNvSpPr txBox="1"/>
          <p:nvPr>
            <p:ph idx="12" type="sldNum"/>
          </p:nvPr>
        </p:nvSpPr>
        <p:spPr>
          <a:xfrm>
            <a:off x="8868254" y="4937760"/>
            <a:ext cx="2757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1pPr>
            <a:lvl2pPr indent="0" lvl="1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2pPr>
            <a:lvl3pPr indent="0" lvl="2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3pPr>
            <a:lvl4pPr indent="0" lvl="3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4pPr>
            <a:lvl5pPr indent="0" lvl="4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5pPr>
            <a:lvl6pPr indent="0" lvl="5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6pPr>
            <a:lvl7pPr indent="0" lvl="6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7pPr>
            <a:lvl8pPr indent="0" lvl="7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8pPr>
            <a:lvl9pPr indent="0" lvl="8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Slide - Green">
  <p:cSld name="TITLE_1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lumn">
  <p:cSld name="Text Half Width_2">
    <p:spTree>
      <p:nvGrpSpPr>
        <p:cNvPr id="88" name="Shape 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Google Shape;89;p24"/>
          <p:cNvSpPr txBox="1"/>
          <p:nvPr>
            <p:ph type="title"/>
          </p:nvPr>
        </p:nvSpPr>
        <p:spPr>
          <a:xfrm>
            <a:off x="233750" y="179822"/>
            <a:ext cx="7486800" cy="699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>
            <a:lvl1pPr indent="0" lvl="0" mar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None/>
              <a:defRPr i="0" sz="1100" u="none" cap="none" strike="noStrike">
                <a:solidFill>
                  <a:srgbClr val="168FDF"/>
                </a:solidFill>
              </a:defRPr>
            </a:lvl1pPr>
            <a:lvl2pPr indent="0" lvl="1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90" name="Google Shape;90;p24"/>
          <p:cNvSpPr txBox="1"/>
          <p:nvPr>
            <p:ph idx="1" type="body"/>
          </p:nvPr>
        </p:nvSpPr>
        <p:spPr>
          <a:xfrm>
            <a:off x="233750" y="879125"/>
            <a:ext cx="4283100" cy="3980700"/>
          </a:xfrm>
          <a:prstGeom prst="rect">
            <a:avLst/>
          </a:prstGeom>
          <a:noFill/>
          <a:ln>
            <a:noFill/>
          </a:ln>
        </p:spPr>
        <p:txBody>
          <a:bodyPr anchorCtr="0" anchor="t" bIns="68575" lIns="68575" spcFirstLastPara="1" rIns="68575" wrap="square" tIns="68575">
            <a:noAutofit/>
          </a:bodyPr>
          <a:lstStyle>
            <a:lvl1pPr indent="-342900" lvl="0" marL="457200" marR="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168FDF"/>
              </a:buClr>
              <a:buSzPts val="1800"/>
              <a:buFont typeface="Arial"/>
              <a:buChar char="●"/>
              <a:defRPr i="0" sz="18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36550" lvl="1" marL="914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700"/>
              <a:buFont typeface="Arial"/>
              <a:buChar char="○"/>
              <a:defRPr i="0" sz="17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30200" lvl="2" marL="1371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600"/>
              <a:buFont typeface="Arial"/>
              <a:buChar char="■"/>
              <a:defRPr i="0" sz="16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23850" lvl="3" marL="1828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500"/>
              <a:buFont typeface="Arial"/>
              <a:buChar char="●"/>
              <a:defRPr i="0" sz="15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298450" lvl="4" marL="22860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Char char="○"/>
              <a:defRPr i="0" sz="11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■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●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○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■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91" name="Google Shape;91;p24"/>
          <p:cNvSpPr txBox="1"/>
          <p:nvPr>
            <p:ph idx="12" type="sldNum"/>
          </p:nvPr>
        </p:nvSpPr>
        <p:spPr>
          <a:xfrm>
            <a:off x="8868254" y="4937760"/>
            <a:ext cx="2757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0" lvl="1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0" lvl="2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0" lvl="3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0" lvl="4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0" lvl="5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indent="0" lvl="6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indent="0" lvl="7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indent="0" lvl="8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cxnSp>
        <p:nvCxnSpPr>
          <p:cNvPr id="92" name="Google Shape;92;p24"/>
          <p:cNvCxnSpPr/>
          <p:nvPr/>
        </p:nvCxnSpPr>
        <p:spPr>
          <a:xfrm>
            <a:off x="158225" y="179819"/>
            <a:ext cx="0" cy="4766400"/>
          </a:xfrm>
          <a:prstGeom prst="straightConnector1">
            <a:avLst/>
          </a:prstGeom>
          <a:noFill/>
          <a:ln cap="flat" cmpd="sng" w="9525">
            <a:solidFill>
              <a:srgbClr val="168FDF"/>
            </a:solidFill>
            <a:prstDash val="solid"/>
            <a:miter lim="8000"/>
            <a:headEnd len="sm" w="sm" type="none"/>
            <a:tailEnd len="sm" w="sm" type="none"/>
          </a:ln>
        </p:spPr>
      </p:cxnSp>
      <p:sp>
        <p:nvSpPr>
          <p:cNvPr id="93" name="Google Shape;93;p24"/>
          <p:cNvSpPr txBox="1"/>
          <p:nvPr>
            <p:ph idx="2" type="body"/>
          </p:nvPr>
        </p:nvSpPr>
        <p:spPr>
          <a:xfrm>
            <a:off x="4676251" y="879125"/>
            <a:ext cx="4283100" cy="3980700"/>
          </a:xfrm>
          <a:prstGeom prst="rect">
            <a:avLst/>
          </a:prstGeom>
          <a:noFill/>
          <a:ln>
            <a:noFill/>
          </a:ln>
        </p:spPr>
        <p:txBody>
          <a:bodyPr anchorCtr="0" anchor="t" bIns="68575" lIns="68575" spcFirstLastPara="1" rIns="68575" wrap="square" tIns="68575">
            <a:noAutofit/>
          </a:bodyPr>
          <a:lstStyle>
            <a:lvl1pPr indent="-342900" lvl="0" marL="457200" marR="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168FDF"/>
              </a:buClr>
              <a:buSzPts val="1800"/>
              <a:buFont typeface="Arial"/>
              <a:buChar char="●"/>
              <a:defRPr i="0" sz="18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36550" lvl="1" marL="914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700"/>
              <a:buFont typeface="Arial"/>
              <a:buChar char="○"/>
              <a:defRPr i="0" sz="17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30200" lvl="2" marL="1371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600"/>
              <a:buFont typeface="Arial"/>
              <a:buChar char="■"/>
              <a:defRPr i="0" sz="16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23850" lvl="3" marL="1828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500"/>
              <a:buFont typeface="Arial"/>
              <a:buChar char="●"/>
              <a:defRPr i="0" sz="15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298450" lvl="4" marL="22860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Char char="○"/>
              <a:defRPr i="0" sz="11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■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●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○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■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pic>
        <p:nvPicPr>
          <p:cNvPr id="94" name="Google Shape;94;p24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7806775" y="339585"/>
            <a:ext cx="1152550" cy="3797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">
  <p:cSld name="2_Title Slide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6" name="Google Shape;96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29873" y="4670683"/>
            <a:ext cx="2796281" cy="157855"/>
          </a:xfrm>
          <a:prstGeom prst="rect">
            <a:avLst/>
          </a:prstGeom>
          <a:noFill/>
          <a:ln>
            <a:noFill/>
          </a:ln>
        </p:spPr>
      </p:pic>
      <p:sp>
        <p:nvSpPr>
          <p:cNvPr id="97" name="Google Shape;97;p25"/>
          <p:cNvSpPr txBox="1"/>
          <p:nvPr>
            <p:ph type="title"/>
          </p:nvPr>
        </p:nvSpPr>
        <p:spPr>
          <a:xfrm>
            <a:off x="628625" y="986875"/>
            <a:ext cx="7886400" cy="1413300"/>
          </a:xfrm>
          <a:prstGeom prst="rect">
            <a:avLst/>
          </a:prstGeom>
          <a:noFill/>
          <a:ln>
            <a:noFill/>
          </a:ln>
        </p:spPr>
        <p:txBody>
          <a:bodyPr anchorCtr="0" anchor="b" bIns="34275" lIns="68575" spcFirstLastPara="1" rIns="68575" wrap="square" tIns="34275">
            <a:noAutofit/>
          </a:bodyPr>
          <a:lstStyle>
            <a:lvl1pPr lvl="0" marR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300"/>
              <a:buFont typeface="Arial"/>
              <a:buNone/>
              <a:defRPr b="1" i="0" sz="3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98" name="Google Shape;98;p25"/>
          <p:cNvSpPr txBox="1"/>
          <p:nvPr>
            <p:ph idx="1" type="subTitle"/>
          </p:nvPr>
        </p:nvSpPr>
        <p:spPr>
          <a:xfrm>
            <a:off x="628625" y="2571775"/>
            <a:ext cx="7886400" cy="1584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2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Title Slide 1">
  <p:cSld name="1_Title Slide_1">
    <p:bg>
      <p:bgPr>
        <a:solidFill>
          <a:srgbClr val="3CC1CD"/>
        </a:solidFill>
      </p:bgPr>
    </p:bg>
    <p:spTree>
      <p:nvGrpSpPr>
        <p:cNvPr id="99" name="Shape 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0" name="Google Shape;100;p26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 rot="10800000">
            <a:off x="6594" y="1"/>
            <a:ext cx="9144000" cy="51435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 - Alternate 6">
  <p:cSld name="7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102" name="Google Shape;102;p27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03" name="Google Shape;103;p27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04" name="Google Shape;104;p27"/>
          <p:cNvSpPr txBox="1"/>
          <p:nvPr>
            <p:ph idx="1" type="body"/>
          </p:nvPr>
        </p:nvSpPr>
        <p:spPr>
          <a:xfrm>
            <a:off x="628634" y="1369219"/>
            <a:ext cx="36033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05" name="Google Shape;105;p27"/>
          <p:cNvSpPr txBox="1"/>
          <p:nvPr>
            <p:ph idx="2" type="body"/>
          </p:nvPr>
        </p:nvSpPr>
        <p:spPr>
          <a:xfrm>
            <a:off x="4877144" y="1369219"/>
            <a:ext cx="36033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>
  <p:cSld name="14_Title and Content_2_1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107" name="Google Shape;107;p28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08" name="Google Shape;108;p28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pic>
        <p:nvPicPr>
          <p:cNvPr id="109" name="Google Shape;109;p28"/>
          <p:cNvPicPr preferRelativeResize="0"/>
          <p:nvPr/>
        </p:nvPicPr>
        <p:blipFill rotWithShape="1">
          <a:blip r:embed="rId4">
            <a:alphaModFix/>
          </a:blip>
          <a:srcRect b="768" l="0" r="0" t="768"/>
          <a:stretch/>
        </p:blipFill>
        <p:spPr>
          <a:xfrm>
            <a:off x="-1" y="4972051"/>
            <a:ext cx="9143772" cy="17144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>
  <p:cSld name="Title Slide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2" name="Google Shape;112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559422" y="1497122"/>
            <a:ext cx="4025156" cy="2149256"/>
          </a:xfrm>
          <a:prstGeom prst="rect">
            <a:avLst/>
          </a:prstGeom>
          <a:noFill/>
          <a:ln>
            <a:noFill/>
          </a:ln>
        </p:spPr>
      </p:pic>
      <p:pic>
        <p:nvPicPr>
          <p:cNvPr id="113" name="Google Shape;113;p30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029873" y="4670683"/>
            <a:ext cx="2796281" cy="15785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114" name="Google Shape;114;p30"/>
          <p:cNvPicPr preferRelativeResize="0"/>
          <p:nvPr/>
        </p:nvPicPr>
        <p:blipFill rotWithShape="1">
          <a:blip r:embed="rId5">
            <a:alphaModFix/>
          </a:blip>
          <a:srcRect b="16097" l="58824" r="15207" t="69117"/>
          <a:stretch/>
        </p:blipFill>
        <p:spPr>
          <a:xfrm>
            <a:off x="317627" y="4666767"/>
            <a:ext cx="585599" cy="1617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2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 1">
  <p:cSld name="Title Slide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6" name="Google Shape;116;p3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29873" y="4670683"/>
            <a:ext cx="2796281" cy="15785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117" name="Google Shape;117;p31"/>
          <p:cNvPicPr preferRelativeResize="0"/>
          <p:nvPr/>
        </p:nvPicPr>
        <p:blipFill rotWithShape="1">
          <a:blip r:embed="rId4">
            <a:alphaModFix/>
          </a:blip>
          <a:srcRect b="16097" l="58822" r="15209" t="69117"/>
          <a:stretch/>
        </p:blipFill>
        <p:spPr>
          <a:xfrm>
            <a:off x="317627" y="4666767"/>
            <a:ext cx="585599" cy="161773"/>
          </a:xfrm>
          <a:prstGeom prst="rect">
            <a:avLst/>
          </a:prstGeom>
          <a:noFill/>
          <a:ln>
            <a:noFill/>
          </a:ln>
        </p:spPr>
      </p:pic>
      <p:pic>
        <p:nvPicPr>
          <p:cNvPr id="118" name="Google Shape;118;p31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546842" y="1674386"/>
            <a:ext cx="3361163" cy="1794731"/>
          </a:xfrm>
          <a:prstGeom prst="rect">
            <a:avLst/>
          </a:prstGeom>
          <a:noFill/>
          <a:ln>
            <a:noFill/>
          </a:ln>
        </p:spPr>
      </p:pic>
      <p:sp>
        <p:nvSpPr>
          <p:cNvPr id="119" name="Google Shape;119;p31"/>
          <p:cNvSpPr txBox="1"/>
          <p:nvPr>
            <p:ph type="title"/>
          </p:nvPr>
        </p:nvSpPr>
        <p:spPr>
          <a:xfrm>
            <a:off x="4352550" y="525788"/>
            <a:ext cx="4535400" cy="2137500"/>
          </a:xfrm>
          <a:prstGeom prst="rect">
            <a:avLst/>
          </a:prstGeom>
          <a:noFill/>
          <a:ln>
            <a:noFill/>
          </a:ln>
        </p:spPr>
        <p:txBody>
          <a:bodyPr anchorCtr="0" anchor="b" bIns="68575" lIns="68575" spcFirstLastPara="1" rIns="68575" wrap="square" tIns="6857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None/>
              <a:defRPr b="1" sz="3200"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120" name="Google Shape;120;p31"/>
          <p:cNvSpPr txBox="1"/>
          <p:nvPr>
            <p:ph idx="1" type="subTitle"/>
          </p:nvPr>
        </p:nvSpPr>
        <p:spPr>
          <a:xfrm>
            <a:off x="4352550" y="2852944"/>
            <a:ext cx="4535400" cy="695100"/>
          </a:xfrm>
          <a:prstGeom prst="rect">
            <a:avLst/>
          </a:prstGeom>
          <a:noFill/>
          <a:ln>
            <a:noFill/>
          </a:ln>
        </p:spPr>
        <p:txBody>
          <a:bodyPr anchorCtr="0" anchor="t" bIns="68575" lIns="68575" spcFirstLastPara="1" rIns="68575" wrap="square" tIns="6857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3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4_Title and Content 2">
  <p:cSld name="14_Title and Content_2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21" name="Shape 1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" name="Google Shape;122;p32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descr="A black and white text&#10;&#10;Description automatically generated" id="123" name="Google Shape;123;p32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24" name="Google Shape;124;p32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pic>
        <p:nvPicPr>
          <p:cNvPr id="125" name="Google Shape;125;p32"/>
          <p:cNvPicPr preferRelativeResize="0"/>
          <p:nvPr/>
        </p:nvPicPr>
        <p:blipFill rotWithShape="1">
          <a:blip r:embed="rId4">
            <a:alphaModFix/>
          </a:blip>
          <a:srcRect b="768" l="0" r="0" t="768"/>
          <a:stretch/>
        </p:blipFill>
        <p:spPr>
          <a:xfrm>
            <a:off x="-1" y="4972051"/>
            <a:ext cx="9143772" cy="17144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6_Title and Content">
  <p:cSld name="16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26" name="Shape 1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7" name="Google Shape;127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31" y="4972050"/>
            <a:ext cx="9141715" cy="17145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128" name="Google Shape;128;p33"/>
          <p:cNvPicPr preferRelativeResize="0"/>
          <p:nvPr/>
        </p:nvPicPr>
        <p:blipFill rotWithShape="1">
          <a:blip r:embed="rId4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29" name="Google Shape;129;p33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30" name="Google Shape;130;p33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2_Title and Content 2">
  <p:cSld name="12_Title and Content_2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31" name="Shape 1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2" name="Google Shape;132;p34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id="133" name="Google Shape;133;p34"/>
          <p:cNvPicPr preferRelativeResize="0"/>
          <p:nvPr/>
        </p:nvPicPr>
        <p:blipFill rotWithShape="1">
          <a:blip r:embed="rId3">
            <a:alphaModFix/>
          </a:blip>
          <a:srcRect b="768" l="0" r="0" t="768"/>
          <a:stretch/>
        </p:blipFill>
        <p:spPr>
          <a:xfrm>
            <a:off x="-1" y="4972051"/>
            <a:ext cx="9143772" cy="17144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134" name="Google Shape;134;p34"/>
          <p:cNvPicPr preferRelativeResize="0"/>
          <p:nvPr/>
        </p:nvPicPr>
        <p:blipFill rotWithShape="1">
          <a:blip r:embed="rId4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35" name="Google Shape;135;p34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8_Title and Content">
  <p:cSld name="18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7" name="Google Shape;137;p35"/>
          <p:cNvPicPr preferRelativeResize="0"/>
          <p:nvPr/>
        </p:nvPicPr>
        <p:blipFill rotWithShape="1">
          <a:blip r:embed="rId3">
            <a:alphaModFix/>
          </a:blip>
          <a:srcRect b="768" l="0" r="0" t="768"/>
          <a:stretch/>
        </p:blipFill>
        <p:spPr>
          <a:xfrm>
            <a:off x="-1" y="4972051"/>
            <a:ext cx="9143772" cy="17144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138" name="Google Shape;138;p35"/>
          <p:cNvPicPr preferRelativeResize="0"/>
          <p:nvPr/>
        </p:nvPicPr>
        <p:blipFill rotWithShape="1">
          <a:blip r:embed="rId4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39" name="Google Shape;139;p35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40" name="Google Shape;140;p35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4_Title and Content 1">
  <p:cSld name="14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36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43" name="Google Shape;143;p36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0_Title and Content 1">
  <p:cSld name="20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37"/>
          <p:cNvSpPr txBox="1"/>
          <p:nvPr>
            <p:ph idx="1" type="body"/>
          </p:nvPr>
        </p:nvSpPr>
        <p:spPr>
          <a:xfrm>
            <a:off x="628634" y="1369219"/>
            <a:ext cx="36033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46" name="Google Shape;146;p37"/>
          <p:cNvSpPr txBox="1"/>
          <p:nvPr>
            <p:ph idx="2" type="body"/>
          </p:nvPr>
        </p:nvSpPr>
        <p:spPr>
          <a:xfrm>
            <a:off x="4877144" y="1369219"/>
            <a:ext cx="36033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47" name="Google Shape;147;p37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6_Title and Content 1">
  <p:cSld name="16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48" name="Shape 1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9" name="Google Shape;149;p38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50" name="Google Shape;150;p38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3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Slide">
  <p:cSld name="2_Title Slide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51" name="Shape 1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2" name="Google Shape;152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29873" y="4670683"/>
            <a:ext cx="2796281" cy="15785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153" name="Google Shape;153;p39"/>
          <p:cNvPicPr preferRelativeResize="0"/>
          <p:nvPr/>
        </p:nvPicPr>
        <p:blipFill rotWithShape="1">
          <a:blip r:embed="rId4">
            <a:alphaModFix/>
          </a:blip>
          <a:srcRect b="16097" l="58824" r="15207" t="69117"/>
          <a:stretch/>
        </p:blipFill>
        <p:spPr>
          <a:xfrm>
            <a:off x="317627" y="4666767"/>
            <a:ext cx="585599" cy="161773"/>
          </a:xfrm>
          <a:prstGeom prst="rect">
            <a:avLst/>
          </a:prstGeom>
          <a:noFill/>
          <a:ln>
            <a:noFill/>
          </a:ln>
        </p:spPr>
      </p:pic>
      <p:sp>
        <p:nvSpPr>
          <p:cNvPr id="154" name="Google Shape;154;p39"/>
          <p:cNvSpPr txBox="1"/>
          <p:nvPr>
            <p:ph type="title"/>
          </p:nvPr>
        </p:nvSpPr>
        <p:spPr>
          <a:xfrm>
            <a:off x="628634" y="986884"/>
            <a:ext cx="7886400" cy="3169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300"/>
              <a:buFont typeface="Arial"/>
              <a:buNone/>
              <a:defRPr b="1" i="0" sz="3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3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Title and Content">
  <p:cSld name="1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156" name="Google Shape;156;p40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57" name="Google Shape;157;p40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58" name="Google Shape;158;p40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3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7_Title and Content">
  <p:cSld name="7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59" name="Shape 1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160" name="Google Shape;160;p41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61" name="Google Shape;161;p41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62" name="Google Shape;162;p41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4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_Title and Content">
  <p:cSld name="2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164" name="Google Shape;164;p42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65" name="Google Shape;165;p42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66" name="Google Shape;166;p42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4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8_Title and Content">
  <p:cSld name="8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168" name="Google Shape;168;p43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69" name="Google Shape;169;p43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70" name="Google Shape;170;p43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4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8_Title Only">
  <p:cSld name="8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71" name="Shape 1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172" name="Google Shape;172;p44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73" name="Google Shape;173;p44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4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 2 1">
  <p:cSld name="Title Slide_2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74" name="Shape 174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4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_ Blank">
  <p:cSld name="2_Custom Layout_2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4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roject Card" showMasterSp="0">
  <p:cSld name="9_Title Slide_1">
    <p:bg>
      <p:bgPr>
        <a:solidFill>
          <a:schemeClr val="lt1"/>
        </a:solidFill>
      </p:bgPr>
    </p:bg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7" name="Google Shape;177;p47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2611225" y="5976416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178" name="Google Shape;178;p47"/>
          <p:cNvSpPr/>
          <p:nvPr>
            <p:ph idx="2" type="pic"/>
          </p:nvPr>
        </p:nvSpPr>
        <p:spPr>
          <a:xfrm>
            <a:off x="1141256" y="2728538"/>
            <a:ext cx="1584300" cy="1584300"/>
          </a:xfrm>
          <a:prstGeom prst="rect">
            <a:avLst/>
          </a:prstGeom>
          <a:noFill/>
          <a:ln>
            <a:noFill/>
          </a:ln>
        </p:spPr>
      </p:sp>
      <p:sp>
        <p:nvSpPr>
          <p:cNvPr id="179" name="Google Shape;179;p47"/>
          <p:cNvSpPr txBox="1"/>
          <p:nvPr>
            <p:ph idx="1" type="subTitle"/>
          </p:nvPr>
        </p:nvSpPr>
        <p:spPr>
          <a:xfrm>
            <a:off x="49781" y="4381181"/>
            <a:ext cx="37671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rtl="0" algn="ctr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1200"/>
              <a:buFont typeface="Calibri"/>
              <a:buNone/>
              <a:defRPr sz="1200">
                <a:latin typeface="Calibri"/>
                <a:ea typeface="Calibri"/>
                <a:cs typeface="Calibri"/>
                <a:sym typeface="Calibri"/>
              </a:defRPr>
            </a:lvl1pPr>
            <a:lvl2pPr lvl="1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2pPr>
            <a:lvl3pPr lvl="2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600"/>
              <a:buNone/>
              <a:defRPr sz="600"/>
            </a:lvl3pPr>
            <a:lvl4pPr lvl="3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4pPr>
            <a:lvl5pPr lvl="4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5pPr>
            <a:lvl6pPr lvl="5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6pPr>
            <a:lvl7pPr lvl="6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7pPr>
            <a:lvl8pPr lvl="7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8pPr>
            <a:lvl9pPr lvl="8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9pPr>
          </a:lstStyle>
          <a:p/>
        </p:txBody>
      </p:sp>
      <p:sp>
        <p:nvSpPr>
          <p:cNvPr id="180" name="Google Shape;180;p47"/>
          <p:cNvSpPr txBox="1"/>
          <p:nvPr>
            <p:ph idx="3" type="body"/>
          </p:nvPr>
        </p:nvSpPr>
        <p:spPr>
          <a:xfrm>
            <a:off x="4113338" y="2468569"/>
            <a:ext cx="4829400" cy="24510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361950" lvl="0" marL="457200" marR="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4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" type="title">
  <p:cSld name="TITLE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81" name="Shape 1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2" name="Google Shape;182;p48"/>
          <p:cNvSpPr txBox="1"/>
          <p:nvPr>
            <p:ph type="ctrTitle"/>
          </p:nvPr>
        </p:nvSpPr>
        <p:spPr>
          <a:xfrm>
            <a:off x="628650" y="727472"/>
            <a:ext cx="4400700" cy="1790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>
            <a:lvl1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 b="1" i="0" sz="2400" u="none" cap="none" strike="noStrike">
                <a:solidFill>
                  <a:schemeClr val="lt1"/>
                </a:solidFill>
              </a:defRPr>
            </a:lvl1pPr>
            <a:lvl2pPr indent="0" lvl="1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2pPr>
            <a:lvl3pPr indent="0" lvl="2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3pPr>
            <a:lvl4pPr indent="0" lvl="3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4pPr>
            <a:lvl5pPr indent="0" lvl="4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5pPr>
            <a:lvl6pPr indent="0" lvl="5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6pPr>
            <a:lvl7pPr indent="0" lvl="6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7pPr>
            <a:lvl8pPr indent="0" lvl="7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8pPr>
            <a:lvl9pPr indent="0" lvl="8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83" name="Google Shape;183;p48"/>
          <p:cNvSpPr txBox="1"/>
          <p:nvPr>
            <p:ph idx="1" type="subTitle"/>
          </p:nvPr>
        </p:nvSpPr>
        <p:spPr>
          <a:xfrm>
            <a:off x="628650" y="2587228"/>
            <a:ext cx="4400700" cy="628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>
            <a:lvl1pPr indent="0" lvl="0" marL="0" marR="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168FDF"/>
              </a:buClr>
              <a:buSzPts val="1100"/>
              <a:buNone/>
              <a:defRPr i="0" sz="1500" u="none" cap="none" strike="noStrike">
                <a:solidFill>
                  <a:schemeClr val="lt1"/>
                </a:solidFill>
              </a:defRPr>
            </a:lvl1pPr>
            <a:lvl2pPr indent="0" lvl="1" marL="342900" marR="0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100"/>
              <a:buNone/>
              <a:defRPr i="0" sz="1500" u="none" cap="none" strike="noStrike">
                <a:solidFill>
                  <a:srgbClr val="2F2F2F"/>
                </a:solidFill>
              </a:defRPr>
            </a:lvl2pPr>
            <a:lvl3pPr indent="0" lvl="2" marL="685800" marR="0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100"/>
              <a:buNone/>
              <a:defRPr i="0" sz="1400" u="none" cap="none" strike="noStrike">
                <a:solidFill>
                  <a:srgbClr val="2F2F2F"/>
                </a:solidFill>
              </a:defRPr>
            </a:lvl3pPr>
            <a:lvl4pPr indent="0" lvl="3" marL="1028700" marR="0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100"/>
              <a:buNone/>
              <a:defRPr i="0" sz="1200" u="none" cap="none" strike="noStrike">
                <a:solidFill>
                  <a:srgbClr val="2F2F2F"/>
                </a:solidFill>
              </a:defRPr>
            </a:lvl4pPr>
            <a:lvl5pPr indent="0" lvl="4" marL="1371600" marR="0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100"/>
              <a:buNone/>
              <a:defRPr i="0" sz="1200" u="none" cap="none" strike="noStrike">
                <a:solidFill>
                  <a:srgbClr val="2F2F2F"/>
                </a:solidFill>
              </a:defRPr>
            </a:lvl5pPr>
            <a:lvl6pPr indent="0" lvl="5" marL="1714500" marR="0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 i="0" sz="1200" u="none" cap="none" strike="noStrike">
                <a:solidFill>
                  <a:schemeClr val="dk1"/>
                </a:solidFill>
              </a:defRPr>
            </a:lvl6pPr>
            <a:lvl7pPr indent="0" lvl="6" marL="2057400" marR="0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 i="0" sz="1200" u="none" cap="none" strike="noStrike">
                <a:solidFill>
                  <a:schemeClr val="dk1"/>
                </a:solidFill>
              </a:defRPr>
            </a:lvl7pPr>
            <a:lvl8pPr indent="0" lvl="7" marL="2400300" marR="0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 i="0" sz="1200" u="none" cap="none" strike="noStrike">
                <a:solidFill>
                  <a:schemeClr val="dk1"/>
                </a:solidFill>
              </a:defRPr>
            </a:lvl8pPr>
            <a:lvl9pPr indent="0" lvl="8" marL="2743200" marR="0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 i="0" sz="1200" u="none" cap="none" strike="noStrike">
                <a:solidFill>
                  <a:schemeClr val="dk1"/>
                </a:solidFill>
              </a:defRPr>
            </a:lvl9pPr>
          </a:lstStyle>
          <a:p/>
        </p:txBody>
      </p:sp>
      <p:pic>
        <p:nvPicPr>
          <p:cNvPr id="184" name="Google Shape;184;p48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628652" y="4141100"/>
            <a:ext cx="1305600" cy="430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4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ransition Dark">
  <p:cSld name="Transition Light_1">
    <p:bg>
      <p:bgPr>
        <a:solidFill>
          <a:schemeClr val="dk2"/>
        </a:solidFill>
      </p:bgPr>
    </p:bg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49"/>
          <p:cNvSpPr txBox="1"/>
          <p:nvPr>
            <p:ph type="title"/>
          </p:nvPr>
        </p:nvSpPr>
        <p:spPr>
          <a:xfrm>
            <a:off x="457200" y="1835944"/>
            <a:ext cx="82296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>
            <a:lvl1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None/>
              <a:defRPr i="0" sz="3200" u="none" cap="none" strike="noStrike">
                <a:solidFill>
                  <a:srgbClr val="FFFFFF"/>
                </a:solidFill>
              </a:defRPr>
            </a:lvl1pPr>
            <a:lvl2pPr indent="0" lvl="1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87" name="Google Shape;187;p49"/>
          <p:cNvSpPr txBox="1"/>
          <p:nvPr>
            <p:ph idx="12" type="sldNum"/>
          </p:nvPr>
        </p:nvSpPr>
        <p:spPr>
          <a:xfrm>
            <a:off x="8868254" y="4937760"/>
            <a:ext cx="2757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1pPr>
            <a:lvl2pPr indent="0" lvl="1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2pPr>
            <a:lvl3pPr indent="0" lvl="2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3pPr>
            <a:lvl4pPr indent="0" lvl="3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4pPr>
            <a:lvl5pPr indent="0" lvl="4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5pPr>
            <a:lvl6pPr indent="0" lvl="5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6pPr>
            <a:lvl7pPr indent="0" lvl="6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7pPr>
            <a:lvl8pPr indent="0" lvl="7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8pPr>
            <a:lvl9pPr indent="0" lvl="8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cxnSp>
        <p:nvCxnSpPr>
          <p:cNvPr id="188" name="Google Shape;188;p49"/>
          <p:cNvCxnSpPr/>
          <p:nvPr/>
        </p:nvCxnSpPr>
        <p:spPr>
          <a:xfrm>
            <a:off x="158225" y="179819"/>
            <a:ext cx="0" cy="4766400"/>
          </a:xfrm>
          <a:prstGeom prst="straightConnector1">
            <a:avLst/>
          </a:prstGeom>
          <a:noFill/>
          <a:ln cap="flat" cmpd="sng" w="7150">
            <a:solidFill>
              <a:srgbClr val="168FDF"/>
            </a:solidFill>
            <a:prstDash val="solid"/>
            <a:miter lim="8000"/>
            <a:headEnd len="sm" w="sm" type="none"/>
            <a:tailEnd len="sm" w="sm" type="none"/>
          </a:ln>
        </p:spPr>
      </p:cxnSp>
      <p:pic>
        <p:nvPicPr>
          <p:cNvPr id="189" name="Google Shape;189;p49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7806775" y="339585"/>
            <a:ext cx="1152550" cy="3797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4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>
  <p:cSld name="Blank_1">
    <p:spTree>
      <p:nvGrpSpPr>
        <p:cNvPr id="190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p50"/>
          <p:cNvSpPr txBox="1"/>
          <p:nvPr>
            <p:ph idx="12" type="sldNum"/>
          </p:nvPr>
        </p:nvSpPr>
        <p:spPr>
          <a:xfrm>
            <a:off x="8868254" y="4937760"/>
            <a:ext cx="2757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1pPr>
            <a:lvl2pPr indent="0" lvl="1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2pPr>
            <a:lvl3pPr indent="0" lvl="2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3pPr>
            <a:lvl4pPr indent="0" lvl="3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4pPr>
            <a:lvl5pPr indent="0" lvl="4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5pPr>
            <a:lvl6pPr indent="0" lvl="5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6pPr>
            <a:lvl7pPr indent="0" lvl="6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7pPr>
            <a:lvl8pPr indent="0" lvl="7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8pPr>
            <a:lvl9pPr indent="0" lvl="8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Slide - Green">
  <p:cSld name="TITLE_1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92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5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lumn">
  <p:cSld name="Text Half Width_2">
    <p:spTree>
      <p:nvGrpSpPr>
        <p:cNvPr id="193" name="Shape 1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4" name="Google Shape;194;p52"/>
          <p:cNvSpPr txBox="1"/>
          <p:nvPr>
            <p:ph type="title"/>
          </p:nvPr>
        </p:nvSpPr>
        <p:spPr>
          <a:xfrm>
            <a:off x="233750" y="179822"/>
            <a:ext cx="7486800" cy="699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>
            <a:lvl1pPr indent="0" lvl="0" mar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None/>
              <a:defRPr i="0" sz="1100" u="none" cap="none" strike="noStrike">
                <a:solidFill>
                  <a:srgbClr val="168FDF"/>
                </a:solidFill>
              </a:defRPr>
            </a:lvl1pPr>
            <a:lvl2pPr indent="0" lvl="1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95" name="Google Shape;195;p52"/>
          <p:cNvSpPr txBox="1"/>
          <p:nvPr>
            <p:ph idx="1" type="body"/>
          </p:nvPr>
        </p:nvSpPr>
        <p:spPr>
          <a:xfrm>
            <a:off x="233750" y="879125"/>
            <a:ext cx="4283100" cy="3980700"/>
          </a:xfrm>
          <a:prstGeom prst="rect">
            <a:avLst/>
          </a:prstGeom>
          <a:noFill/>
          <a:ln>
            <a:noFill/>
          </a:ln>
        </p:spPr>
        <p:txBody>
          <a:bodyPr anchorCtr="0" anchor="t" bIns="68575" lIns="68575" spcFirstLastPara="1" rIns="68575" wrap="square" tIns="68575">
            <a:noAutofit/>
          </a:bodyPr>
          <a:lstStyle>
            <a:lvl1pPr indent="-342900" lvl="0" marL="457200" marR="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168FDF"/>
              </a:buClr>
              <a:buSzPts val="1800"/>
              <a:buFont typeface="Arial"/>
              <a:buChar char="●"/>
              <a:defRPr i="0" sz="18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36550" lvl="1" marL="914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700"/>
              <a:buFont typeface="Arial"/>
              <a:buChar char="○"/>
              <a:defRPr i="0" sz="17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30200" lvl="2" marL="1371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600"/>
              <a:buFont typeface="Arial"/>
              <a:buChar char="■"/>
              <a:defRPr i="0" sz="16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23850" lvl="3" marL="1828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500"/>
              <a:buFont typeface="Arial"/>
              <a:buChar char="●"/>
              <a:defRPr i="0" sz="15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298450" lvl="4" marL="22860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Char char="○"/>
              <a:defRPr i="0" sz="11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■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●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○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■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96" name="Google Shape;196;p52"/>
          <p:cNvSpPr txBox="1"/>
          <p:nvPr>
            <p:ph idx="12" type="sldNum"/>
          </p:nvPr>
        </p:nvSpPr>
        <p:spPr>
          <a:xfrm>
            <a:off x="8868254" y="4937760"/>
            <a:ext cx="2757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0" lvl="1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0" lvl="2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0" lvl="3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0" lvl="4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0" lvl="5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indent="0" lvl="6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indent="0" lvl="7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indent="0" lvl="8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cxnSp>
        <p:nvCxnSpPr>
          <p:cNvPr id="197" name="Google Shape;197;p52"/>
          <p:cNvCxnSpPr/>
          <p:nvPr/>
        </p:nvCxnSpPr>
        <p:spPr>
          <a:xfrm>
            <a:off x="158225" y="179819"/>
            <a:ext cx="0" cy="4766400"/>
          </a:xfrm>
          <a:prstGeom prst="straightConnector1">
            <a:avLst/>
          </a:prstGeom>
          <a:noFill/>
          <a:ln cap="flat" cmpd="sng" w="7150">
            <a:solidFill>
              <a:srgbClr val="168FDF"/>
            </a:solidFill>
            <a:prstDash val="solid"/>
            <a:miter lim="8000"/>
            <a:headEnd len="sm" w="sm" type="none"/>
            <a:tailEnd len="sm" w="sm" type="none"/>
          </a:ln>
        </p:spPr>
      </p:cxnSp>
      <p:sp>
        <p:nvSpPr>
          <p:cNvPr id="198" name="Google Shape;198;p52"/>
          <p:cNvSpPr txBox="1"/>
          <p:nvPr>
            <p:ph idx="2" type="body"/>
          </p:nvPr>
        </p:nvSpPr>
        <p:spPr>
          <a:xfrm>
            <a:off x="4676251" y="879125"/>
            <a:ext cx="4283100" cy="3980700"/>
          </a:xfrm>
          <a:prstGeom prst="rect">
            <a:avLst/>
          </a:prstGeom>
          <a:noFill/>
          <a:ln>
            <a:noFill/>
          </a:ln>
        </p:spPr>
        <p:txBody>
          <a:bodyPr anchorCtr="0" anchor="t" bIns="68575" lIns="68575" spcFirstLastPara="1" rIns="68575" wrap="square" tIns="68575">
            <a:noAutofit/>
          </a:bodyPr>
          <a:lstStyle>
            <a:lvl1pPr indent="-342900" lvl="0" marL="457200" marR="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168FDF"/>
              </a:buClr>
              <a:buSzPts val="1800"/>
              <a:buFont typeface="Arial"/>
              <a:buChar char="●"/>
              <a:defRPr i="0" sz="18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36550" lvl="1" marL="914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700"/>
              <a:buFont typeface="Arial"/>
              <a:buChar char="○"/>
              <a:defRPr i="0" sz="17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30200" lvl="2" marL="1371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600"/>
              <a:buFont typeface="Arial"/>
              <a:buChar char="■"/>
              <a:defRPr i="0" sz="16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23850" lvl="3" marL="1828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500"/>
              <a:buFont typeface="Arial"/>
              <a:buChar char="●"/>
              <a:defRPr i="0" sz="15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298450" lvl="4" marL="22860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Char char="○"/>
              <a:defRPr i="0" sz="11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■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●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○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■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pic>
        <p:nvPicPr>
          <p:cNvPr id="199" name="Google Shape;199;p52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7806775" y="339585"/>
            <a:ext cx="1152550" cy="3797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5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>
  <p:cSld name="Title Slide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2" name="Google Shape;202;p5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559422" y="1497122"/>
            <a:ext cx="4025156" cy="2149256"/>
          </a:xfrm>
          <a:prstGeom prst="rect">
            <a:avLst/>
          </a:prstGeom>
          <a:noFill/>
          <a:ln>
            <a:noFill/>
          </a:ln>
        </p:spPr>
      </p:pic>
      <p:pic>
        <p:nvPicPr>
          <p:cNvPr id="203" name="Google Shape;203;p5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029873" y="4670683"/>
            <a:ext cx="2796281" cy="15785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204" name="Google Shape;204;p54"/>
          <p:cNvPicPr preferRelativeResize="0"/>
          <p:nvPr/>
        </p:nvPicPr>
        <p:blipFill rotWithShape="1">
          <a:blip r:embed="rId5">
            <a:alphaModFix/>
          </a:blip>
          <a:srcRect b="16097" l="58824" r="15207" t="69117"/>
          <a:stretch/>
        </p:blipFill>
        <p:spPr>
          <a:xfrm>
            <a:off x="317627" y="4666767"/>
            <a:ext cx="585599" cy="1617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5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 1">
  <p:cSld name="Title Slide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05" name="Shape 2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6" name="Google Shape;206;p5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29873" y="4670683"/>
            <a:ext cx="2796281" cy="15785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207" name="Google Shape;207;p55"/>
          <p:cNvPicPr preferRelativeResize="0"/>
          <p:nvPr/>
        </p:nvPicPr>
        <p:blipFill rotWithShape="1">
          <a:blip r:embed="rId4">
            <a:alphaModFix/>
          </a:blip>
          <a:srcRect b="16097" l="58822" r="15209" t="69117"/>
          <a:stretch/>
        </p:blipFill>
        <p:spPr>
          <a:xfrm>
            <a:off x="317627" y="4666767"/>
            <a:ext cx="585599" cy="161773"/>
          </a:xfrm>
          <a:prstGeom prst="rect">
            <a:avLst/>
          </a:prstGeom>
          <a:noFill/>
          <a:ln>
            <a:noFill/>
          </a:ln>
        </p:spPr>
      </p:pic>
      <p:pic>
        <p:nvPicPr>
          <p:cNvPr id="208" name="Google Shape;208;p55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546842" y="1674386"/>
            <a:ext cx="3361163" cy="1794731"/>
          </a:xfrm>
          <a:prstGeom prst="rect">
            <a:avLst/>
          </a:prstGeom>
          <a:noFill/>
          <a:ln>
            <a:noFill/>
          </a:ln>
        </p:spPr>
      </p:pic>
      <p:sp>
        <p:nvSpPr>
          <p:cNvPr id="209" name="Google Shape;209;p55"/>
          <p:cNvSpPr txBox="1"/>
          <p:nvPr>
            <p:ph type="title"/>
          </p:nvPr>
        </p:nvSpPr>
        <p:spPr>
          <a:xfrm>
            <a:off x="4352550" y="525788"/>
            <a:ext cx="4535400" cy="2137500"/>
          </a:xfrm>
          <a:prstGeom prst="rect">
            <a:avLst/>
          </a:prstGeom>
          <a:noFill/>
          <a:ln>
            <a:noFill/>
          </a:ln>
        </p:spPr>
        <p:txBody>
          <a:bodyPr anchorCtr="0" anchor="b" bIns="68575" lIns="68575" spcFirstLastPara="1" rIns="68575" wrap="square" tIns="6857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None/>
              <a:defRPr b="1" sz="3200"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210" name="Google Shape;210;p55"/>
          <p:cNvSpPr txBox="1"/>
          <p:nvPr>
            <p:ph idx="1" type="subTitle"/>
          </p:nvPr>
        </p:nvSpPr>
        <p:spPr>
          <a:xfrm>
            <a:off x="4352550" y="2852944"/>
            <a:ext cx="4535400" cy="695100"/>
          </a:xfrm>
          <a:prstGeom prst="rect">
            <a:avLst/>
          </a:prstGeom>
          <a:noFill/>
          <a:ln>
            <a:noFill/>
          </a:ln>
        </p:spPr>
        <p:txBody>
          <a:bodyPr anchorCtr="0" anchor="t" bIns="68575" lIns="68575" spcFirstLastPara="1" rIns="68575" wrap="square" tIns="6857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5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4_Title and Content 2">
  <p:cSld name="14_Title and Content_2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11" name="Shape 2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2" name="Google Shape;212;p56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descr="A black and white text&#10;&#10;Description automatically generated" id="213" name="Google Shape;213;p56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214" name="Google Shape;214;p56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pic>
        <p:nvPicPr>
          <p:cNvPr id="215" name="Google Shape;215;p56"/>
          <p:cNvPicPr preferRelativeResize="0"/>
          <p:nvPr/>
        </p:nvPicPr>
        <p:blipFill rotWithShape="1">
          <a:blip r:embed="rId4">
            <a:alphaModFix/>
          </a:blip>
          <a:srcRect b="768" l="0" r="0" t="768"/>
          <a:stretch/>
        </p:blipFill>
        <p:spPr>
          <a:xfrm>
            <a:off x="-1" y="4972051"/>
            <a:ext cx="9143772" cy="17144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5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6_Title and Content">
  <p:cSld name="16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57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id="218" name="Google Shape;218;p5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31" y="4972050"/>
            <a:ext cx="9141715" cy="17145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219" name="Google Shape;219;p57"/>
          <p:cNvPicPr preferRelativeResize="0"/>
          <p:nvPr/>
        </p:nvPicPr>
        <p:blipFill rotWithShape="1">
          <a:blip r:embed="rId4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220" name="Google Shape;220;p57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5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2_Title and Content 2">
  <p:cSld name="12_Title and Content_2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58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id="223" name="Google Shape;223;p58"/>
          <p:cNvPicPr preferRelativeResize="0"/>
          <p:nvPr/>
        </p:nvPicPr>
        <p:blipFill rotWithShape="1">
          <a:blip r:embed="rId3">
            <a:alphaModFix/>
          </a:blip>
          <a:srcRect b="768" l="0" r="0" t="768"/>
          <a:stretch/>
        </p:blipFill>
        <p:spPr>
          <a:xfrm>
            <a:off x="-1" y="4972051"/>
            <a:ext cx="9143772" cy="17144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224" name="Google Shape;224;p58"/>
          <p:cNvPicPr preferRelativeResize="0"/>
          <p:nvPr/>
        </p:nvPicPr>
        <p:blipFill rotWithShape="1">
          <a:blip r:embed="rId4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225" name="Google Shape;225;p58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5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8_Title and Content">
  <p:cSld name="18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26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p59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id="228" name="Google Shape;228;p59"/>
          <p:cNvPicPr preferRelativeResize="0"/>
          <p:nvPr/>
        </p:nvPicPr>
        <p:blipFill rotWithShape="1">
          <a:blip r:embed="rId3">
            <a:alphaModFix/>
          </a:blip>
          <a:srcRect b="768" l="0" r="0" t="768"/>
          <a:stretch/>
        </p:blipFill>
        <p:spPr>
          <a:xfrm>
            <a:off x="-1" y="4972051"/>
            <a:ext cx="9143772" cy="17144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229" name="Google Shape;229;p59"/>
          <p:cNvPicPr preferRelativeResize="0"/>
          <p:nvPr/>
        </p:nvPicPr>
        <p:blipFill rotWithShape="1">
          <a:blip r:embed="rId4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230" name="Google Shape;230;p59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5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4_Title and Content 1">
  <p:cSld name="14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60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id="233" name="Google Shape;233;p6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235356" y="4200525"/>
            <a:ext cx="822695" cy="857251"/>
          </a:xfrm>
          <a:prstGeom prst="rect">
            <a:avLst/>
          </a:prstGeom>
          <a:noFill/>
          <a:ln>
            <a:noFill/>
          </a:ln>
        </p:spPr>
      </p:pic>
      <p:sp>
        <p:nvSpPr>
          <p:cNvPr id="234" name="Google Shape;234;p60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5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0_Title and Content 1">
  <p:cSld name="20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61"/>
          <p:cNvSpPr txBox="1"/>
          <p:nvPr>
            <p:ph idx="1" type="body"/>
          </p:nvPr>
        </p:nvSpPr>
        <p:spPr>
          <a:xfrm>
            <a:off x="628634" y="1369219"/>
            <a:ext cx="36033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237" name="Google Shape;237;p61"/>
          <p:cNvSpPr txBox="1"/>
          <p:nvPr>
            <p:ph idx="2" type="body"/>
          </p:nvPr>
        </p:nvSpPr>
        <p:spPr>
          <a:xfrm>
            <a:off x="4877144" y="1369219"/>
            <a:ext cx="36033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id="238" name="Google Shape;238;p6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235356" y="4200525"/>
            <a:ext cx="822695" cy="857251"/>
          </a:xfrm>
          <a:prstGeom prst="rect">
            <a:avLst/>
          </a:prstGeom>
          <a:noFill/>
          <a:ln>
            <a:noFill/>
          </a:ln>
        </p:spPr>
      </p:pic>
      <p:sp>
        <p:nvSpPr>
          <p:cNvPr id="239" name="Google Shape;239;p61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5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6_Title and Content 1">
  <p:cSld name="16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40" name="Shape 2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1" name="Google Shape;241;p62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id="242" name="Google Shape;242;p6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235356" y="4200525"/>
            <a:ext cx="822695" cy="857251"/>
          </a:xfrm>
          <a:prstGeom prst="rect">
            <a:avLst/>
          </a:prstGeom>
          <a:noFill/>
          <a:ln>
            <a:noFill/>
          </a:ln>
        </p:spPr>
      </p:pic>
      <p:sp>
        <p:nvSpPr>
          <p:cNvPr id="243" name="Google Shape;243;p62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6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Slide">
  <p:cSld name="2_Title Slide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45" name="Google Shape;245;p6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29873" y="4670683"/>
            <a:ext cx="2796281" cy="15785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246" name="Google Shape;246;p63"/>
          <p:cNvPicPr preferRelativeResize="0"/>
          <p:nvPr/>
        </p:nvPicPr>
        <p:blipFill rotWithShape="1">
          <a:blip r:embed="rId4">
            <a:alphaModFix/>
          </a:blip>
          <a:srcRect b="16097" l="58824" r="15207" t="69117"/>
          <a:stretch/>
        </p:blipFill>
        <p:spPr>
          <a:xfrm>
            <a:off x="317627" y="4666767"/>
            <a:ext cx="585599" cy="161773"/>
          </a:xfrm>
          <a:prstGeom prst="rect">
            <a:avLst/>
          </a:prstGeom>
          <a:noFill/>
          <a:ln>
            <a:noFill/>
          </a:ln>
        </p:spPr>
      </p:pic>
      <p:sp>
        <p:nvSpPr>
          <p:cNvPr id="247" name="Google Shape;247;p63"/>
          <p:cNvSpPr txBox="1"/>
          <p:nvPr>
            <p:ph type="title"/>
          </p:nvPr>
        </p:nvSpPr>
        <p:spPr>
          <a:xfrm>
            <a:off x="628634" y="986884"/>
            <a:ext cx="7886400" cy="3169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300"/>
              <a:buFont typeface="Arial"/>
              <a:buNone/>
              <a:defRPr b="1" i="0" sz="3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6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Slide 1">
  <p:cSld name="2_Title Slide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48" name="Shape 2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49" name="Google Shape;249;p6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29873" y="4670683"/>
            <a:ext cx="2796281" cy="157855"/>
          </a:xfrm>
          <a:prstGeom prst="rect">
            <a:avLst/>
          </a:prstGeom>
          <a:noFill/>
          <a:ln>
            <a:noFill/>
          </a:ln>
        </p:spPr>
      </p:pic>
      <p:sp>
        <p:nvSpPr>
          <p:cNvPr id="250" name="Google Shape;250;p64"/>
          <p:cNvSpPr txBox="1"/>
          <p:nvPr>
            <p:ph type="title"/>
          </p:nvPr>
        </p:nvSpPr>
        <p:spPr>
          <a:xfrm>
            <a:off x="628634" y="986884"/>
            <a:ext cx="7886400" cy="3169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300"/>
              <a:buFont typeface="Arial"/>
              <a:buNone/>
              <a:defRPr b="1" i="0" sz="3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6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Title and Content">
  <p:cSld name="1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65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descr="A black and white text&#10;&#10;Description automatically generated" id="253" name="Google Shape;253;p65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254" name="Google Shape;254;p65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6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7_Title and Content">
  <p:cSld name="7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55" name="Shape 2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6" name="Google Shape;256;p66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descr="A black and white text&#10;&#10;Description automatically generated" id="257" name="Google Shape;257;p66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258" name="Google Shape;258;p66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6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_Title and Content">
  <p:cSld name="2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67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descr="A black and white text&#10;&#10;Description automatically generated" id="261" name="Google Shape;261;p67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262" name="Google Shape;262;p67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6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8_Title and Content">
  <p:cSld name="8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68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descr="A black and white text&#10;&#10;Description automatically generated" id="265" name="Google Shape;265;p68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266" name="Google Shape;266;p68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6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8_Title Only">
  <p:cSld name="8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67" name="Shape 2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268" name="Google Shape;268;p69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269" name="Google Shape;269;p69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6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8_Title and Content 1">
  <p:cSld name="18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70"/>
          <p:cNvSpPr txBox="1"/>
          <p:nvPr>
            <p:ph idx="1" type="body"/>
          </p:nvPr>
        </p:nvSpPr>
        <p:spPr>
          <a:xfrm>
            <a:off x="628650" y="1369219"/>
            <a:ext cx="78867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descr="A black and white text&#10;&#10;Description automatically generated" id="272" name="Google Shape;272;p7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460166" y="143882"/>
            <a:ext cx="1421746" cy="689820"/>
          </a:xfrm>
          <a:prstGeom prst="rect">
            <a:avLst/>
          </a:prstGeom>
          <a:noFill/>
          <a:ln>
            <a:noFill/>
          </a:ln>
        </p:spPr>
      </p:pic>
      <p:sp>
        <p:nvSpPr>
          <p:cNvPr id="273" name="Google Shape;273;p70"/>
          <p:cNvSpPr txBox="1"/>
          <p:nvPr>
            <p:ph type="title"/>
          </p:nvPr>
        </p:nvSpPr>
        <p:spPr>
          <a:xfrm>
            <a:off x="628650" y="273844"/>
            <a:ext cx="78867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6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 2 1">
  <p:cSld name="Title Slide_2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74" name="Shape 274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6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_ Blank">
  <p:cSld name="2_Custom Layout_2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7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roject Card" showMasterSp="0">
  <p:cSld name="9_Title Slide_1">
    <p:bg>
      <p:bgPr>
        <a:solidFill>
          <a:schemeClr val="lt1"/>
        </a:solidFill>
      </p:bgPr>
    </p:bg>
    <p:spTree>
      <p:nvGrpSpPr>
        <p:cNvPr id="276" name="Shape 2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77" name="Google Shape;277;p73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2611225" y="5976416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278" name="Google Shape;278;p73"/>
          <p:cNvSpPr/>
          <p:nvPr>
            <p:ph idx="2" type="pic"/>
          </p:nvPr>
        </p:nvSpPr>
        <p:spPr>
          <a:xfrm>
            <a:off x="1141256" y="2728538"/>
            <a:ext cx="1584300" cy="1584300"/>
          </a:xfrm>
          <a:prstGeom prst="rect">
            <a:avLst/>
          </a:prstGeom>
          <a:noFill/>
          <a:ln>
            <a:noFill/>
          </a:ln>
        </p:spPr>
      </p:sp>
      <p:sp>
        <p:nvSpPr>
          <p:cNvPr id="279" name="Google Shape;279;p73"/>
          <p:cNvSpPr txBox="1"/>
          <p:nvPr>
            <p:ph idx="1" type="subTitle"/>
          </p:nvPr>
        </p:nvSpPr>
        <p:spPr>
          <a:xfrm>
            <a:off x="49781" y="4381181"/>
            <a:ext cx="37671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rtl="0" algn="ctr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1200"/>
              <a:buFont typeface="Calibri"/>
              <a:buNone/>
              <a:defRPr sz="1200">
                <a:latin typeface="Calibri"/>
                <a:ea typeface="Calibri"/>
                <a:cs typeface="Calibri"/>
                <a:sym typeface="Calibri"/>
              </a:defRPr>
            </a:lvl1pPr>
            <a:lvl2pPr lvl="1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2pPr>
            <a:lvl3pPr lvl="2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600"/>
              <a:buNone/>
              <a:defRPr sz="600"/>
            </a:lvl3pPr>
            <a:lvl4pPr lvl="3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4pPr>
            <a:lvl5pPr lvl="4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5pPr>
            <a:lvl6pPr lvl="5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6pPr>
            <a:lvl7pPr lvl="6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7pPr>
            <a:lvl8pPr lvl="7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8pPr>
            <a:lvl9pPr lvl="8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9pPr>
          </a:lstStyle>
          <a:p/>
        </p:txBody>
      </p:sp>
      <p:sp>
        <p:nvSpPr>
          <p:cNvPr id="280" name="Google Shape;280;p73"/>
          <p:cNvSpPr txBox="1"/>
          <p:nvPr>
            <p:ph idx="3" type="body"/>
          </p:nvPr>
        </p:nvSpPr>
        <p:spPr>
          <a:xfrm>
            <a:off x="4113338" y="2468569"/>
            <a:ext cx="4829400" cy="24510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361950" lvl="0" marL="457200" marR="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7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Title Slide 1">
  <p:cSld name="1_Title Slide_1">
    <p:bg>
      <p:bgPr>
        <a:solidFill>
          <a:srgbClr val="3CC1CD"/>
        </a:solidFill>
      </p:bgPr>
    </p:bg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82" name="Google Shape;282;p74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 rot="10800000">
            <a:off x="6594" y="1"/>
            <a:ext cx="9144000" cy="51435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 with Theme 1">
  <p:cSld name="Title and Content_2_1_1_1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83" name="Shape 2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284" name="Google Shape;284;p75"/>
          <p:cNvPicPr preferRelativeResize="0"/>
          <p:nvPr/>
        </p:nvPicPr>
        <p:blipFill rotWithShape="1">
          <a:blip r:embed="rId3">
            <a:alphaModFix/>
          </a:blip>
          <a:srcRect b="0" l="56900" r="0" t="0"/>
          <a:stretch/>
        </p:blipFill>
        <p:spPr>
          <a:xfrm>
            <a:off x="8389634" y="78623"/>
            <a:ext cx="612780" cy="689837"/>
          </a:xfrm>
          <a:prstGeom prst="rect">
            <a:avLst/>
          </a:prstGeom>
          <a:noFill/>
          <a:ln>
            <a:noFill/>
          </a:ln>
        </p:spPr>
      </p:pic>
      <p:sp>
        <p:nvSpPr>
          <p:cNvPr id="285" name="Google Shape;285;p75"/>
          <p:cNvSpPr txBox="1"/>
          <p:nvPr/>
        </p:nvSpPr>
        <p:spPr>
          <a:xfrm>
            <a:off x="111956" y="4855069"/>
            <a:ext cx="3456300" cy="170700"/>
          </a:xfrm>
          <a:prstGeom prst="rect">
            <a:avLst/>
          </a:prstGeom>
          <a:noFill/>
          <a:ln>
            <a:noFill/>
          </a:ln>
        </p:spPr>
        <p:txBody>
          <a:bodyPr anchorCtr="0" anchor="t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rPr>
              <a:t>Academy Software Foundation Governing Board CONFIDENTIAL</a:t>
            </a:r>
            <a:endParaRPr b="0" i="0" sz="800" u="none" cap="none" strike="noStrike">
              <a:solidFill>
                <a:schemeClr val="lt2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t/>
            </a:r>
            <a:endParaRPr b="0" i="0" sz="1100" u="none" cap="none" strike="noStrike">
              <a:solidFill>
                <a:schemeClr val="lt2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20" Type="http://schemas.openxmlformats.org/officeDocument/2006/relationships/slideLayout" Target="../slideLayouts/slideLayout20.xml"/><Relationship Id="rId22" Type="http://schemas.openxmlformats.org/officeDocument/2006/relationships/slideLayout" Target="../slideLayouts/slideLayout22.xml"/><Relationship Id="rId21" Type="http://schemas.openxmlformats.org/officeDocument/2006/relationships/slideLayout" Target="../slideLayouts/slideLayout21.xml"/><Relationship Id="rId24" Type="http://schemas.openxmlformats.org/officeDocument/2006/relationships/slideLayout" Target="../slideLayouts/slideLayout24.xml"/><Relationship Id="rId23" Type="http://schemas.openxmlformats.org/officeDocument/2006/relationships/slideLayout" Target="../slideLayouts/slideLayout23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26" Type="http://schemas.openxmlformats.org/officeDocument/2006/relationships/slideLayout" Target="../slideLayouts/slideLayout26.xml"/><Relationship Id="rId25" Type="http://schemas.openxmlformats.org/officeDocument/2006/relationships/slideLayout" Target="../slideLayouts/slideLayout25.xml"/><Relationship Id="rId28" Type="http://schemas.openxmlformats.org/officeDocument/2006/relationships/theme" Target="../theme/theme4.xml"/><Relationship Id="rId27" Type="http://schemas.openxmlformats.org/officeDocument/2006/relationships/slideLayout" Target="../slideLayouts/slideLayout27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slideLayout" Target="../slideLayouts/slideLayout13.xml"/><Relationship Id="rId12" Type="http://schemas.openxmlformats.org/officeDocument/2006/relationships/slideLayout" Target="../slideLayouts/slideLayout12.xml"/><Relationship Id="rId15" Type="http://schemas.openxmlformats.org/officeDocument/2006/relationships/slideLayout" Target="../slideLayouts/slideLayout15.xml"/><Relationship Id="rId14" Type="http://schemas.openxmlformats.org/officeDocument/2006/relationships/slideLayout" Target="../slideLayouts/slideLayout14.xml"/><Relationship Id="rId17" Type="http://schemas.openxmlformats.org/officeDocument/2006/relationships/slideLayout" Target="../slideLayouts/slideLayout17.xml"/><Relationship Id="rId16" Type="http://schemas.openxmlformats.org/officeDocument/2006/relationships/slideLayout" Target="../slideLayouts/slideLayout16.xml"/><Relationship Id="rId19" Type="http://schemas.openxmlformats.org/officeDocument/2006/relationships/slideLayout" Target="../slideLayouts/slideLayout19.xml"/><Relationship Id="rId18" Type="http://schemas.openxmlformats.org/officeDocument/2006/relationships/slideLayout" Target="../slideLayouts/slideLayout18.xml"/></Relationships>
</file>

<file path=ppt/slideMasters/_rels/slideMaster2.xml.rels><?xml version="1.0" encoding="UTF-8" standalone="yes"?><Relationships xmlns="http://schemas.openxmlformats.org/package/2006/relationships"><Relationship Id="rId20" Type="http://schemas.openxmlformats.org/officeDocument/2006/relationships/slideLayout" Target="../slideLayouts/slideLayout47.xml"/><Relationship Id="rId22" Type="http://schemas.openxmlformats.org/officeDocument/2006/relationships/slideLayout" Target="../slideLayouts/slideLayout49.xml"/><Relationship Id="rId21" Type="http://schemas.openxmlformats.org/officeDocument/2006/relationships/slideLayout" Target="../slideLayouts/slideLayout48.xml"/><Relationship Id="rId24" Type="http://schemas.openxmlformats.org/officeDocument/2006/relationships/theme" Target="../theme/theme1.xml"/><Relationship Id="rId23" Type="http://schemas.openxmlformats.org/officeDocument/2006/relationships/slideLayout" Target="../slideLayouts/slideLayout50.xml"/><Relationship Id="rId1" Type="http://schemas.openxmlformats.org/officeDocument/2006/relationships/slideLayout" Target="../slideLayouts/slideLayout28.xml"/><Relationship Id="rId2" Type="http://schemas.openxmlformats.org/officeDocument/2006/relationships/slideLayout" Target="../slideLayouts/slideLayout29.xml"/><Relationship Id="rId3" Type="http://schemas.openxmlformats.org/officeDocument/2006/relationships/slideLayout" Target="../slideLayouts/slideLayout30.xml"/><Relationship Id="rId4" Type="http://schemas.openxmlformats.org/officeDocument/2006/relationships/slideLayout" Target="../slideLayouts/slideLayout31.xml"/><Relationship Id="rId9" Type="http://schemas.openxmlformats.org/officeDocument/2006/relationships/slideLayout" Target="../slideLayouts/slideLayout36.xml"/><Relationship Id="rId5" Type="http://schemas.openxmlformats.org/officeDocument/2006/relationships/slideLayout" Target="../slideLayouts/slideLayout32.xml"/><Relationship Id="rId6" Type="http://schemas.openxmlformats.org/officeDocument/2006/relationships/slideLayout" Target="../slideLayouts/slideLayout33.xml"/><Relationship Id="rId7" Type="http://schemas.openxmlformats.org/officeDocument/2006/relationships/slideLayout" Target="../slideLayouts/slideLayout34.xml"/><Relationship Id="rId8" Type="http://schemas.openxmlformats.org/officeDocument/2006/relationships/slideLayout" Target="../slideLayouts/slideLayout35.xml"/><Relationship Id="rId11" Type="http://schemas.openxmlformats.org/officeDocument/2006/relationships/slideLayout" Target="../slideLayouts/slideLayout38.xml"/><Relationship Id="rId10" Type="http://schemas.openxmlformats.org/officeDocument/2006/relationships/slideLayout" Target="../slideLayouts/slideLayout37.xml"/><Relationship Id="rId13" Type="http://schemas.openxmlformats.org/officeDocument/2006/relationships/slideLayout" Target="../slideLayouts/slideLayout40.xml"/><Relationship Id="rId12" Type="http://schemas.openxmlformats.org/officeDocument/2006/relationships/slideLayout" Target="../slideLayouts/slideLayout39.xml"/><Relationship Id="rId15" Type="http://schemas.openxmlformats.org/officeDocument/2006/relationships/slideLayout" Target="../slideLayouts/slideLayout42.xml"/><Relationship Id="rId14" Type="http://schemas.openxmlformats.org/officeDocument/2006/relationships/slideLayout" Target="../slideLayouts/slideLayout41.xml"/><Relationship Id="rId17" Type="http://schemas.openxmlformats.org/officeDocument/2006/relationships/slideLayout" Target="../slideLayouts/slideLayout44.xml"/><Relationship Id="rId16" Type="http://schemas.openxmlformats.org/officeDocument/2006/relationships/slideLayout" Target="../slideLayouts/slideLayout43.xml"/><Relationship Id="rId19" Type="http://schemas.openxmlformats.org/officeDocument/2006/relationships/slideLayout" Target="../slideLayouts/slideLayout46.xml"/><Relationship Id="rId18" Type="http://schemas.openxmlformats.org/officeDocument/2006/relationships/slideLayout" Target="../slideLayouts/slideLayout45.xml"/></Relationships>
</file>

<file path=ppt/slideMasters/_rels/slideMaster3.xml.rels><?xml version="1.0" encoding="UTF-8" standalone="yes"?><Relationships xmlns="http://schemas.openxmlformats.org/package/2006/relationships"><Relationship Id="rId20" Type="http://schemas.openxmlformats.org/officeDocument/2006/relationships/slideLayout" Target="../slideLayouts/slideLayout70.xml"/><Relationship Id="rId22" Type="http://schemas.openxmlformats.org/officeDocument/2006/relationships/slideLayout" Target="../slideLayouts/slideLayout72.xml"/><Relationship Id="rId21" Type="http://schemas.openxmlformats.org/officeDocument/2006/relationships/slideLayout" Target="../slideLayouts/slideLayout71.xml"/><Relationship Id="rId23" Type="http://schemas.openxmlformats.org/officeDocument/2006/relationships/theme" Target="../theme/theme3.xml"/><Relationship Id="rId1" Type="http://schemas.openxmlformats.org/officeDocument/2006/relationships/slideLayout" Target="../slideLayouts/slideLayout51.xml"/><Relationship Id="rId2" Type="http://schemas.openxmlformats.org/officeDocument/2006/relationships/slideLayout" Target="../slideLayouts/slideLayout52.xml"/><Relationship Id="rId3" Type="http://schemas.openxmlformats.org/officeDocument/2006/relationships/slideLayout" Target="../slideLayouts/slideLayout53.xml"/><Relationship Id="rId4" Type="http://schemas.openxmlformats.org/officeDocument/2006/relationships/slideLayout" Target="../slideLayouts/slideLayout54.xml"/><Relationship Id="rId9" Type="http://schemas.openxmlformats.org/officeDocument/2006/relationships/slideLayout" Target="../slideLayouts/slideLayout59.xml"/><Relationship Id="rId5" Type="http://schemas.openxmlformats.org/officeDocument/2006/relationships/slideLayout" Target="../slideLayouts/slideLayout55.xml"/><Relationship Id="rId6" Type="http://schemas.openxmlformats.org/officeDocument/2006/relationships/slideLayout" Target="../slideLayouts/slideLayout56.xml"/><Relationship Id="rId7" Type="http://schemas.openxmlformats.org/officeDocument/2006/relationships/slideLayout" Target="../slideLayouts/slideLayout57.xml"/><Relationship Id="rId8" Type="http://schemas.openxmlformats.org/officeDocument/2006/relationships/slideLayout" Target="../slideLayouts/slideLayout58.xml"/><Relationship Id="rId11" Type="http://schemas.openxmlformats.org/officeDocument/2006/relationships/slideLayout" Target="../slideLayouts/slideLayout61.xml"/><Relationship Id="rId10" Type="http://schemas.openxmlformats.org/officeDocument/2006/relationships/slideLayout" Target="../slideLayouts/slideLayout60.xml"/><Relationship Id="rId13" Type="http://schemas.openxmlformats.org/officeDocument/2006/relationships/slideLayout" Target="../slideLayouts/slideLayout63.xml"/><Relationship Id="rId12" Type="http://schemas.openxmlformats.org/officeDocument/2006/relationships/slideLayout" Target="../slideLayouts/slideLayout62.xml"/><Relationship Id="rId15" Type="http://schemas.openxmlformats.org/officeDocument/2006/relationships/slideLayout" Target="../slideLayouts/slideLayout65.xml"/><Relationship Id="rId14" Type="http://schemas.openxmlformats.org/officeDocument/2006/relationships/slideLayout" Target="../slideLayouts/slideLayout64.xml"/><Relationship Id="rId17" Type="http://schemas.openxmlformats.org/officeDocument/2006/relationships/slideLayout" Target="../slideLayouts/slideLayout67.xml"/><Relationship Id="rId16" Type="http://schemas.openxmlformats.org/officeDocument/2006/relationships/slideLayout" Target="../slideLayouts/slideLayout66.xml"/><Relationship Id="rId19" Type="http://schemas.openxmlformats.org/officeDocument/2006/relationships/slideLayout" Target="../slideLayouts/slideLayout69.xml"/><Relationship Id="rId18" Type="http://schemas.openxmlformats.org/officeDocument/2006/relationships/slideLayout" Target="../slideLayouts/slideLayout6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0" r:id="rId13"/>
    <p:sldLayoutId id="2147483661" r:id="rId14"/>
    <p:sldLayoutId id="2147483662" r:id="rId15"/>
    <p:sldLayoutId id="2147483663" r:id="rId16"/>
    <p:sldLayoutId id="2147483664" r:id="rId17"/>
    <p:sldLayoutId id="2147483665" r:id="rId18"/>
    <p:sldLayoutId id="2147483666" r:id="rId19"/>
    <p:sldLayoutId id="2147483667" r:id="rId20"/>
    <p:sldLayoutId id="2147483668" r:id="rId21"/>
    <p:sldLayoutId id="2147483669" r:id="rId22"/>
    <p:sldLayoutId id="2147483670" r:id="rId23"/>
    <p:sldLayoutId id="2147483671" r:id="rId24"/>
    <p:sldLayoutId id="2147483672" r:id="rId25"/>
    <p:sldLayoutId id="2147483673" r:id="rId26"/>
    <p:sldLayoutId id="2147483674" r:id="rId27"/>
  </p:sldLayoutIdLst>
  <p:hf dt="0" ftr="0" hdr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  <p:extLst>
    <p:ext uri="{27BBF7A9-308A-43DC-89C8-2F10F3537804}">
      <p15:sldGuideLst>
        <p15:guide id="1" orient="horz" pos="1620">
          <p15:clr>
            <a:srgbClr val="F26B43"/>
          </p15:clr>
        </p15:guide>
        <p15:guide id="2" pos="2880">
          <p15:clr>
            <a:srgbClr val="F26B43"/>
          </p15:clr>
        </p15:guide>
      </p15:sldGuideLst>
    </p:ext>
  </p:extLst>
</p:sldMaster>
</file>

<file path=ppt/slideMasters/slideMaster2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accent1="accent1" accent2="accent2" accent3="accent3" accent4="accent4" accent5="accent5" accent6="accent6" bg1="lt1" bg2="dk2" tx1="dk1" tx2="lt2" folHlink="folHlink" hlink="hlink"/>
  <p:sldLayoutIdLst>
    <p:sldLayoutId id="2147483675" r:id="rId1"/>
    <p:sldLayoutId id="2147483676" r:id="rId2"/>
    <p:sldLayoutId id="2147483677" r:id="rId3"/>
    <p:sldLayoutId id="2147483678" r:id="rId4"/>
    <p:sldLayoutId id="2147483679" r:id="rId5"/>
    <p:sldLayoutId id="2147483680" r:id="rId6"/>
    <p:sldLayoutId id="2147483681" r:id="rId7"/>
    <p:sldLayoutId id="2147483682" r:id="rId8"/>
    <p:sldLayoutId id="2147483683" r:id="rId9"/>
    <p:sldLayoutId id="2147483684" r:id="rId10"/>
    <p:sldLayoutId id="2147483685" r:id="rId11"/>
    <p:sldLayoutId id="2147483686" r:id="rId12"/>
    <p:sldLayoutId id="2147483687" r:id="rId13"/>
    <p:sldLayoutId id="2147483688" r:id="rId14"/>
    <p:sldLayoutId id="2147483689" r:id="rId15"/>
    <p:sldLayoutId id="2147483690" r:id="rId16"/>
    <p:sldLayoutId id="2147483691" r:id="rId17"/>
    <p:sldLayoutId id="2147483692" r:id="rId18"/>
    <p:sldLayoutId id="2147483693" r:id="rId19"/>
    <p:sldLayoutId id="2147483694" r:id="rId20"/>
    <p:sldLayoutId id="2147483695" r:id="rId21"/>
    <p:sldLayoutId id="2147483696" r:id="rId22"/>
    <p:sldLayoutId id="2147483697" r:id="rId23"/>
  </p:sldLayoutIdLst>
  <p:hf dt="0" ftr="0" hdr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  <p:extLst>
    <p:ext uri="{27BBF7A9-308A-43DC-89C8-2F10F3537804}">
      <p15:sldGuideLst>
        <p15:guide id="1" orient="horz" pos="1620">
          <p15:clr>
            <a:srgbClr val="F26B43"/>
          </p15:clr>
        </p15:guide>
        <p15:guide id="2" pos="2880">
          <p15:clr>
            <a:srgbClr val="F26B43"/>
          </p15:clr>
        </p15:guide>
      </p15:sldGuideLst>
    </p:ext>
  </p:extLst>
</p:sldMaster>
</file>

<file path=ppt/slideMasters/slideMaster3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accent1="accent1" accent2="accent2" accent3="accent3" accent4="accent4" accent5="accent5" accent6="accent6" bg1="lt1" bg2="dk2" tx1="dk1" tx2="lt2" folHlink="folHlink" hlink="hlink"/>
  <p:sldLayoutIdLst>
    <p:sldLayoutId id="2147483698" r:id="rId1"/>
    <p:sldLayoutId id="2147483699" r:id="rId2"/>
    <p:sldLayoutId id="2147483700" r:id="rId3"/>
    <p:sldLayoutId id="2147483701" r:id="rId4"/>
    <p:sldLayoutId id="2147483702" r:id="rId5"/>
    <p:sldLayoutId id="2147483703" r:id="rId6"/>
    <p:sldLayoutId id="2147483704" r:id="rId7"/>
    <p:sldLayoutId id="2147483705" r:id="rId8"/>
    <p:sldLayoutId id="2147483706" r:id="rId9"/>
    <p:sldLayoutId id="2147483707" r:id="rId10"/>
    <p:sldLayoutId id="2147483708" r:id="rId11"/>
    <p:sldLayoutId id="2147483709" r:id="rId12"/>
    <p:sldLayoutId id="2147483710" r:id="rId13"/>
    <p:sldLayoutId id="2147483711" r:id="rId14"/>
    <p:sldLayoutId id="2147483712" r:id="rId15"/>
    <p:sldLayoutId id="2147483713" r:id="rId16"/>
    <p:sldLayoutId id="2147483714" r:id="rId17"/>
    <p:sldLayoutId id="2147483715" r:id="rId18"/>
    <p:sldLayoutId id="2147483716" r:id="rId19"/>
    <p:sldLayoutId id="2147483717" r:id="rId20"/>
    <p:sldLayoutId id="2147483718" r:id="rId21"/>
    <p:sldLayoutId id="2147483719" r:id="rId22"/>
  </p:sldLayoutIdLst>
  <p:hf dt="0" ftr="0" hdr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  <p:extLst>
    <p:ext uri="{27BBF7A9-308A-43DC-89C8-2F10F3537804}">
      <p15:sldGuideLst>
        <p15:guide id="1" orient="horz" pos="1620">
          <p15:clr>
            <a:srgbClr val="F26B43"/>
          </p15:clr>
        </p15:guide>
        <p15:guide id="2" pos="2880">
          <p15:clr>
            <a:srgbClr val="F26B43"/>
          </p15:clr>
        </p15:guide>
      </p15:sldGuideLst>
    </p:ext>
  </p:extLst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78.png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4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6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82.png"/><Relationship Id="rId4" Type="http://schemas.openxmlformats.org/officeDocument/2006/relationships/image" Target="../media/image77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5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79.png"/><Relationship Id="rId4" Type="http://schemas.openxmlformats.org/officeDocument/2006/relationships/image" Target="../media/image81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66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02.png"/><Relationship Id="rId4" Type="http://schemas.openxmlformats.org/officeDocument/2006/relationships/image" Target="../media/image106.png"/><Relationship Id="rId5" Type="http://schemas.openxmlformats.org/officeDocument/2006/relationships/image" Target="../media/image103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6.xml"/><Relationship Id="rId3" Type="http://schemas.openxmlformats.org/officeDocument/2006/relationships/hyperlink" Target="https://www.linuxfoundation.org/" TargetMode="External"/><Relationship Id="rId4" Type="http://schemas.openxmlformats.org/officeDocument/2006/relationships/hyperlink" Target="https://charter.aswf.io" TargetMode="Externa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60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83.png"/><Relationship Id="rId4" Type="http://schemas.openxmlformats.org/officeDocument/2006/relationships/image" Target="../media/image111.png"/><Relationship Id="rId9" Type="http://schemas.openxmlformats.org/officeDocument/2006/relationships/image" Target="../media/image94.png"/><Relationship Id="rId5" Type="http://schemas.openxmlformats.org/officeDocument/2006/relationships/image" Target="../media/image84.png"/><Relationship Id="rId6" Type="http://schemas.openxmlformats.org/officeDocument/2006/relationships/image" Target="../media/image87.png"/><Relationship Id="rId7" Type="http://schemas.openxmlformats.org/officeDocument/2006/relationships/image" Target="../media/image85.png"/><Relationship Id="rId8" Type="http://schemas.openxmlformats.org/officeDocument/2006/relationships/image" Target="../media/image91.png"/><Relationship Id="rId11" Type="http://schemas.openxmlformats.org/officeDocument/2006/relationships/image" Target="../media/image105.png"/><Relationship Id="rId10" Type="http://schemas.openxmlformats.org/officeDocument/2006/relationships/image" Target="../media/image93.png"/><Relationship Id="rId13" Type="http://schemas.openxmlformats.org/officeDocument/2006/relationships/image" Target="../media/image90.png"/><Relationship Id="rId12" Type="http://schemas.openxmlformats.org/officeDocument/2006/relationships/image" Target="../media/image92.png"/><Relationship Id="rId15" Type="http://schemas.openxmlformats.org/officeDocument/2006/relationships/image" Target="../media/image95.png"/><Relationship Id="rId14" Type="http://schemas.openxmlformats.org/officeDocument/2006/relationships/image" Target="../media/image99.png"/><Relationship Id="rId17" Type="http://schemas.openxmlformats.org/officeDocument/2006/relationships/image" Target="../media/image98.png"/><Relationship Id="rId16" Type="http://schemas.openxmlformats.org/officeDocument/2006/relationships/image" Target="../media/image96.png"/><Relationship Id="rId19" Type="http://schemas.openxmlformats.org/officeDocument/2006/relationships/image" Target="../media/image101.png"/><Relationship Id="rId18" Type="http://schemas.openxmlformats.org/officeDocument/2006/relationships/image" Target="../media/image100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tac.aswf.io" TargetMode="External"/><Relationship Id="rId4" Type="http://schemas.openxmlformats.org/officeDocument/2006/relationships/hyperlink" Target="https://tac.aswf.io/meetings/" TargetMode="External"/><Relationship Id="rId5" Type="http://schemas.openxmlformats.org/officeDocument/2006/relationships/hyperlink" Target="https://lists.aswf.io/g/tac" TargetMode="External"/><Relationship Id="rId6" Type="http://schemas.openxmlformats.org/officeDocument/2006/relationships/hyperlink" Target="https://tac.aswf.io/engagement/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4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10.xml"/><Relationship Id="rId3" Type="http://schemas.openxmlformats.org/officeDocument/2006/relationships/hyperlink" Target="https://charter.aswf.io" TargetMode="Externa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11.xml"/><Relationship Id="rId3" Type="http://schemas.openxmlformats.org/officeDocument/2006/relationships/hyperlink" Target="https://tac.aswf.io" TargetMode="Externa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4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13.xml"/><Relationship Id="rId3" Type="http://schemas.openxmlformats.org/officeDocument/2006/relationships/hyperlink" Target="https://charter.aswf.io" TargetMode="Externa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66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104.pn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6.xml"/><Relationship Id="rId2" Type="http://schemas.openxmlformats.org/officeDocument/2006/relationships/notesSlide" Target="../notesSlides/notesSlide16.xml"/><Relationship Id="rId3" Type="http://schemas.openxmlformats.org/officeDocument/2006/relationships/hyperlink" Target="https://members.aswf.io" TargetMode="External"/><Relationship Id="rId4" Type="http://schemas.openxmlformats.org/officeDocument/2006/relationships/hyperlink" Target="https://openprofile.dev/" TargetMode="External"/><Relationship Id="rId5" Type="http://schemas.openxmlformats.org/officeDocument/2006/relationships/hyperlink" Target="https://members.aswf.io" TargetMode="Externa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66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19.xml"/><Relationship Id="rId3" Type="http://schemas.openxmlformats.org/officeDocument/2006/relationships/hyperlink" Target="https://charter.aswf.io" TargetMode="Externa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20.xml"/><Relationship Id="rId3" Type="http://schemas.openxmlformats.org/officeDocument/2006/relationships/hyperlink" Target="https://charter.aswf.io" TargetMode="Externa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4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7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26.xml"/><Relationship Id="rId3" Type="http://schemas.openxmlformats.org/officeDocument/2006/relationships/hyperlink" Target="https://lists.aswf.io/g/board/files/Meetings" TargetMode="Externa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6.xml"/><Relationship Id="rId2" Type="http://schemas.openxmlformats.org/officeDocument/2006/relationships/notesSlide" Target="../notesSlides/notesSlide27.xml"/><Relationship Id="rId3" Type="http://schemas.openxmlformats.org/officeDocument/2006/relationships/hyperlink" Target="mailto:board@lists.aswf.io" TargetMode="External"/><Relationship Id="rId4" Type="http://schemas.openxmlformats.org/officeDocument/2006/relationships/hyperlink" Target="mailto:tac@lists.aswf.io" TargetMode="External"/><Relationship Id="rId5" Type="http://schemas.openxmlformats.org/officeDocument/2006/relationships/hyperlink" Target="mailto:budget@lists.aswf.io" TargetMode="External"/><Relationship Id="rId6" Type="http://schemas.openxmlformats.org/officeDocument/2006/relationships/hyperlink" Target="mailto:legal@lists.aswf.io" TargetMode="External"/><Relationship Id="rId7" Type="http://schemas.openxmlformats.org/officeDocument/2006/relationships/hyperlink" Target="https://slack.aswf.io" TargetMode="External"/><Relationship Id="rId8" Type="http://schemas.openxmlformats.org/officeDocument/2006/relationships/hyperlink" Target="https://members.aswf.io" TargetMode="External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4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29.xml"/><Relationship Id="rId3" Type="http://schemas.openxmlformats.org/officeDocument/2006/relationships/hyperlink" Target="https://members.aswf.io" TargetMode="Externa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4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32.xml"/><Relationship Id="rId3" Type="http://schemas.openxmlformats.org/officeDocument/2006/relationships/hyperlink" Target="https://charter.aswf.io" TargetMode="External"/><Relationship Id="rId4" Type="http://schemas.openxmlformats.org/officeDocument/2006/relationships/hyperlink" Target="https://www.linuxfoundation.org/legal/antitrust-policy" TargetMode="External"/><Relationship Id="rId9" Type="http://schemas.openxmlformats.org/officeDocument/2006/relationships/hyperlink" Target="https://overviewdeck.aswf.io" TargetMode="External"/><Relationship Id="rId5" Type="http://schemas.openxmlformats.org/officeDocument/2006/relationships/hyperlink" Target="https://github.com/AcademySoftwareFoundation/foundation" TargetMode="External"/><Relationship Id="rId6" Type="http://schemas.openxmlformats.org/officeDocument/2006/relationships/hyperlink" Target="https://github.com/AcademySoftwareFoundation/foundation/blob/main/elections.md" TargetMode="External"/><Relationship Id="rId7" Type="http://schemas.openxmlformats.org/officeDocument/2006/relationships/hyperlink" Target="https://github.com/AcademySoftwareFoundation/foundation/tree/main/project_charters" TargetMode="External"/><Relationship Id="rId8" Type="http://schemas.openxmlformats.org/officeDocument/2006/relationships/hyperlink" Target="https://landscape.aswf.io/" TargetMode="Externa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33.xml"/><Relationship Id="rId3" Type="http://schemas.openxmlformats.org/officeDocument/2006/relationships/hyperlink" Target="https://myorg.lfx.dev" TargetMode="External"/><Relationship Id="rId4" Type="http://schemas.openxmlformats.org/officeDocument/2006/relationships/hyperlink" Target="https://jira.linuxfoundation.org/plugins/servlet/desk/portal/4/create/464" TargetMode="Externa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2.xml"/><Relationship Id="rId2" Type="http://schemas.openxmlformats.org/officeDocument/2006/relationships/notesSlide" Target="../notesSlides/notesSlide34.xml"/><Relationship Id="rId3" Type="http://schemas.openxmlformats.org/officeDocument/2006/relationships/hyperlink" Target="https://members.aswf.io" TargetMode="External"/><Relationship Id="rId4" Type="http://schemas.openxmlformats.org/officeDocument/2006/relationships/image" Target="../media/image110.png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35.xml"/><Relationship Id="rId3" Type="http://schemas.openxmlformats.org/officeDocument/2006/relationships/hyperlink" Target="https://aswf.io/about/members/" TargetMode="External"/><Relationship Id="rId4" Type="http://schemas.openxmlformats.org/officeDocument/2006/relationships/hyperlink" Target="https://www.aswf.io/about/staff/" TargetMode="External"/><Relationship Id="rId5" Type="http://schemas.openxmlformats.org/officeDocument/2006/relationships/hyperlink" Target="https://www.linuxfoundation.org/about/leadership" TargetMode="External"/><Relationship Id="rId6" Type="http://schemas.openxmlformats.org/officeDocument/2006/relationships/hyperlink" Target="https://www.aswf.io/about/governing-board/" TargetMode="External"/><Relationship Id="rId7" Type="http://schemas.openxmlformats.org/officeDocument/2006/relationships/hyperlink" Target="https://www.aswf.io/about/technical-advisory-council/" TargetMode="External"/><Relationship Id="rId8" Type="http://schemas.openxmlformats.org/officeDocument/2006/relationships/hyperlink" Target="https://tac.aswf.io/engagement/#mailing-lists-and-slack-channels-for-hosted-projects" TargetMode="Externa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Relationship Id="rId3" Type="http://schemas.openxmlformats.org/officeDocument/2006/relationships/hyperlink" Target="https://members.aswf.io" TargetMode="Externa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89" name="Shape 2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90" name="Google Shape;290;p76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8560012" y="4564388"/>
            <a:ext cx="253575" cy="243825"/>
          </a:xfrm>
          <a:prstGeom prst="rect">
            <a:avLst/>
          </a:prstGeom>
          <a:noFill/>
          <a:ln>
            <a:noFill/>
          </a:ln>
        </p:spPr>
      </p:pic>
      <p:sp>
        <p:nvSpPr>
          <p:cNvPr id="291" name="Google Shape;291;p76"/>
          <p:cNvSpPr txBox="1"/>
          <p:nvPr>
            <p:ph type="title"/>
          </p:nvPr>
        </p:nvSpPr>
        <p:spPr>
          <a:xfrm>
            <a:off x="4352550" y="525788"/>
            <a:ext cx="4535400" cy="2137500"/>
          </a:xfrm>
          <a:prstGeom prst="rect">
            <a:avLst/>
          </a:prstGeom>
        </p:spPr>
        <p:txBody>
          <a:bodyPr anchorCtr="0" anchor="b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Overview</a:t>
            </a:r>
            <a:endParaRPr/>
          </a:p>
        </p:txBody>
      </p:sp>
      <p:sp>
        <p:nvSpPr>
          <p:cNvPr id="292" name="Google Shape;292;p76"/>
          <p:cNvSpPr txBox="1"/>
          <p:nvPr>
            <p:ph idx="1" type="subTitle"/>
          </p:nvPr>
        </p:nvSpPr>
        <p:spPr>
          <a:xfrm>
            <a:off x="4352550" y="2852944"/>
            <a:ext cx="4535400" cy="695100"/>
          </a:xfrm>
          <a:prstGeom prst="rect">
            <a:avLst/>
          </a:prstGeom>
        </p:spPr>
        <p:txBody>
          <a:bodyPr anchorCtr="0" anchor="t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77"/>
          <p:cNvSpPr txBox="1"/>
          <p:nvPr>
            <p:ph type="title"/>
          </p:nvPr>
        </p:nvSpPr>
        <p:spPr>
          <a:xfrm>
            <a:off x="691950" y="1627675"/>
            <a:ext cx="7886400" cy="1413300"/>
          </a:xfrm>
          <a:prstGeom prst="rect">
            <a:avLst/>
          </a:prstGeom>
        </p:spPr>
        <p:txBody>
          <a:bodyPr anchorCtr="0" anchor="b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Academy Software Foundation Overview and Governance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01" name="Shape 3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2" name="Google Shape;302;p78"/>
          <p:cNvSpPr txBox="1"/>
          <p:nvPr>
            <p:ph type="title"/>
          </p:nvPr>
        </p:nvSpPr>
        <p:spPr>
          <a:xfrm>
            <a:off x="628650" y="398531"/>
            <a:ext cx="7886700" cy="510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50" lIns="34250" spcFirstLastPara="1" rIns="34250" wrap="square" tIns="34250">
            <a:norm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300"/>
              <a:buFont typeface="Arial"/>
              <a:buNone/>
            </a:pPr>
            <a:r>
              <a:rPr lang="en" sz="2300">
                <a:solidFill>
                  <a:schemeClr val="lt1"/>
                </a:solidFill>
              </a:rPr>
              <a:t>An Open Source Foundation Developed in Partnership</a:t>
            </a:r>
            <a:endParaRPr sz="1100">
              <a:solidFill>
                <a:schemeClr val="lt1"/>
              </a:solidFill>
            </a:endParaRPr>
          </a:p>
        </p:txBody>
      </p:sp>
      <p:pic>
        <p:nvPicPr>
          <p:cNvPr descr="Google Shape;303;p2" id="303" name="Google Shape;303;p7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685900" y="2156525"/>
            <a:ext cx="1812801" cy="595975"/>
          </a:xfrm>
          <a:prstGeom prst="rect">
            <a:avLst/>
          </a:prstGeom>
          <a:noFill/>
          <a:ln>
            <a:noFill/>
          </a:ln>
          <a:effectLst>
            <a:outerShdw blurRad="228600" rotWithShape="0" dir="5400000" dist="82779">
              <a:srgbClr val="000000">
                <a:alpha val="64314"/>
              </a:srgbClr>
            </a:outerShdw>
          </a:effectLst>
        </p:spPr>
      </p:pic>
      <p:pic>
        <p:nvPicPr>
          <p:cNvPr descr="Google Shape;305;p2" id="304" name="Google Shape;304;p78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219725" y="1999550"/>
            <a:ext cx="1081376" cy="1081376"/>
          </a:xfrm>
          <a:prstGeom prst="rect">
            <a:avLst/>
          </a:prstGeom>
          <a:noFill/>
          <a:ln>
            <a:noFill/>
          </a:ln>
          <a:effectLst>
            <a:outerShdw blurRad="228600" rotWithShape="0" dir="5400000" dist="82779">
              <a:srgbClr val="000000"/>
            </a:outerShdw>
          </a:effectLst>
        </p:spPr>
      </p:pic>
      <p:sp>
        <p:nvSpPr>
          <p:cNvPr id="305" name="Google Shape;305;p78"/>
          <p:cNvSpPr txBox="1"/>
          <p:nvPr/>
        </p:nvSpPr>
        <p:spPr>
          <a:xfrm>
            <a:off x="3079114" y="1588299"/>
            <a:ext cx="3003000" cy="21468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b="0" i="0" lang="en" sz="15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Academy Software Foundation provides a neutral forum for open source software developers in the motion picture and broader media industries to share resources and collaborate on technologies for image creation, visual effects, animation and sound. </a:t>
            </a:r>
            <a:endParaRPr b="0" i="0" sz="11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mc:AlternateContent>
    <mc:Choice Requires="p14">
      <p:transition p14:dur="200">
        <p:fade/>
      </p:transition>
    </mc:Choice>
    <mc:Fallback>
      <p:transition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79" title="Milestone Number"/>
          <p:cNvSpPr/>
          <p:nvPr/>
        </p:nvSpPr>
        <p:spPr>
          <a:xfrm>
            <a:off x="959904" y="314245"/>
            <a:ext cx="220800" cy="230700"/>
          </a:xfrm>
          <a:prstGeom prst="ellipse">
            <a:avLst/>
          </a:prstGeom>
          <a:solidFill>
            <a:schemeClr val="lt1"/>
          </a:solidFill>
          <a:ln>
            <a:noFill/>
          </a:ln>
          <a:effectLst>
            <a:outerShdw blurRad="25400" rotWithShape="0" algn="tl" dir="2700000" dist="12700">
              <a:srgbClr val="000000">
                <a:alpha val="40000"/>
              </a:srgbClr>
            </a:outerShdw>
          </a:effectLst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rgbClr val="595959"/>
                </a:solidFill>
                <a:latin typeface="Trebuchet MS"/>
                <a:ea typeface="Trebuchet MS"/>
                <a:cs typeface="Trebuchet MS"/>
                <a:sym typeface="Trebuchet MS"/>
              </a:rPr>
              <a:t>01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11" name="Google Shape;311;p79" title="Milestone Tall Arrow"/>
          <p:cNvSpPr/>
          <p:nvPr/>
        </p:nvSpPr>
        <p:spPr>
          <a:xfrm>
            <a:off x="928819" y="168656"/>
            <a:ext cx="349200" cy="4060200"/>
          </a:xfrm>
          <a:prstGeom prst="downArrow">
            <a:avLst>
              <a:gd fmla="val 100000" name="adj1"/>
              <a:gd fmla="val 50000" name="adj2"/>
            </a:avLst>
          </a:prstGeom>
          <a:gradFill>
            <a:gsLst>
              <a:gs pos="0">
                <a:srgbClr val="C3602C"/>
              </a:gs>
              <a:gs pos="45000">
                <a:srgbClr val="FFD965"/>
              </a:gs>
              <a:gs pos="94000">
                <a:srgbClr val="F2F2F2"/>
              </a:gs>
              <a:gs pos="100000">
                <a:srgbClr val="F2F2F2"/>
              </a:gs>
            </a:gsLst>
            <a:lin ang="5400700" scaled="0"/>
          </a:gradFill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</p:txBody>
      </p:sp>
      <p:sp>
        <p:nvSpPr>
          <p:cNvPr id="312" name="Google Shape;312;p79"/>
          <p:cNvSpPr txBox="1"/>
          <p:nvPr/>
        </p:nvSpPr>
        <p:spPr>
          <a:xfrm>
            <a:off x="-210240" y="140458"/>
            <a:ext cx="1087500" cy="192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1" i="0" lang="en" sz="1400" u="none" cap="none" strike="noStrike">
                <a:solidFill>
                  <a:srgbClr val="FFD966"/>
                </a:solidFill>
                <a:latin typeface="Trebuchet MS"/>
                <a:ea typeface="Trebuchet MS"/>
                <a:cs typeface="Trebuchet MS"/>
                <a:sym typeface="Trebuchet MS"/>
              </a:rPr>
              <a:t>ASWF created</a:t>
            </a:r>
            <a:endParaRPr b="1" i="0" sz="1400" u="none" cap="none" strike="noStrike">
              <a:solidFill>
                <a:srgbClr val="FFD966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13" name="Google Shape;313;p79"/>
          <p:cNvSpPr txBox="1"/>
          <p:nvPr/>
        </p:nvSpPr>
        <p:spPr>
          <a:xfrm>
            <a:off x="-66642" y="542265"/>
            <a:ext cx="930300" cy="106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rPr>
              <a:t>August 10, 2018</a:t>
            </a:r>
            <a:endParaRPr b="0" i="0" sz="8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"/>
              <a:buFont typeface="Arial"/>
              <a:buNone/>
            </a:pPr>
            <a:r>
              <a:t/>
            </a:r>
            <a:endParaRPr b="0" i="0" sz="2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1" lang="en" sz="7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rPr>
              <a:t>Founding members:</a:t>
            </a:r>
            <a:endParaRPr b="0" i="1" sz="7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"/>
              <a:buFont typeface="Arial"/>
              <a:buNone/>
            </a:pPr>
            <a:r>
              <a:t/>
            </a:r>
            <a:endParaRPr b="0" i="0" sz="2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rPr>
              <a:t>Animal Logic</a:t>
            </a:r>
            <a:endParaRPr b="0" i="0" sz="8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rPr>
              <a:t>Autodesk</a:t>
            </a:r>
            <a:endParaRPr b="0" i="0" sz="8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rPr>
              <a:t>Blue Sky Studios</a:t>
            </a:r>
            <a:endParaRPr b="0" i="0" sz="8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rPr>
              <a:t>Cisco</a:t>
            </a:r>
            <a:endParaRPr b="0" i="0" sz="8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rPr>
              <a:t>DNEG</a:t>
            </a:r>
            <a:endParaRPr b="0" i="0" sz="8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rPr>
              <a:t>DreamWorks Animation</a:t>
            </a:r>
            <a:endParaRPr b="0" i="0" sz="8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rPr>
              <a:t>Epic Games</a:t>
            </a:r>
            <a:endParaRPr b="0" i="0" sz="8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rPr>
              <a:t>Foundry</a:t>
            </a:r>
            <a:endParaRPr b="0" i="0" sz="8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rPr>
              <a:t>Google Cloud</a:t>
            </a:r>
            <a:endParaRPr b="0" i="0" sz="8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rPr>
              <a:t>Intel</a:t>
            </a:r>
            <a:endParaRPr b="0" i="0" sz="8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rPr>
              <a:t>SideFX</a:t>
            </a:r>
            <a:endParaRPr b="0" i="0" sz="8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rPr>
              <a:t>The Walt Disney Studios</a:t>
            </a:r>
            <a:endParaRPr b="0" i="0" sz="8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rPr>
              <a:t>Weta Digital</a:t>
            </a:r>
            <a:endParaRPr b="0" i="0" sz="8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</p:txBody>
      </p:sp>
      <p:sp>
        <p:nvSpPr>
          <p:cNvPr id="314" name="Google Shape;314;p79" title="Milestone Arrow"/>
          <p:cNvSpPr/>
          <p:nvPr/>
        </p:nvSpPr>
        <p:spPr>
          <a:xfrm>
            <a:off x="1348459" y="2101556"/>
            <a:ext cx="326700" cy="2118300"/>
          </a:xfrm>
          <a:prstGeom prst="downArrow">
            <a:avLst>
              <a:gd fmla="val 100000" name="adj1"/>
              <a:gd fmla="val 50000" name="adj2"/>
            </a:avLst>
          </a:prstGeom>
          <a:gradFill>
            <a:gsLst>
              <a:gs pos="0">
                <a:srgbClr val="C3602C"/>
              </a:gs>
              <a:gs pos="45000">
                <a:srgbClr val="FFD965"/>
              </a:gs>
              <a:gs pos="94000">
                <a:srgbClr val="F2F2F2"/>
              </a:gs>
              <a:gs pos="100000">
                <a:srgbClr val="F2F2F2"/>
              </a:gs>
            </a:gsLst>
            <a:lin ang="540070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</p:txBody>
      </p:sp>
      <p:sp>
        <p:nvSpPr>
          <p:cNvPr id="315" name="Google Shape;315;p79" title="Milestone Number"/>
          <p:cNvSpPr/>
          <p:nvPr/>
        </p:nvSpPr>
        <p:spPr>
          <a:xfrm>
            <a:off x="1408683" y="2217023"/>
            <a:ext cx="206400" cy="206400"/>
          </a:xfrm>
          <a:prstGeom prst="ellipse">
            <a:avLst/>
          </a:prstGeom>
          <a:solidFill>
            <a:schemeClr val="lt1"/>
          </a:solidFill>
          <a:ln>
            <a:noFill/>
          </a:ln>
          <a:effectLst>
            <a:outerShdw blurRad="25400" rotWithShape="0" algn="tl" dir="2700000" dist="12700">
              <a:srgbClr val="000000">
                <a:alpha val="40000"/>
              </a:srgbClr>
            </a:outerShdw>
          </a:effectLst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rgbClr val="595959"/>
                </a:solidFill>
                <a:latin typeface="Trebuchet MS"/>
                <a:ea typeface="Trebuchet MS"/>
                <a:cs typeface="Trebuchet MS"/>
                <a:sym typeface="Trebuchet MS"/>
              </a:rPr>
              <a:t>02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316" name="Google Shape;316;p79" title="Milestone Text"/>
          <p:cNvGrpSpPr/>
          <p:nvPr/>
        </p:nvGrpSpPr>
        <p:grpSpPr>
          <a:xfrm>
            <a:off x="1349652" y="457106"/>
            <a:ext cx="1193601" cy="524180"/>
            <a:chOff x="2084853" y="-1437412"/>
            <a:chExt cx="1718400" cy="754650"/>
          </a:xfrm>
        </p:grpSpPr>
        <p:sp>
          <p:nvSpPr>
            <p:cNvPr id="317" name="Google Shape;317;p79"/>
            <p:cNvSpPr txBox="1"/>
            <p:nvPr/>
          </p:nvSpPr>
          <p:spPr>
            <a:xfrm>
              <a:off x="2084853" y="-1437412"/>
              <a:ext cx="1099800" cy="5571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200"/>
                <a:buFont typeface="Arial"/>
                <a:buNone/>
              </a:pPr>
              <a:r>
                <a:rPr b="0" i="0" lang="en" sz="12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First project</a:t>
              </a:r>
              <a:endParaRPr b="0" i="0" sz="1200" u="none" cap="none" strike="noStrike">
                <a:solidFill>
                  <a:srgbClr val="FFD966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18" name="Google Shape;318;p79"/>
            <p:cNvSpPr txBox="1"/>
            <p:nvPr/>
          </p:nvSpPr>
          <p:spPr>
            <a:xfrm>
              <a:off x="2084853" y="-836662"/>
              <a:ext cx="1718400" cy="1539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October 23,2018</a:t>
              </a:r>
              <a:endParaRPr b="0" i="0" sz="800" u="none" cap="none" strike="noStrike">
                <a:solidFill>
                  <a:srgbClr val="FFD966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00"/>
                <a:buFont typeface="Arial"/>
                <a:buNone/>
              </a:pPr>
              <a:r>
                <a:t/>
              </a:r>
              <a:endParaRPr b="0" i="0" sz="200" u="none" cap="none" strike="noStrike">
                <a:solidFill>
                  <a:srgbClr val="B49823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1" i="0" lang="en" sz="8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OpenVDB</a:t>
              </a:r>
              <a:endParaRPr b="1" i="0" sz="800" u="none" cap="none" strike="noStrike">
                <a:solidFill>
                  <a:srgbClr val="C3602C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00"/>
                <a:buFont typeface="Arial"/>
                <a:buNone/>
              </a:pPr>
              <a:r>
                <a:t/>
              </a:r>
              <a:endParaRPr b="0" i="0" sz="200" u="none" cap="none" strike="noStrike">
                <a:solidFill>
                  <a:schemeClr val="lt1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1" lang="en" sz="8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New members:</a:t>
              </a:r>
              <a:endParaRPr b="0" i="1" sz="800" u="none" cap="none" strike="noStrike">
                <a:solidFill>
                  <a:schemeClr val="lt1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00"/>
                <a:buFont typeface="Arial"/>
                <a:buNone/>
              </a:pPr>
              <a:r>
                <a:t/>
              </a:r>
              <a:endParaRPr b="0" i="0" sz="200" u="none" cap="none" strike="noStrike">
                <a:solidFill>
                  <a:schemeClr val="lt1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Sony Pictures Entertainment</a:t>
              </a:r>
              <a:endParaRPr b="0" i="0" sz="800" u="none" cap="none" strike="noStrike">
                <a:solidFill>
                  <a:schemeClr val="lt1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Warner Bros.</a:t>
              </a:r>
              <a:endParaRPr b="0" i="0" sz="800" u="none" cap="none" strike="noStrike">
                <a:solidFill>
                  <a:schemeClr val="lt1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Blender Foundation</a:t>
              </a:r>
              <a:endParaRPr b="0" i="0" sz="800" u="none" cap="none" strike="noStrike">
                <a:solidFill>
                  <a:schemeClr val="lt1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Visual Effects Society</a:t>
              </a:r>
              <a:endParaRPr b="0" i="0" sz="800" u="none" cap="none" strike="noStrike">
                <a:solidFill>
                  <a:schemeClr val="lt1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</p:grpSp>
      <p:grpSp>
        <p:nvGrpSpPr>
          <p:cNvPr id="319" name="Google Shape;319;p79" title="Milestone 4"/>
          <p:cNvGrpSpPr/>
          <p:nvPr/>
        </p:nvGrpSpPr>
        <p:grpSpPr>
          <a:xfrm>
            <a:off x="2152238" y="2446146"/>
            <a:ext cx="1071454" cy="1778765"/>
            <a:chOff x="5194569" y="2879132"/>
            <a:chExt cx="1542548" cy="2560848"/>
          </a:xfrm>
        </p:grpSpPr>
        <p:sp>
          <p:nvSpPr>
            <p:cNvPr id="320" name="Google Shape;320;p79" title="Milestone Arrow"/>
            <p:cNvSpPr/>
            <p:nvPr/>
          </p:nvSpPr>
          <p:spPr>
            <a:xfrm>
              <a:off x="5195414" y="4074980"/>
              <a:ext cx="470400" cy="1365000"/>
            </a:xfrm>
            <a:prstGeom prst="downArrow">
              <a:avLst>
                <a:gd fmla="val 100000" name="adj1"/>
                <a:gd fmla="val 50000" name="adj2"/>
              </a:avLst>
            </a:prstGeom>
            <a:gradFill>
              <a:gsLst>
                <a:gs pos="0">
                  <a:srgbClr val="C3602C"/>
                </a:gs>
                <a:gs pos="45000">
                  <a:srgbClr val="FFD965"/>
                </a:gs>
                <a:gs pos="94000">
                  <a:srgbClr val="F2F2F2"/>
                </a:gs>
                <a:gs pos="100000">
                  <a:srgbClr val="F2F2F2"/>
                </a:gs>
              </a:gsLst>
              <a:lin ang="54007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sp>
          <p:nvSpPr>
            <p:cNvPr id="321" name="Google Shape;321;p79" title="Milestone Number"/>
            <p:cNvSpPr/>
            <p:nvPr/>
          </p:nvSpPr>
          <p:spPr>
            <a:xfrm>
              <a:off x="5282129" y="4203577"/>
              <a:ext cx="297000" cy="297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5400" rotWithShape="0" algn="tl" dir="2700000" dist="12700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595959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04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grpSp>
          <p:nvGrpSpPr>
            <p:cNvPr id="322" name="Google Shape;322;p79" title="Milestone Text"/>
            <p:cNvGrpSpPr/>
            <p:nvPr/>
          </p:nvGrpSpPr>
          <p:grpSpPr>
            <a:xfrm>
              <a:off x="5194569" y="2879132"/>
              <a:ext cx="1542548" cy="559915"/>
              <a:chOff x="1900453" y="1419541"/>
              <a:chExt cx="1542548" cy="559915"/>
            </a:xfrm>
          </p:grpSpPr>
          <p:sp>
            <p:nvSpPr>
              <p:cNvPr id="323" name="Google Shape;323;p79"/>
              <p:cNvSpPr txBox="1"/>
              <p:nvPr/>
            </p:nvSpPr>
            <p:spPr>
              <a:xfrm>
                <a:off x="2097501" y="1702556"/>
                <a:ext cx="1345500" cy="276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9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300"/>
                  <a:buFont typeface="Arial"/>
                  <a:buNone/>
                </a:pPr>
                <a:r>
                  <a:t/>
                </a:r>
                <a:endParaRPr b="0" i="0" sz="1300" u="none" cap="none" strike="noStrik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324" name="Google Shape;324;p79"/>
              <p:cNvSpPr txBox="1"/>
              <p:nvPr/>
            </p:nvSpPr>
            <p:spPr>
              <a:xfrm>
                <a:off x="1900467" y="1419541"/>
                <a:ext cx="1294800" cy="153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600" u="none" cap="none" strike="noStrike">
                    <a:solidFill>
                      <a:srgbClr val="FFD966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May 1 2019</a:t>
                </a:r>
                <a:endParaRPr b="0" i="0" sz="6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600" u="none" cap="none" strike="noStrike">
                  <a:solidFill>
                    <a:srgbClr val="00B0F0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  <p:sp>
            <p:nvSpPr>
              <p:cNvPr id="325" name="Google Shape;325;p79"/>
              <p:cNvSpPr txBox="1"/>
              <p:nvPr/>
            </p:nvSpPr>
            <p:spPr>
              <a:xfrm>
                <a:off x="1900453" y="1619351"/>
                <a:ext cx="1294800" cy="2358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1" i="0" lang="en" sz="800" u="none" cap="none" strike="noStrike">
                    <a:solidFill>
                      <a:srgbClr val="C3602C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OpenEXR</a:t>
                </a:r>
                <a:endParaRPr b="1" i="0" sz="8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1" i="0" lang="en" sz="800" u="none" cap="none" strike="noStrike">
                    <a:solidFill>
                      <a:srgbClr val="C3602C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OpenCue</a:t>
                </a:r>
                <a:endParaRPr b="1" i="0" sz="8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200"/>
                  <a:buFont typeface="Arial"/>
                  <a:buNone/>
                </a:pPr>
                <a:r>
                  <a:t/>
                </a:r>
                <a:endParaRPr b="0" i="0" sz="200" u="none" cap="none" strike="noStrike">
                  <a:solidFill>
                    <a:srgbClr val="B49823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chemeClr val="lt1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NVIDIA</a:t>
                </a:r>
                <a:endParaRPr b="0" i="0" sz="8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chemeClr val="lt1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ftrack</a:t>
                </a:r>
                <a:endParaRPr b="0" i="0" sz="8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chemeClr val="lt1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Red Hat</a:t>
                </a:r>
                <a:endParaRPr b="0" i="0" sz="8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</p:grpSp>
      </p:grpSp>
      <p:grpSp>
        <p:nvGrpSpPr>
          <p:cNvPr id="326" name="Google Shape;326;p79" title="Milestone 8"/>
          <p:cNvGrpSpPr/>
          <p:nvPr/>
        </p:nvGrpSpPr>
        <p:grpSpPr>
          <a:xfrm>
            <a:off x="3381284" y="3775194"/>
            <a:ext cx="304845" cy="330341"/>
            <a:chOff x="7791443" y="4810913"/>
            <a:chExt cx="538500" cy="608700"/>
          </a:xfrm>
        </p:grpSpPr>
        <p:sp>
          <p:nvSpPr>
            <p:cNvPr id="327" name="Google Shape;327;p79" title="Short Milestone Arrow"/>
            <p:cNvSpPr/>
            <p:nvPr/>
          </p:nvSpPr>
          <p:spPr>
            <a:xfrm>
              <a:off x="7825702" y="4810913"/>
              <a:ext cx="470100" cy="608700"/>
            </a:xfrm>
            <a:prstGeom prst="downArrow">
              <a:avLst>
                <a:gd fmla="val 100000" name="adj1"/>
                <a:gd fmla="val 50000" name="adj2"/>
              </a:avLst>
            </a:prstGeom>
            <a:solidFill>
              <a:srgbClr val="BFBFBF">
                <a:alpha val="0"/>
              </a:srgbClr>
            </a:solidFill>
            <a:ln cap="flat" cmpd="sng" w="9525">
              <a:solidFill>
                <a:srgbClr val="B49823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B49823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sp>
          <p:nvSpPr>
            <p:cNvPr id="328" name="Google Shape;328;p79"/>
            <p:cNvSpPr txBox="1"/>
            <p:nvPr/>
          </p:nvSpPr>
          <p:spPr>
            <a:xfrm>
              <a:off x="7791443" y="4894528"/>
              <a:ext cx="538500" cy="2769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700" u="none" cap="none" strike="noStrike">
                  <a:solidFill>
                    <a:srgbClr val="B49823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COVID</a:t>
              </a:r>
              <a:endParaRPr b="0" i="0" sz="1000" u="none" cap="none" strike="noStrike">
                <a:solidFill>
                  <a:srgbClr val="B49823"/>
                </a:solidFill>
                <a:latin typeface="Arial"/>
                <a:ea typeface="Arial"/>
                <a:cs typeface="Arial"/>
                <a:sym typeface="Arial"/>
              </a:endParaRPr>
            </a:p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700" u="none" cap="none" strike="noStrike">
                  <a:solidFill>
                    <a:srgbClr val="B49823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19</a:t>
              </a:r>
              <a:endParaRPr b="0" i="0" sz="700" u="none" cap="none" strike="noStrike">
                <a:solidFill>
                  <a:srgbClr val="B49823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329" name="Google Shape;329;p79" title="Milestone 3"/>
          <p:cNvGrpSpPr/>
          <p:nvPr/>
        </p:nvGrpSpPr>
        <p:grpSpPr>
          <a:xfrm>
            <a:off x="1748212" y="2071221"/>
            <a:ext cx="1193751" cy="2136336"/>
            <a:chOff x="3350604" y="2363462"/>
            <a:chExt cx="1718617" cy="3075635"/>
          </a:xfrm>
        </p:grpSpPr>
        <p:sp>
          <p:nvSpPr>
            <p:cNvPr id="330" name="Google Shape;330;p79" title="Milestone Arrow"/>
            <p:cNvSpPr/>
            <p:nvPr/>
          </p:nvSpPr>
          <p:spPr>
            <a:xfrm>
              <a:off x="3350604" y="2911597"/>
              <a:ext cx="470400" cy="2527500"/>
            </a:xfrm>
            <a:prstGeom prst="downArrow">
              <a:avLst>
                <a:gd fmla="val 100000" name="adj1"/>
                <a:gd fmla="val 50000" name="adj2"/>
              </a:avLst>
            </a:prstGeom>
            <a:gradFill>
              <a:gsLst>
                <a:gs pos="0">
                  <a:srgbClr val="C3602C"/>
                </a:gs>
                <a:gs pos="45000">
                  <a:srgbClr val="FFD965"/>
                </a:gs>
                <a:gs pos="94000">
                  <a:srgbClr val="F2F2F2"/>
                </a:gs>
                <a:gs pos="100000">
                  <a:srgbClr val="F2F2F2"/>
                </a:gs>
              </a:gsLst>
              <a:lin ang="54007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sp>
          <p:nvSpPr>
            <p:cNvPr id="331" name="Google Shape;331;p79" title="Milestone Number"/>
            <p:cNvSpPr/>
            <p:nvPr/>
          </p:nvSpPr>
          <p:spPr>
            <a:xfrm>
              <a:off x="3442121" y="3049950"/>
              <a:ext cx="297000" cy="297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5400" rotWithShape="0" algn="tl" dir="2700000" dist="12700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595959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03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32" name="Google Shape;332;p79"/>
            <p:cNvSpPr txBox="1"/>
            <p:nvPr/>
          </p:nvSpPr>
          <p:spPr>
            <a:xfrm>
              <a:off x="3350821" y="2363462"/>
              <a:ext cx="1718400" cy="1539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February 8, 2019</a:t>
              </a:r>
              <a:endParaRPr b="0" i="0" sz="800" u="none" cap="none" strike="noStrike">
                <a:solidFill>
                  <a:srgbClr val="FFD966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00"/>
                <a:buFont typeface="Arial"/>
                <a:buNone/>
              </a:pPr>
              <a:r>
                <a:t/>
              </a:r>
              <a:endParaRPr b="0" i="0" sz="200" u="none" cap="none" strike="noStrike">
                <a:solidFill>
                  <a:srgbClr val="B49823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1" i="0" lang="en" sz="8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OpenColorIO</a:t>
              </a:r>
              <a:endParaRPr b="1" i="0" sz="800" u="none" cap="none" strike="noStrike">
                <a:solidFill>
                  <a:srgbClr val="C3602C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00"/>
                <a:buFont typeface="Arial"/>
                <a:buNone/>
              </a:pPr>
              <a:r>
                <a:t/>
              </a:r>
              <a:endParaRPr b="0" i="0" sz="200" u="none" cap="none" strike="noStrike">
                <a:solidFill>
                  <a:srgbClr val="B49823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t/>
              </a:r>
              <a:endParaRPr b="0" i="0" sz="800" u="none" cap="none" strike="noStrike">
                <a:solidFill>
                  <a:srgbClr val="B49823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</p:grpSp>
      <p:grpSp>
        <p:nvGrpSpPr>
          <p:cNvPr id="333" name="Google Shape;333;p79" title="Milestone 3"/>
          <p:cNvGrpSpPr/>
          <p:nvPr/>
        </p:nvGrpSpPr>
        <p:grpSpPr>
          <a:xfrm>
            <a:off x="2613007" y="470656"/>
            <a:ext cx="1194791" cy="3749283"/>
            <a:chOff x="3222037" y="41689"/>
            <a:chExt cx="1720114" cy="5397758"/>
          </a:xfrm>
        </p:grpSpPr>
        <p:sp>
          <p:nvSpPr>
            <p:cNvPr id="334" name="Google Shape;334;p79" title="Milestone Arrow"/>
            <p:cNvSpPr/>
            <p:nvPr/>
          </p:nvSpPr>
          <p:spPr>
            <a:xfrm>
              <a:off x="3222037" y="1923747"/>
              <a:ext cx="470400" cy="3515700"/>
            </a:xfrm>
            <a:prstGeom prst="downArrow">
              <a:avLst>
                <a:gd fmla="val 100000" name="adj1"/>
                <a:gd fmla="val 50000" name="adj2"/>
              </a:avLst>
            </a:prstGeom>
            <a:gradFill>
              <a:gsLst>
                <a:gs pos="0">
                  <a:srgbClr val="C3602C"/>
                </a:gs>
                <a:gs pos="45000">
                  <a:srgbClr val="FFD965"/>
                </a:gs>
                <a:gs pos="94000">
                  <a:srgbClr val="F2F2F2"/>
                </a:gs>
                <a:gs pos="100000">
                  <a:srgbClr val="F2F2F2"/>
                </a:gs>
              </a:gsLst>
              <a:lin ang="54007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sp>
          <p:nvSpPr>
            <p:cNvPr id="335" name="Google Shape;335;p79" title="Milestone Number"/>
            <p:cNvSpPr/>
            <p:nvPr/>
          </p:nvSpPr>
          <p:spPr>
            <a:xfrm>
              <a:off x="3308744" y="2078215"/>
              <a:ext cx="297000" cy="297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5400" rotWithShape="0" algn="tl" dir="2700000" dist="12700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595959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05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grpSp>
          <p:nvGrpSpPr>
            <p:cNvPr id="336" name="Google Shape;336;p79" title="Milestone Text"/>
            <p:cNvGrpSpPr/>
            <p:nvPr/>
          </p:nvGrpSpPr>
          <p:grpSpPr>
            <a:xfrm>
              <a:off x="3223751" y="41689"/>
              <a:ext cx="1718400" cy="777640"/>
              <a:chOff x="1884312" y="-1417902"/>
              <a:chExt cx="1718400" cy="777640"/>
            </a:xfrm>
          </p:grpSpPr>
          <p:sp>
            <p:nvSpPr>
              <p:cNvPr id="337" name="Google Shape;337;p79"/>
              <p:cNvSpPr txBox="1"/>
              <p:nvPr/>
            </p:nvSpPr>
            <p:spPr>
              <a:xfrm>
                <a:off x="1884312" y="-1417902"/>
                <a:ext cx="1609200" cy="5571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300"/>
                  <a:buFont typeface="Arial"/>
                  <a:buNone/>
                </a:pPr>
                <a:r>
                  <a:rPr b="0" i="0" lang="en" sz="1100" u="none" cap="none" strike="noStrike">
                    <a:solidFill>
                      <a:srgbClr val="FFD966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 Source </a:t>
                </a:r>
                <a:endParaRPr b="0" i="0" sz="11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300"/>
                  <a:buFont typeface="Arial"/>
                  <a:buNone/>
                </a:pPr>
                <a:r>
                  <a:rPr b="0" i="0" lang="en" sz="1100" u="none" cap="none" strike="noStrike">
                    <a:solidFill>
                      <a:srgbClr val="FFD966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Day 2019</a:t>
                </a:r>
                <a:endParaRPr b="0" i="0" sz="1100" u="none" cap="none" strike="noStrike">
                  <a:solidFill>
                    <a:srgbClr val="FFD966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338" name="Google Shape;338;p79"/>
              <p:cNvSpPr txBox="1"/>
              <p:nvPr/>
            </p:nvSpPr>
            <p:spPr>
              <a:xfrm>
                <a:off x="1884312" y="-794162"/>
                <a:ext cx="1718400" cy="153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FFD966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July 29, 2019</a:t>
                </a:r>
                <a:endParaRPr b="0" i="0" sz="8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200"/>
                  <a:buFont typeface="Arial"/>
                  <a:buNone/>
                </a:pPr>
                <a:r>
                  <a:t/>
                </a:r>
                <a:endParaRPr b="0" i="0" sz="200" u="none" cap="none" strike="noStrike">
                  <a:solidFill>
                    <a:srgbClr val="4EB7C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1" i="0" lang="en" sz="800" u="none" cap="none" strike="noStrike">
                    <a:solidFill>
                      <a:srgbClr val="C3602C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OpenTimelineIO</a:t>
                </a:r>
                <a:endParaRPr b="1" i="0" sz="8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200"/>
                  <a:buFont typeface="Arial"/>
                  <a:buNone/>
                </a:pPr>
                <a:r>
                  <a:t/>
                </a:r>
                <a:endParaRPr b="0" i="0" sz="2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FFFFFF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Netflix</a:t>
                </a:r>
                <a:endParaRPr b="0" i="0" sz="800" u="none" cap="none" strike="noStrike">
                  <a:solidFill>
                    <a:srgbClr val="FFFFFF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FFFFFF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Amazon Web Services</a:t>
                </a:r>
                <a:endParaRPr b="0" i="0" sz="800" u="none" cap="none" strike="noStrike">
                  <a:solidFill>
                    <a:srgbClr val="FFFFFF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FFFFFF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Rodeo FX</a:t>
                </a:r>
                <a:endParaRPr b="0" i="0" sz="800" u="none" cap="none" strike="noStrike">
                  <a:solidFill>
                    <a:srgbClr val="FFFFFF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FFFFFF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MovieLabs</a:t>
                </a:r>
                <a:endParaRPr b="0" i="0" sz="800" u="none" cap="none" strike="noStrike">
                  <a:solidFill>
                    <a:srgbClr val="FFFFFF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</p:grpSp>
      </p:grpSp>
      <p:sp>
        <p:nvSpPr>
          <p:cNvPr id="339" name="Google Shape;339;p79" title="Milestone Arrow"/>
          <p:cNvSpPr/>
          <p:nvPr/>
        </p:nvSpPr>
        <p:spPr>
          <a:xfrm>
            <a:off x="3000389" y="2258806"/>
            <a:ext cx="326700" cy="1948800"/>
          </a:xfrm>
          <a:prstGeom prst="downArrow">
            <a:avLst>
              <a:gd fmla="val 100000" name="adj1"/>
              <a:gd fmla="val 50000" name="adj2"/>
            </a:avLst>
          </a:prstGeom>
          <a:gradFill>
            <a:gsLst>
              <a:gs pos="0">
                <a:srgbClr val="C3602C"/>
              </a:gs>
              <a:gs pos="45000">
                <a:srgbClr val="FFD965"/>
              </a:gs>
              <a:gs pos="94000">
                <a:srgbClr val="F2F2F2"/>
              </a:gs>
              <a:gs pos="100000">
                <a:srgbClr val="F2F2F2"/>
              </a:gs>
            </a:gsLst>
            <a:lin ang="540070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</p:txBody>
      </p:sp>
      <p:sp>
        <p:nvSpPr>
          <p:cNvPr id="340" name="Google Shape;340;p79" title="Milestone Number"/>
          <p:cNvSpPr/>
          <p:nvPr/>
        </p:nvSpPr>
        <p:spPr>
          <a:xfrm>
            <a:off x="3069177" y="2341854"/>
            <a:ext cx="206400" cy="206400"/>
          </a:xfrm>
          <a:prstGeom prst="ellipse">
            <a:avLst/>
          </a:prstGeom>
          <a:solidFill>
            <a:schemeClr val="lt1"/>
          </a:solidFill>
          <a:ln>
            <a:noFill/>
          </a:ln>
          <a:effectLst>
            <a:outerShdw blurRad="25400" rotWithShape="0" algn="tl" dir="2700000" dist="12700">
              <a:srgbClr val="000000">
                <a:alpha val="40000"/>
              </a:srgbClr>
            </a:outerShdw>
          </a:effectLst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rgbClr val="595959"/>
                </a:solidFill>
                <a:latin typeface="Trebuchet MS"/>
                <a:ea typeface="Trebuchet MS"/>
                <a:cs typeface="Trebuchet MS"/>
                <a:sym typeface="Trebuchet MS"/>
              </a:rPr>
              <a:t>06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41" name="Google Shape;341;p79"/>
          <p:cNvSpPr txBox="1"/>
          <p:nvPr/>
        </p:nvSpPr>
        <p:spPr>
          <a:xfrm>
            <a:off x="3022357" y="1770881"/>
            <a:ext cx="757200" cy="106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rgbClr val="FFD966"/>
                </a:solidFill>
                <a:latin typeface="Trebuchet MS"/>
                <a:ea typeface="Trebuchet MS"/>
                <a:cs typeface="Trebuchet MS"/>
                <a:sym typeface="Trebuchet MS"/>
              </a:rPr>
              <a:t>Sept 13, 2019</a:t>
            </a:r>
            <a:endParaRPr b="0" i="0" sz="800" u="none" cap="none" strike="noStrike">
              <a:solidFill>
                <a:srgbClr val="FFD966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"/>
              <a:buFont typeface="Arial"/>
              <a:buNone/>
            </a:pPr>
            <a:r>
              <a:t/>
            </a:r>
            <a:endParaRPr b="0" i="0" sz="200" u="none" cap="none" strike="noStrike">
              <a:solidFill>
                <a:srgbClr val="B49823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chemeClr val="lt1"/>
                </a:solidFill>
                <a:latin typeface="Trebuchet MS"/>
                <a:ea typeface="Trebuchet MS"/>
                <a:cs typeface="Trebuchet MS"/>
                <a:sym typeface="Trebuchet MS"/>
              </a:rPr>
              <a:t>Apple</a:t>
            </a:r>
            <a:endParaRPr b="0" i="0" sz="800" u="none" cap="none" strike="noStrike">
              <a:solidFill>
                <a:schemeClr val="lt1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chemeClr val="lt1"/>
                </a:solidFill>
                <a:latin typeface="Trebuchet MS"/>
                <a:ea typeface="Trebuchet MS"/>
                <a:cs typeface="Trebuchet MS"/>
                <a:sym typeface="Trebuchet MS"/>
              </a:rPr>
              <a:t>Microsoft</a:t>
            </a:r>
            <a:endParaRPr b="0" i="0" sz="800" u="none" cap="none" strike="noStrike">
              <a:solidFill>
                <a:schemeClr val="lt1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"/>
              <a:buFont typeface="Arial"/>
              <a:buNone/>
            </a:pPr>
            <a:r>
              <a:t/>
            </a:r>
            <a:endParaRPr b="0" i="0" sz="200" u="none" cap="none" strike="noStrike">
              <a:solidFill>
                <a:srgbClr val="B49823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t/>
            </a:r>
            <a:endParaRPr b="0" i="0" sz="800" u="none" cap="none" strike="noStrike">
              <a:solidFill>
                <a:srgbClr val="B49823"/>
              </a:solidFill>
              <a:latin typeface="Trebuchet MS"/>
              <a:ea typeface="Trebuchet MS"/>
              <a:cs typeface="Trebuchet MS"/>
              <a:sym typeface="Trebuchet MS"/>
            </a:endParaRPr>
          </a:p>
        </p:txBody>
      </p:sp>
      <p:grpSp>
        <p:nvGrpSpPr>
          <p:cNvPr id="342" name="Google Shape;342;p79" title="Milestone 3"/>
          <p:cNvGrpSpPr/>
          <p:nvPr/>
        </p:nvGrpSpPr>
        <p:grpSpPr>
          <a:xfrm>
            <a:off x="3743314" y="1524288"/>
            <a:ext cx="386337" cy="2683459"/>
            <a:chOff x="3360040" y="1779237"/>
            <a:chExt cx="556200" cy="3863316"/>
          </a:xfrm>
        </p:grpSpPr>
        <p:sp>
          <p:nvSpPr>
            <p:cNvPr id="343" name="Google Shape;343;p79" title="Milestone Arrow"/>
            <p:cNvSpPr/>
            <p:nvPr/>
          </p:nvSpPr>
          <p:spPr>
            <a:xfrm>
              <a:off x="3360040" y="3114153"/>
              <a:ext cx="470400" cy="2528400"/>
            </a:xfrm>
            <a:prstGeom prst="downArrow">
              <a:avLst>
                <a:gd fmla="val 100000" name="adj1"/>
                <a:gd fmla="val 50000" name="adj2"/>
              </a:avLst>
            </a:prstGeom>
            <a:gradFill>
              <a:gsLst>
                <a:gs pos="0">
                  <a:srgbClr val="C3602C"/>
                </a:gs>
                <a:gs pos="45000">
                  <a:srgbClr val="FFD965"/>
                </a:gs>
                <a:gs pos="94000">
                  <a:srgbClr val="F2F2F2"/>
                </a:gs>
                <a:gs pos="100000">
                  <a:srgbClr val="F2F2F2"/>
                </a:gs>
              </a:gsLst>
              <a:lin ang="54007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sp>
          <p:nvSpPr>
            <p:cNvPr id="344" name="Google Shape;344;p79" title="Milestone Number"/>
            <p:cNvSpPr/>
            <p:nvPr/>
          </p:nvSpPr>
          <p:spPr>
            <a:xfrm>
              <a:off x="3446741" y="3369142"/>
              <a:ext cx="297000" cy="297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5400" rotWithShape="0" algn="tl" dir="2700000" dist="12700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595959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07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45" name="Google Shape;345;p79"/>
            <p:cNvSpPr txBox="1"/>
            <p:nvPr/>
          </p:nvSpPr>
          <p:spPr>
            <a:xfrm>
              <a:off x="3360040" y="1779237"/>
              <a:ext cx="556200" cy="1539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April 16</a:t>
              </a:r>
              <a:endParaRPr b="0" i="0" sz="800" u="none" cap="none" strike="noStrike">
                <a:solidFill>
                  <a:srgbClr val="FFD966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 2020</a:t>
              </a:r>
              <a:endParaRPr b="0" i="0" sz="800" u="none" cap="none" strike="noStrike">
                <a:solidFill>
                  <a:srgbClr val="FFD966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00"/>
                <a:buFont typeface="Arial"/>
                <a:buNone/>
              </a:pPr>
              <a:r>
                <a:t/>
              </a:r>
              <a:endParaRPr b="0" i="0" sz="200" u="none" cap="none" strike="noStrike">
                <a:solidFill>
                  <a:srgbClr val="FFD966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1" i="0" lang="en" sz="7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Open </a:t>
              </a:r>
              <a:endParaRPr b="1" i="0" sz="700" u="none" cap="none" strike="noStrike">
                <a:solidFill>
                  <a:srgbClr val="C3602C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1" i="0" lang="en" sz="7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Shading </a:t>
              </a:r>
              <a:endParaRPr b="1" i="0" sz="700" u="none" cap="none" strike="noStrike">
                <a:solidFill>
                  <a:srgbClr val="C3602C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1" i="0" lang="en" sz="6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Language</a:t>
              </a:r>
              <a:endParaRPr b="1" i="0" sz="600" u="none" cap="none" strike="noStrike">
                <a:solidFill>
                  <a:srgbClr val="C3602C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00"/>
                <a:buFont typeface="Arial"/>
                <a:buNone/>
              </a:pPr>
              <a:r>
                <a:t/>
              </a:r>
              <a:endParaRPr b="0" i="0" sz="200" u="none" cap="none" strike="noStrike">
                <a:solidFill>
                  <a:srgbClr val="C3602C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AMD</a:t>
              </a:r>
              <a:endParaRPr b="0" i="0" sz="800" u="none" cap="none" strike="noStrike">
                <a:solidFill>
                  <a:schemeClr val="lt1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7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DockYard</a:t>
              </a:r>
              <a:endParaRPr b="0" i="0" sz="700" u="none" cap="none" strike="noStrike">
                <a:solidFill>
                  <a:schemeClr val="lt1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00"/>
                <a:buFont typeface="Arial"/>
                <a:buNone/>
              </a:pPr>
              <a:r>
                <a:t/>
              </a:r>
              <a:endParaRPr b="0" i="0" sz="200" u="none" cap="none" strike="noStrike">
                <a:solidFill>
                  <a:srgbClr val="FFD966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t/>
              </a:r>
              <a:endParaRPr b="0" i="0" sz="800" u="none" cap="none" strike="noStrike">
                <a:solidFill>
                  <a:srgbClr val="FFD966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</p:grpSp>
      <p:grpSp>
        <p:nvGrpSpPr>
          <p:cNvPr id="346" name="Google Shape;346;p79"/>
          <p:cNvGrpSpPr/>
          <p:nvPr/>
        </p:nvGrpSpPr>
        <p:grpSpPr>
          <a:xfrm>
            <a:off x="4170435" y="446289"/>
            <a:ext cx="934085" cy="3761054"/>
            <a:chOff x="6941408" y="649743"/>
            <a:chExt cx="1245446" cy="5014739"/>
          </a:xfrm>
        </p:grpSpPr>
        <p:grpSp>
          <p:nvGrpSpPr>
            <p:cNvPr id="347" name="Google Shape;347;p79"/>
            <p:cNvGrpSpPr/>
            <p:nvPr/>
          </p:nvGrpSpPr>
          <p:grpSpPr>
            <a:xfrm>
              <a:off x="6941408" y="649743"/>
              <a:ext cx="1245446" cy="5014739"/>
              <a:chOff x="7627208" y="649743"/>
              <a:chExt cx="1245446" cy="5014739"/>
            </a:xfrm>
          </p:grpSpPr>
          <p:sp>
            <p:nvSpPr>
              <p:cNvPr id="348" name="Google Shape;348;p79" title="Milestone Arrow"/>
              <p:cNvSpPr/>
              <p:nvPr/>
            </p:nvSpPr>
            <p:spPr>
              <a:xfrm>
                <a:off x="7639239" y="2242082"/>
                <a:ext cx="435600" cy="3422400"/>
              </a:xfrm>
              <a:prstGeom prst="downArrow">
                <a:avLst>
                  <a:gd fmla="val 100000" name="adj1"/>
                  <a:gd fmla="val 50000" name="adj2"/>
                </a:avLst>
              </a:prstGeom>
              <a:gradFill>
                <a:gsLst>
                  <a:gs pos="0">
                    <a:srgbClr val="C3602C"/>
                  </a:gs>
                  <a:gs pos="45000">
                    <a:srgbClr val="FFD965"/>
                  </a:gs>
                  <a:gs pos="94000">
                    <a:srgbClr val="F2F2F2"/>
                  </a:gs>
                  <a:gs pos="100000">
                    <a:srgbClr val="F2F2F2"/>
                  </a:gs>
                </a:gsLst>
                <a:lin ang="5400700" scaled="0"/>
              </a:gradFill>
              <a:ln>
                <a:noFill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r>
                  <a:t/>
                </a:r>
                <a:endParaRPr b="0" i="0" sz="1400" u="none" cap="none" strike="noStrike">
                  <a:solidFill>
                    <a:srgbClr val="FFFFFF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  <p:grpSp>
            <p:nvGrpSpPr>
              <p:cNvPr id="349" name="Google Shape;349;p79" title="Milestone Text"/>
              <p:cNvGrpSpPr/>
              <p:nvPr/>
            </p:nvGrpSpPr>
            <p:grpSpPr>
              <a:xfrm>
                <a:off x="7627208" y="649743"/>
                <a:ext cx="1245446" cy="740434"/>
                <a:chOff x="2070091" y="-1059208"/>
                <a:chExt cx="1344829" cy="771446"/>
              </a:xfrm>
            </p:grpSpPr>
            <p:sp>
              <p:nvSpPr>
                <p:cNvPr id="350" name="Google Shape;350;p79"/>
                <p:cNvSpPr txBox="1"/>
                <p:nvPr/>
              </p:nvSpPr>
              <p:spPr>
                <a:xfrm>
                  <a:off x="2075420" y="-1059208"/>
                  <a:ext cx="1339500" cy="557100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anchorCtr="0" anchor="t" bIns="0" lIns="0" spcFirstLastPara="1" rIns="0" wrap="square" tIns="0">
                  <a:noAutofit/>
                </a:bodyPr>
                <a:lstStyle/>
                <a:p>
                  <a:pPr indent="0" lvl="0" marL="0" marR="0" rtl="0" algn="l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300"/>
                    <a:buFont typeface="Arial"/>
                    <a:buNone/>
                  </a:pPr>
                  <a:r>
                    <a:rPr b="0" i="0" lang="en" sz="1100" u="none" cap="none" strike="noStrike">
                      <a:solidFill>
                        <a:srgbClr val="FFD965"/>
                      </a:solidFill>
                      <a:latin typeface="Trebuchet MS"/>
                      <a:ea typeface="Trebuchet MS"/>
                      <a:cs typeface="Trebuchet MS"/>
                      <a:sym typeface="Trebuchet MS"/>
                    </a:rPr>
                    <a:t>Open Source Days 2020</a:t>
                  </a:r>
                  <a:endParaRPr b="0" i="0" sz="1100" u="none" cap="none" strike="noStrike">
                    <a:solidFill>
                      <a:srgbClr val="FFD965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</p:txBody>
            </p:sp>
            <p:sp>
              <p:nvSpPr>
                <p:cNvPr id="351" name="Google Shape;351;p79"/>
                <p:cNvSpPr txBox="1"/>
                <p:nvPr/>
              </p:nvSpPr>
              <p:spPr>
                <a:xfrm>
                  <a:off x="2070091" y="-441662"/>
                  <a:ext cx="1339500" cy="153900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anchorCtr="0" anchor="t" bIns="0" lIns="0" spcFirstLastPara="1" rIns="0" wrap="square" tIns="0">
                  <a:noAutofit/>
                </a:bodyPr>
                <a:lstStyle/>
                <a:p>
                  <a:pPr indent="0" lvl="0" marL="0" marR="0" rtl="0" algn="l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800"/>
                    <a:buFont typeface="Arial"/>
                    <a:buNone/>
                  </a:pPr>
                  <a:r>
                    <a:rPr b="0" i="0" lang="en" sz="800" u="none" cap="none" strike="noStrike">
                      <a:solidFill>
                        <a:srgbClr val="FFD966"/>
                      </a:solidFill>
                      <a:latin typeface="Trebuchet MS"/>
                      <a:ea typeface="Trebuchet MS"/>
                      <a:cs typeface="Trebuchet MS"/>
                      <a:sym typeface="Trebuchet MS"/>
                    </a:rPr>
                    <a:t>August 19-20 2020</a:t>
                  </a:r>
                  <a:endParaRPr b="0" i="0" sz="800" u="none" cap="none" strike="noStrike">
                    <a:solidFill>
                      <a:srgbClr val="FFD966"/>
                    </a:solidFill>
                    <a:latin typeface="Trebuchet MS"/>
                    <a:ea typeface="Trebuchet MS"/>
                    <a:cs typeface="Trebuchet MS"/>
                    <a:sym typeface="Trebuchet MS"/>
                  </a:endParaRPr>
                </a:p>
                <a:p>
                  <a:pPr indent="0" lvl="0" marL="0" marR="0" rtl="0" algn="l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200"/>
                    <a:buFont typeface="Arial"/>
                    <a:buNone/>
                  </a:pPr>
                  <a:r>
                    <a:t/>
                  </a:r>
                  <a:endParaRPr b="0" i="0" sz="200" u="none" cap="none" strike="noStrike">
                    <a:solidFill>
                      <a:srgbClr val="4EB7C5"/>
                    </a:solidFill>
                    <a:latin typeface="Trebuchet MS"/>
                    <a:ea typeface="Trebuchet MS"/>
                    <a:cs typeface="Trebuchet MS"/>
                    <a:sym typeface="Trebuchet MS"/>
                  </a:endParaRPr>
                </a:p>
                <a:p>
                  <a:pPr indent="0" lvl="0" marL="0" marR="0" rtl="0" algn="l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200"/>
                    <a:buFont typeface="Arial"/>
                    <a:buNone/>
                  </a:pPr>
                  <a:r>
                    <a:t/>
                  </a:r>
                  <a:endParaRPr b="0" i="0" sz="200" u="none" cap="none" strike="noStrike">
                    <a:solidFill>
                      <a:srgbClr val="FFFFFF"/>
                    </a:solidFill>
                    <a:latin typeface="Trebuchet MS"/>
                    <a:ea typeface="Trebuchet MS"/>
                    <a:cs typeface="Trebuchet MS"/>
                    <a:sym typeface="Trebuchet MS"/>
                  </a:endParaRPr>
                </a:p>
                <a:p>
                  <a:pPr indent="0" lvl="0" marL="0" marR="0" rtl="0" algn="l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800"/>
                    <a:buFont typeface="Arial"/>
                    <a:buNone/>
                  </a:pPr>
                  <a:r>
                    <a:rPr b="0" i="0" lang="en" sz="800" u="none" cap="none" strike="noStrike">
                      <a:solidFill>
                        <a:srgbClr val="FFFFFF"/>
                      </a:solidFill>
                      <a:latin typeface="Trebuchet MS"/>
                      <a:ea typeface="Trebuchet MS"/>
                      <a:cs typeface="Trebuchet MS"/>
                      <a:sym typeface="Trebuchet MS"/>
                    </a:rPr>
                    <a:t>Unity </a:t>
                  </a:r>
                  <a:endParaRPr b="0" i="0" sz="800" u="none" cap="none" strike="noStrike">
                    <a:solidFill>
                      <a:srgbClr val="FFFFFF"/>
                    </a:solidFill>
                    <a:latin typeface="Trebuchet MS"/>
                    <a:ea typeface="Trebuchet MS"/>
                    <a:cs typeface="Trebuchet MS"/>
                    <a:sym typeface="Trebuchet MS"/>
                  </a:endParaRPr>
                </a:p>
                <a:p>
                  <a:pPr indent="0" lvl="0" marL="0" marR="0" rtl="0" algn="l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800"/>
                    <a:buFont typeface="Arial"/>
                    <a:buNone/>
                  </a:pPr>
                  <a:r>
                    <a:rPr b="0" i="0" lang="en" sz="800" u="none" cap="none" strike="noStrike">
                      <a:solidFill>
                        <a:srgbClr val="FFFFFF"/>
                      </a:solidFill>
                      <a:latin typeface="Trebuchet MS"/>
                      <a:ea typeface="Trebuchet MS"/>
                      <a:cs typeface="Trebuchet MS"/>
                      <a:sym typeface="Trebuchet MS"/>
                    </a:rPr>
                    <a:t>Conductor Technologies</a:t>
                  </a:r>
                  <a:endParaRPr b="0" i="0" sz="800" u="none" cap="none" strike="noStrike">
                    <a:solidFill>
                      <a:srgbClr val="FFFFFF"/>
                    </a:solidFill>
                    <a:latin typeface="Trebuchet MS"/>
                    <a:ea typeface="Trebuchet MS"/>
                    <a:cs typeface="Trebuchet MS"/>
                    <a:sym typeface="Trebuchet MS"/>
                  </a:endParaRPr>
                </a:p>
                <a:p>
                  <a:pPr indent="0" lvl="0" marL="0" marR="0" rtl="0" algn="l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800"/>
                    <a:buFont typeface="Arial"/>
                    <a:buNone/>
                  </a:pPr>
                  <a:r>
                    <a:rPr b="0" i="0" lang="en" sz="800" u="none" cap="none" strike="noStrike">
                      <a:solidFill>
                        <a:srgbClr val="FFFFFF"/>
                      </a:solidFill>
                      <a:latin typeface="Trebuchet MS"/>
                      <a:ea typeface="Trebuchet MS"/>
                      <a:cs typeface="Trebuchet MS"/>
                      <a:sym typeface="Trebuchet MS"/>
                    </a:rPr>
                    <a:t>SMPTE</a:t>
                  </a:r>
                  <a:endParaRPr b="0" i="0" sz="800" u="none" cap="none" strike="noStrike">
                    <a:solidFill>
                      <a:srgbClr val="FFFFFF"/>
                    </a:solidFill>
                    <a:latin typeface="Trebuchet MS"/>
                    <a:ea typeface="Trebuchet MS"/>
                    <a:cs typeface="Trebuchet MS"/>
                    <a:sym typeface="Trebuchet MS"/>
                  </a:endParaRPr>
                </a:p>
                <a:p>
                  <a:pPr indent="0" lvl="0" marL="0" marR="0" rtl="0" algn="l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800"/>
                    <a:buFont typeface="Arial"/>
                    <a:buNone/>
                  </a:pPr>
                  <a:r>
                    <a:t/>
                  </a:r>
                  <a:endParaRPr b="0" i="0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endParaRPr>
                </a:p>
              </p:txBody>
            </p:sp>
          </p:grpSp>
        </p:grpSp>
        <p:sp>
          <p:nvSpPr>
            <p:cNvPr id="352" name="Google Shape;352;p79" title="Milestone Number"/>
            <p:cNvSpPr/>
            <p:nvPr/>
          </p:nvSpPr>
          <p:spPr>
            <a:xfrm>
              <a:off x="7044368" y="2405066"/>
              <a:ext cx="275400" cy="2754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5400" rotWithShape="0" algn="tl" dir="2700000" dist="12700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595959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08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353" name="Google Shape;353;p79"/>
          <p:cNvGrpSpPr/>
          <p:nvPr/>
        </p:nvGrpSpPr>
        <p:grpSpPr>
          <a:xfrm>
            <a:off x="140773" y="2770888"/>
            <a:ext cx="569903" cy="1468924"/>
            <a:chOff x="1439424" y="3403934"/>
            <a:chExt cx="820476" cy="2114777"/>
          </a:xfrm>
        </p:grpSpPr>
        <p:grpSp>
          <p:nvGrpSpPr>
            <p:cNvPr id="354" name="Google Shape;354;p79"/>
            <p:cNvGrpSpPr/>
            <p:nvPr/>
          </p:nvGrpSpPr>
          <p:grpSpPr>
            <a:xfrm>
              <a:off x="1439424" y="3945707"/>
              <a:ext cx="818400" cy="1573004"/>
              <a:chOff x="96469" y="3863942"/>
              <a:chExt cx="818400" cy="1573004"/>
            </a:xfrm>
          </p:grpSpPr>
          <p:sp>
            <p:nvSpPr>
              <p:cNvPr id="355" name="Google Shape;355;p79" title="Milestone Arrow"/>
              <p:cNvSpPr/>
              <p:nvPr/>
            </p:nvSpPr>
            <p:spPr>
              <a:xfrm>
                <a:off x="436075" y="4839046"/>
                <a:ext cx="470400" cy="597900"/>
              </a:xfrm>
              <a:prstGeom prst="downArrow">
                <a:avLst>
                  <a:gd fmla="val 100000" name="adj1"/>
                  <a:gd fmla="val 50000" name="adj2"/>
                </a:avLst>
              </a:prstGeom>
              <a:solidFill>
                <a:srgbClr val="C7AB66"/>
              </a:solidFill>
              <a:ln>
                <a:noFill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r>
                  <a:t/>
                </a:r>
                <a:endParaRPr b="0" i="0" sz="1400" u="none" cap="none" strike="noStrike">
                  <a:solidFill>
                    <a:srgbClr val="FFFFFF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  <p:grpSp>
            <p:nvGrpSpPr>
              <p:cNvPr id="356" name="Google Shape;356;p79" title="Milestone Text"/>
              <p:cNvGrpSpPr/>
              <p:nvPr/>
            </p:nvGrpSpPr>
            <p:grpSpPr>
              <a:xfrm>
                <a:off x="96469" y="3863942"/>
                <a:ext cx="818400" cy="872733"/>
                <a:chOff x="1147427" y="3655833"/>
                <a:chExt cx="818400" cy="872733"/>
              </a:xfrm>
            </p:grpSpPr>
            <p:sp>
              <p:nvSpPr>
                <p:cNvPr id="357" name="Google Shape;357;p79"/>
                <p:cNvSpPr txBox="1"/>
                <p:nvPr/>
              </p:nvSpPr>
              <p:spPr>
                <a:xfrm>
                  <a:off x="1147427" y="4066866"/>
                  <a:ext cx="818400" cy="461700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anchorCtr="0" anchor="t" bIns="0" lIns="0" spcFirstLastPara="1" rIns="0" wrap="square" tIns="0">
                  <a:noAutofit/>
                </a:bodyPr>
                <a:lstStyle/>
                <a:p>
                  <a:pPr indent="0" lvl="0" marL="0" marR="0" rtl="0" algn="r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800"/>
                    <a:buFont typeface="Arial"/>
                    <a:buNone/>
                  </a:pPr>
                  <a:r>
                    <a:rPr b="0" i="0" lang="en" sz="700" u="none" cap="none" strike="noStrike">
                      <a:solidFill>
                        <a:srgbClr val="B49823"/>
                      </a:solidFill>
                      <a:latin typeface="Trebuchet MS"/>
                      <a:ea typeface="Trebuchet MS"/>
                      <a:cs typeface="Trebuchet MS"/>
                      <a:sym typeface="Trebuchet MS"/>
                    </a:rPr>
                    <a:t>Open source</a:t>
                  </a:r>
                  <a:endParaRPr b="0" i="0" sz="1300" u="none" cap="none" strike="noStrike">
                    <a:solidFill>
                      <a:srgbClr val="B49823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  <a:p>
                  <a:pPr indent="0" lvl="0" marL="0" marR="0" rtl="0" algn="r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800"/>
                    <a:buFont typeface="Arial"/>
                    <a:buNone/>
                  </a:pPr>
                  <a:r>
                    <a:rPr b="0" i="0" lang="en" sz="700" u="none" cap="none" strike="noStrike">
                      <a:solidFill>
                        <a:srgbClr val="B49823"/>
                      </a:solidFill>
                      <a:latin typeface="Trebuchet MS"/>
                      <a:ea typeface="Trebuchet MS"/>
                      <a:cs typeface="Trebuchet MS"/>
                      <a:sym typeface="Trebuchet MS"/>
                    </a:rPr>
                    <a:t>Investigation </a:t>
                  </a:r>
                  <a:endParaRPr b="0" i="0" sz="1300" u="none" cap="none" strike="noStrike">
                    <a:solidFill>
                      <a:srgbClr val="B49823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  <a:p>
                  <a:pPr indent="0" lvl="0" marL="0" marR="0" rtl="0" algn="r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800"/>
                    <a:buFont typeface="Arial"/>
                    <a:buNone/>
                  </a:pPr>
                  <a:r>
                    <a:rPr b="0" i="0" lang="en" sz="700" u="none" cap="none" strike="noStrike">
                      <a:solidFill>
                        <a:srgbClr val="B49823"/>
                      </a:solidFill>
                      <a:latin typeface="Trebuchet MS"/>
                      <a:ea typeface="Trebuchet MS"/>
                      <a:cs typeface="Trebuchet MS"/>
                      <a:sym typeface="Trebuchet MS"/>
                    </a:rPr>
                    <a:t>concludes</a:t>
                  </a:r>
                  <a:endParaRPr b="0" i="0" sz="1300" u="none" cap="none" strike="noStrike">
                    <a:solidFill>
                      <a:srgbClr val="B49823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</p:txBody>
            </p:sp>
            <p:sp>
              <p:nvSpPr>
                <p:cNvPr id="358" name="Google Shape;358;p79"/>
                <p:cNvSpPr txBox="1"/>
                <p:nvPr/>
              </p:nvSpPr>
              <p:spPr>
                <a:xfrm>
                  <a:off x="1326502" y="3655833"/>
                  <a:ext cx="623700" cy="430800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anchorCtr="0" anchor="t" bIns="0" lIns="0" spcFirstLastPara="1" rIns="0" wrap="square" tIns="0">
                  <a:noAutofit/>
                </a:bodyPr>
                <a:lstStyle/>
                <a:p>
                  <a:pPr indent="0" lvl="0" marL="0" marR="0" rtl="0" algn="r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000"/>
                    <a:buFont typeface="Arial"/>
                    <a:buNone/>
                  </a:pPr>
                  <a:r>
                    <a:rPr b="0" i="0" lang="en" sz="1000" u="none" cap="none" strike="noStrike">
                      <a:solidFill>
                        <a:srgbClr val="C7AB66"/>
                      </a:solidFill>
                      <a:latin typeface="Trebuchet MS"/>
                      <a:ea typeface="Trebuchet MS"/>
                      <a:cs typeface="Trebuchet MS"/>
                      <a:sym typeface="Trebuchet MS"/>
                    </a:rPr>
                    <a:t>Scitech </a:t>
                  </a:r>
                  <a:endParaRPr b="0" i="0" sz="1300" u="none" cap="none" strike="noStrik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  <a:p>
                  <a:pPr indent="0" lvl="0" marL="0" marR="0" rtl="0" algn="r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000"/>
                    <a:buFont typeface="Arial"/>
                    <a:buNone/>
                  </a:pPr>
                  <a:r>
                    <a:rPr b="0" i="0" lang="en" sz="1000" u="none" cap="none" strike="noStrike">
                      <a:solidFill>
                        <a:srgbClr val="C7AB66"/>
                      </a:solidFill>
                      <a:latin typeface="Trebuchet MS"/>
                      <a:ea typeface="Trebuchet MS"/>
                      <a:cs typeface="Trebuchet MS"/>
                      <a:sym typeface="Trebuchet MS"/>
                    </a:rPr>
                    <a:t>Council</a:t>
                  </a:r>
                  <a:endParaRPr b="0" i="0" sz="1300" u="none" cap="none" strike="noStrik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</p:txBody>
            </p:sp>
          </p:grpSp>
        </p:grpSp>
        <p:pic>
          <p:nvPicPr>
            <p:cNvPr id="359" name="Google Shape;359;p79"/>
            <p:cNvPicPr preferRelativeResize="0"/>
            <p:nvPr/>
          </p:nvPicPr>
          <p:blipFill rotWithShape="1">
            <a:blip r:embed="rId3">
              <a:alphaModFix/>
            </a:blip>
            <a:srcRect b="0" l="0" r="0" t="0"/>
            <a:stretch/>
          </p:blipFill>
          <p:spPr>
            <a:xfrm>
              <a:off x="1776600" y="3403934"/>
              <a:ext cx="483300" cy="483300"/>
            </a:xfrm>
            <a:prstGeom prst="rect">
              <a:avLst/>
            </a:prstGeom>
            <a:noFill/>
            <a:ln>
              <a:noFill/>
            </a:ln>
          </p:spPr>
        </p:pic>
      </p:grpSp>
      <p:grpSp>
        <p:nvGrpSpPr>
          <p:cNvPr id="360" name="Google Shape;360;p79"/>
          <p:cNvGrpSpPr/>
          <p:nvPr/>
        </p:nvGrpSpPr>
        <p:grpSpPr>
          <a:xfrm>
            <a:off x="4997626" y="443331"/>
            <a:ext cx="941241" cy="3776583"/>
            <a:chOff x="8850426" y="35014"/>
            <a:chExt cx="1355083" cy="5437062"/>
          </a:xfrm>
        </p:grpSpPr>
        <p:sp>
          <p:nvSpPr>
            <p:cNvPr id="361" name="Google Shape;361;p79" title="Milestone Arrow"/>
            <p:cNvSpPr/>
            <p:nvPr/>
          </p:nvSpPr>
          <p:spPr>
            <a:xfrm>
              <a:off x="8872466" y="1476676"/>
              <a:ext cx="470400" cy="3995400"/>
            </a:xfrm>
            <a:prstGeom prst="downArrow">
              <a:avLst>
                <a:gd fmla="val 100000" name="adj1"/>
                <a:gd fmla="val 50000" name="adj2"/>
              </a:avLst>
            </a:prstGeom>
            <a:gradFill>
              <a:gsLst>
                <a:gs pos="0">
                  <a:srgbClr val="C3602C"/>
                </a:gs>
                <a:gs pos="45000">
                  <a:srgbClr val="FFD965"/>
                </a:gs>
                <a:gs pos="94000">
                  <a:srgbClr val="F2F2F2"/>
                </a:gs>
                <a:gs pos="100000">
                  <a:srgbClr val="F2F2F2"/>
                </a:gs>
              </a:gsLst>
              <a:lin ang="54007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grpSp>
          <p:nvGrpSpPr>
            <p:cNvPr id="362" name="Google Shape;362;p79" title="Milestone Text"/>
            <p:cNvGrpSpPr/>
            <p:nvPr/>
          </p:nvGrpSpPr>
          <p:grpSpPr>
            <a:xfrm>
              <a:off x="8850426" y="35014"/>
              <a:ext cx="1355083" cy="750022"/>
              <a:chOff x="2003774" y="-1080659"/>
              <a:chExt cx="1355083" cy="723680"/>
            </a:xfrm>
          </p:grpSpPr>
          <p:sp>
            <p:nvSpPr>
              <p:cNvPr id="363" name="Google Shape;363;p79"/>
              <p:cNvSpPr txBox="1"/>
              <p:nvPr/>
            </p:nvSpPr>
            <p:spPr>
              <a:xfrm>
                <a:off x="2003774" y="-1080659"/>
                <a:ext cx="1344900" cy="5571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300"/>
                  <a:buFont typeface="Arial"/>
                  <a:buNone/>
                </a:pPr>
                <a:r>
                  <a:rPr b="0" i="0" lang="en" sz="1100" u="none" cap="none" strike="noStrike">
                    <a:solidFill>
                      <a:srgbClr val="FFD966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 Source Days 2021</a:t>
                </a:r>
                <a:endParaRPr b="0" i="0" sz="1100" u="none" cap="none" strike="noStrike">
                  <a:solidFill>
                    <a:srgbClr val="FFD966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364" name="Google Shape;364;p79"/>
              <p:cNvSpPr txBox="1"/>
              <p:nvPr/>
            </p:nvSpPr>
            <p:spPr>
              <a:xfrm>
                <a:off x="2013957" y="-510879"/>
                <a:ext cx="1344900" cy="153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FFD966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August  4-5 2021</a:t>
                </a:r>
                <a:endParaRPr b="0" i="0" sz="8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200"/>
                  <a:buFont typeface="Arial"/>
                  <a:buNone/>
                </a:pPr>
                <a:r>
                  <a:t/>
                </a:r>
                <a:endParaRPr b="0" i="0" sz="200" u="none" cap="none" strike="noStrike">
                  <a:solidFill>
                    <a:srgbClr val="4EB7C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00"/>
                  <a:buFont typeface="Arial"/>
                  <a:buNone/>
                </a:pPr>
                <a:r>
                  <a:t/>
                </a:r>
                <a:endParaRPr b="0" i="0" sz="100" u="none" cap="none" strike="noStrike">
                  <a:solidFill>
                    <a:srgbClr val="BA461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1" i="0" lang="en" sz="800" u="none" cap="none" strike="noStrike">
                    <a:solidFill>
                      <a:srgbClr val="C3602C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MaterialX</a:t>
                </a:r>
                <a:endParaRPr b="1" i="0" sz="8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FFFFFF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Maxon</a:t>
                </a:r>
                <a:r>
                  <a:rPr b="0" i="0" lang="en" sz="900" u="none" cap="none" strike="noStrike">
                    <a:solidFill>
                      <a:srgbClr val="FFFFFF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 </a:t>
                </a:r>
                <a:endParaRPr b="0" i="0" sz="1100" u="none" cap="none" strike="noStrik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</p:grpSp>
        <p:sp>
          <p:nvSpPr>
            <p:cNvPr id="365" name="Google Shape;365;p79" title="Milestone Number"/>
            <p:cNvSpPr/>
            <p:nvPr/>
          </p:nvSpPr>
          <p:spPr>
            <a:xfrm>
              <a:off x="8955720" y="1611430"/>
              <a:ext cx="297300" cy="2973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5400" rotWithShape="0" algn="tl" dir="2700000" dist="12700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595959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10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366" name="Google Shape;366;p79" title="Milestone Number"/>
          <p:cNvSpPr/>
          <p:nvPr/>
        </p:nvSpPr>
        <p:spPr>
          <a:xfrm>
            <a:off x="3382725" y="3407980"/>
            <a:ext cx="304800" cy="298500"/>
          </a:xfrm>
          <a:prstGeom prst="ellipse">
            <a:avLst/>
          </a:prstGeom>
          <a:noFill/>
          <a:ln cap="flat" cmpd="sng" w="1270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  <a:effectLst>
            <a:outerShdw blurRad="25400" rotWithShape="0" algn="tl" dir="2700000" dist="12700">
              <a:srgbClr val="000000">
                <a:alpha val="40000"/>
              </a:srgbClr>
            </a:outerShdw>
          </a:effectLst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rgbClr val="B49823"/>
                </a:solidFill>
                <a:latin typeface="Trebuchet MS"/>
                <a:ea typeface="Trebuchet MS"/>
                <a:cs typeface="Trebuchet MS"/>
                <a:sym typeface="Trebuchet MS"/>
              </a:rPr>
              <a:t>$1M/</a:t>
            </a:r>
            <a:r>
              <a:rPr b="0" i="0" lang="en" sz="600" u="none" cap="none" strike="noStrike">
                <a:solidFill>
                  <a:srgbClr val="B49823"/>
                </a:solidFill>
                <a:latin typeface="Trebuchet MS"/>
                <a:ea typeface="Trebuchet MS"/>
                <a:cs typeface="Trebuchet MS"/>
                <a:sym typeface="Trebuchet MS"/>
              </a:rPr>
              <a:t>year</a:t>
            </a:r>
            <a:endParaRPr b="0" i="0" sz="1200" u="none" cap="none" strike="noStrike">
              <a:solidFill>
                <a:srgbClr val="B49823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67" name="Google Shape;367;p79"/>
          <p:cNvSpPr txBox="1"/>
          <p:nvPr/>
        </p:nvSpPr>
        <p:spPr>
          <a:xfrm>
            <a:off x="760016" y="4469107"/>
            <a:ext cx="515100" cy="163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August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68" name="Google Shape;368;p79"/>
          <p:cNvSpPr txBox="1"/>
          <p:nvPr/>
        </p:nvSpPr>
        <p:spPr>
          <a:xfrm>
            <a:off x="1292719" y="4469107"/>
            <a:ext cx="369300" cy="163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Oct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69" name="Google Shape;369;p79"/>
          <p:cNvSpPr txBox="1"/>
          <p:nvPr/>
        </p:nvSpPr>
        <p:spPr>
          <a:xfrm>
            <a:off x="1708459" y="4469107"/>
            <a:ext cx="369300" cy="163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Feb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0" name="Google Shape;370;p79"/>
          <p:cNvSpPr txBox="1"/>
          <p:nvPr/>
        </p:nvSpPr>
        <p:spPr>
          <a:xfrm>
            <a:off x="2139767" y="4469107"/>
            <a:ext cx="369300" cy="163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May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1" name="Google Shape;371;p79"/>
          <p:cNvSpPr txBox="1"/>
          <p:nvPr/>
        </p:nvSpPr>
        <p:spPr>
          <a:xfrm>
            <a:off x="2567560" y="4469107"/>
            <a:ext cx="515100" cy="163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August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2" name="Google Shape;372;p79"/>
          <p:cNvSpPr txBox="1"/>
          <p:nvPr/>
        </p:nvSpPr>
        <p:spPr>
          <a:xfrm>
            <a:off x="3035664" y="4469107"/>
            <a:ext cx="369300" cy="163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Oct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3" name="Google Shape;373;p79"/>
          <p:cNvSpPr txBox="1"/>
          <p:nvPr/>
        </p:nvSpPr>
        <p:spPr>
          <a:xfrm>
            <a:off x="3373411" y="4469107"/>
            <a:ext cx="369300" cy="163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Feb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4" name="Google Shape;374;p79"/>
          <p:cNvSpPr txBox="1"/>
          <p:nvPr/>
        </p:nvSpPr>
        <p:spPr>
          <a:xfrm>
            <a:off x="3748650" y="4469107"/>
            <a:ext cx="369300" cy="163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May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5" name="Google Shape;375;p79"/>
          <p:cNvSpPr txBox="1"/>
          <p:nvPr/>
        </p:nvSpPr>
        <p:spPr>
          <a:xfrm>
            <a:off x="4129622" y="4469107"/>
            <a:ext cx="515100" cy="163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August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376" name="Google Shape;376;p79"/>
          <p:cNvCxnSpPr/>
          <p:nvPr/>
        </p:nvCxnSpPr>
        <p:spPr>
          <a:xfrm>
            <a:off x="242980" y="4378913"/>
            <a:ext cx="8610900" cy="20700"/>
          </a:xfrm>
          <a:prstGeom prst="straightConnector1">
            <a:avLst/>
          </a:prstGeom>
          <a:noFill/>
          <a:ln cap="flat" cmpd="sng" w="9525">
            <a:solidFill>
              <a:srgbClr val="BFBFBF"/>
            </a:solidFill>
            <a:prstDash val="solid"/>
            <a:miter lim="800000"/>
            <a:headEnd len="sm" w="sm" type="none"/>
            <a:tailEnd len="med" w="med" type="triangle"/>
          </a:ln>
        </p:spPr>
      </p:cxnSp>
      <p:cxnSp>
        <p:nvCxnSpPr>
          <p:cNvPr id="377" name="Google Shape;377;p79"/>
          <p:cNvCxnSpPr/>
          <p:nvPr/>
        </p:nvCxnSpPr>
        <p:spPr>
          <a:xfrm>
            <a:off x="1481885" y="4263966"/>
            <a:ext cx="0" cy="114900"/>
          </a:xfrm>
          <a:prstGeom prst="straightConnector1">
            <a:avLst/>
          </a:prstGeom>
          <a:noFill/>
          <a:ln cap="flat" cmpd="sng" w="9525">
            <a:solidFill>
              <a:srgbClr val="D8D8D8"/>
            </a:solidFill>
            <a:prstDash val="dash"/>
            <a:miter lim="800000"/>
            <a:headEnd len="sm" w="sm" type="none"/>
            <a:tailEnd len="sm" w="sm" type="none"/>
          </a:ln>
        </p:spPr>
      </p:cxnSp>
      <p:cxnSp>
        <p:nvCxnSpPr>
          <p:cNvPr id="378" name="Google Shape;378;p79"/>
          <p:cNvCxnSpPr/>
          <p:nvPr/>
        </p:nvCxnSpPr>
        <p:spPr>
          <a:xfrm>
            <a:off x="1926694" y="4263966"/>
            <a:ext cx="0" cy="114900"/>
          </a:xfrm>
          <a:prstGeom prst="straightConnector1">
            <a:avLst/>
          </a:prstGeom>
          <a:noFill/>
          <a:ln cap="flat" cmpd="sng" w="9525">
            <a:solidFill>
              <a:srgbClr val="D8D8D8"/>
            </a:solidFill>
            <a:prstDash val="dash"/>
            <a:miter lim="800000"/>
            <a:headEnd len="sm" w="sm" type="none"/>
            <a:tailEnd len="sm" w="sm" type="none"/>
          </a:ln>
        </p:spPr>
      </p:cxnSp>
      <p:cxnSp>
        <p:nvCxnSpPr>
          <p:cNvPr id="379" name="Google Shape;379;p79"/>
          <p:cNvCxnSpPr/>
          <p:nvPr/>
        </p:nvCxnSpPr>
        <p:spPr>
          <a:xfrm>
            <a:off x="2329145" y="4263966"/>
            <a:ext cx="0" cy="114900"/>
          </a:xfrm>
          <a:prstGeom prst="straightConnector1">
            <a:avLst/>
          </a:prstGeom>
          <a:noFill/>
          <a:ln cap="flat" cmpd="sng" w="9525">
            <a:solidFill>
              <a:srgbClr val="D8D8D8"/>
            </a:solidFill>
            <a:prstDash val="dash"/>
            <a:miter lim="800000"/>
            <a:headEnd len="sm" w="sm" type="none"/>
            <a:tailEnd len="sm" w="sm" type="none"/>
          </a:ln>
        </p:spPr>
      </p:cxnSp>
      <p:cxnSp>
        <p:nvCxnSpPr>
          <p:cNvPr id="380" name="Google Shape;380;p79"/>
          <p:cNvCxnSpPr/>
          <p:nvPr/>
        </p:nvCxnSpPr>
        <p:spPr>
          <a:xfrm>
            <a:off x="3241438" y="4263966"/>
            <a:ext cx="0" cy="114900"/>
          </a:xfrm>
          <a:prstGeom prst="straightConnector1">
            <a:avLst/>
          </a:prstGeom>
          <a:noFill/>
          <a:ln cap="flat" cmpd="sng" w="9525">
            <a:solidFill>
              <a:srgbClr val="D8D8D8"/>
            </a:solidFill>
            <a:prstDash val="dash"/>
            <a:miter lim="800000"/>
            <a:headEnd len="sm" w="sm" type="none"/>
            <a:tailEnd len="sm" w="sm" type="none"/>
          </a:ln>
        </p:spPr>
      </p:cxnSp>
      <p:cxnSp>
        <p:nvCxnSpPr>
          <p:cNvPr id="381" name="Google Shape;381;p79"/>
          <p:cNvCxnSpPr/>
          <p:nvPr/>
        </p:nvCxnSpPr>
        <p:spPr>
          <a:xfrm>
            <a:off x="3917536" y="4263966"/>
            <a:ext cx="0" cy="114900"/>
          </a:xfrm>
          <a:prstGeom prst="straightConnector1">
            <a:avLst/>
          </a:prstGeom>
          <a:noFill/>
          <a:ln cap="flat" cmpd="sng" w="9525">
            <a:solidFill>
              <a:srgbClr val="D8D8D8"/>
            </a:solidFill>
            <a:prstDash val="dash"/>
            <a:miter lim="800000"/>
            <a:headEnd len="sm" w="sm" type="none"/>
            <a:tailEnd len="sm" w="sm" type="none"/>
          </a:ln>
        </p:spPr>
      </p:cxnSp>
      <p:cxnSp>
        <p:nvCxnSpPr>
          <p:cNvPr id="382" name="Google Shape;382;p79"/>
          <p:cNvCxnSpPr/>
          <p:nvPr/>
        </p:nvCxnSpPr>
        <p:spPr>
          <a:xfrm>
            <a:off x="4332090" y="4263966"/>
            <a:ext cx="0" cy="114900"/>
          </a:xfrm>
          <a:prstGeom prst="straightConnector1">
            <a:avLst/>
          </a:prstGeom>
          <a:noFill/>
          <a:ln cap="flat" cmpd="sng" w="9525">
            <a:solidFill>
              <a:srgbClr val="D8D8D8"/>
            </a:solidFill>
            <a:prstDash val="dash"/>
            <a:miter lim="800000"/>
            <a:headEnd len="sm" w="sm" type="none"/>
            <a:tailEnd len="sm" w="sm" type="none"/>
          </a:ln>
        </p:spPr>
      </p:cxnSp>
      <p:cxnSp>
        <p:nvCxnSpPr>
          <p:cNvPr id="383" name="Google Shape;383;p79"/>
          <p:cNvCxnSpPr/>
          <p:nvPr/>
        </p:nvCxnSpPr>
        <p:spPr>
          <a:xfrm>
            <a:off x="5225778" y="4263966"/>
            <a:ext cx="0" cy="114900"/>
          </a:xfrm>
          <a:prstGeom prst="straightConnector1">
            <a:avLst/>
          </a:prstGeom>
          <a:noFill/>
          <a:ln cap="flat" cmpd="sng" w="9525">
            <a:solidFill>
              <a:srgbClr val="D8D8D8"/>
            </a:solidFill>
            <a:prstDash val="dash"/>
            <a:miter lim="800000"/>
            <a:headEnd len="sm" w="sm" type="none"/>
            <a:tailEnd len="sm" w="sm" type="none"/>
          </a:ln>
        </p:spPr>
      </p:cxnSp>
      <p:sp>
        <p:nvSpPr>
          <p:cNvPr id="384" name="Google Shape;384;p79"/>
          <p:cNvSpPr txBox="1"/>
          <p:nvPr/>
        </p:nvSpPr>
        <p:spPr>
          <a:xfrm>
            <a:off x="4656064" y="4469107"/>
            <a:ext cx="369300" cy="163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Jan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85" name="Google Shape;385;p79"/>
          <p:cNvSpPr txBox="1"/>
          <p:nvPr/>
        </p:nvSpPr>
        <p:spPr>
          <a:xfrm>
            <a:off x="1173432" y="4735043"/>
            <a:ext cx="515100" cy="163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2018</a:t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86" name="Google Shape;386;p79"/>
          <p:cNvSpPr txBox="1"/>
          <p:nvPr/>
        </p:nvSpPr>
        <p:spPr>
          <a:xfrm>
            <a:off x="2607107" y="4735043"/>
            <a:ext cx="515100" cy="163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2019</a:t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87" name="Google Shape;387;p79"/>
          <p:cNvSpPr txBox="1"/>
          <p:nvPr/>
        </p:nvSpPr>
        <p:spPr>
          <a:xfrm>
            <a:off x="3946472" y="4735043"/>
            <a:ext cx="515100" cy="163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2020</a:t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388" name="Google Shape;388;p79"/>
          <p:cNvCxnSpPr/>
          <p:nvPr/>
        </p:nvCxnSpPr>
        <p:spPr>
          <a:xfrm>
            <a:off x="539701" y="4274303"/>
            <a:ext cx="0" cy="114900"/>
          </a:xfrm>
          <a:prstGeom prst="straightConnector1">
            <a:avLst/>
          </a:prstGeom>
          <a:noFill/>
          <a:ln cap="flat" cmpd="sng" w="9525">
            <a:solidFill>
              <a:srgbClr val="D8D8D8"/>
            </a:solidFill>
            <a:prstDash val="dash"/>
            <a:miter lim="800000"/>
            <a:headEnd len="sm" w="sm" type="none"/>
            <a:tailEnd len="sm" w="sm" type="none"/>
          </a:ln>
        </p:spPr>
      </p:cxnSp>
      <p:sp>
        <p:nvSpPr>
          <p:cNvPr id="389" name="Google Shape;389;p79"/>
          <p:cNvSpPr txBox="1"/>
          <p:nvPr/>
        </p:nvSpPr>
        <p:spPr>
          <a:xfrm>
            <a:off x="331942" y="4469107"/>
            <a:ext cx="369300" cy="163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May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390" name="Google Shape;390;p79"/>
          <p:cNvCxnSpPr/>
          <p:nvPr/>
        </p:nvCxnSpPr>
        <p:spPr>
          <a:xfrm>
            <a:off x="5800030" y="4274303"/>
            <a:ext cx="0" cy="114900"/>
          </a:xfrm>
          <a:prstGeom prst="straightConnector1">
            <a:avLst/>
          </a:prstGeom>
          <a:noFill/>
          <a:ln cap="flat" cmpd="sng" w="9525">
            <a:solidFill>
              <a:srgbClr val="D8D8D8"/>
            </a:solidFill>
            <a:prstDash val="dash"/>
            <a:miter lim="800000"/>
            <a:headEnd len="sm" w="sm" type="none"/>
            <a:tailEnd len="sm" w="sm" type="none"/>
          </a:ln>
        </p:spPr>
      </p:cxnSp>
      <p:sp>
        <p:nvSpPr>
          <p:cNvPr id="391" name="Google Shape;391;p79"/>
          <p:cNvSpPr txBox="1"/>
          <p:nvPr/>
        </p:nvSpPr>
        <p:spPr>
          <a:xfrm>
            <a:off x="5080448" y="4469107"/>
            <a:ext cx="369300" cy="163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August</a:t>
            </a:r>
            <a:endParaRPr b="1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92" name="Google Shape;392;p79"/>
          <p:cNvSpPr txBox="1"/>
          <p:nvPr/>
        </p:nvSpPr>
        <p:spPr>
          <a:xfrm>
            <a:off x="5016592" y="4735043"/>
            <a:ext cx="515100" cy="163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2021</a:t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93" name="Google Shape;393;p79"/>
          <p:cNvSpPr txBox="1"/>
          <p:nvPr/>
        </p:nvSpPr>
        <p:spPr>
          <a:xfrm>
            <a:off x="5866732" y="4735061"/>
            <a:ext cx="515100" cy="163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2022</a:t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94" name="Google Shape;394;p79"/>
          <p:cNvSpPr txBox="1"/>
          <p:nvPr/>
        </p:nvSpPr>
        <p:spPr>
          <a:xfrm>
            <a:off x="6077848" y="4469990"/>
            <a:ext cx="515100" cy="163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August</a:t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95" name="Google Shape;395;p79"/>
          <p:cNvSpPr txBox="1"/>
          <p:nvPr/>
        </p:nvSpPr>
        <p:spPr>
          <a:xfrm>
            <a:off x="6552554" y="4469107"/>
            <a:ext cx="369300" cy="163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Feb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396" name="Google Shape;396;p79"/>
          <p:cNvCxnSpPr/>
          <p:nvPr/>
        </p:nvCxnSpPr>
        <p:spPr>
          <a:xfrm>
            <a:off x="6716756" y="4279857"/>
            <a:ext cx="0" cy="114900"/>
          </a:xfrm>
          <a:prstGeom prst="straightConnector1">
            <a:avLst/>
          </a:prstGeom>
          <a:noFill/>
          <a:ln cap="flat" cmpd="sng" w="9525">
            <a:solidFill>
              <a:srgbClr val="D8D8D8"/>
            </a:solidFill>
            <a:prstDash val="dash"/>
            <a:miter lim="800000"/>
            <a:headEnd len="sm" w="sm" type="none"/>
            <a:tailEnd len="sm" w="sm" type="none"/>
          </a:ln>
        </p:spPr>
      </p:cxnSp>
      <p:grpSp>
        <p:nvGrpSpPr>
          <p:cNvPr id="397" name="Google Shape;397;p79"/>
          <p:cNvGrpSpPr/>
          <p:nvPr/>
        </p:nvGrpSpPr>
        <p:grpSpPr>
          <a:xfrm>
            <a:off x="5791518" y="231797"/>
            <a:ext cx="1816032" cy="3997974"/>
            <a:chOff x="8907691" y="-283646"/>
            <a:chExt cx="2614500" cy="5755794"/>
          </a:xfrm>
        </p:grpSpPr>
        <p:sp>
          <p:nvSpPr>
            <p:cNvPr id="398" name="Google Shape;398;p79" title="Milestone Arrow"/>
            <p:cNvSpPr/>
            <p:nvPr/>
          </p:nvSpPr>
          <p:spPr>
            <a:xfrm>
              <a:off x="8929718" y="877648"/>
              <a:ext cx="470400" cy="4594500"/>
            </a:xfrm>
            <a:prstGeom prst="downArrow">
              <a:avLst>
                <a:gd fmla="val 100000" name="adj1"/>
                <a:gd fmla="val 50000" name="adj2"/>
              </a:avLst>
            </a:prstGeom>
            <a:gradFill>
              <a:gsLst>
                <a:gs pos="0">
                  <a:srgbClr val="C3602C"/>
                </a:gs>
                <a:gs pos="45000">
                  <a:srgbClr val="FFD965"/>
                </a:gs>
                <a:gs pos="94000">
                  <a:srgbClr val="F2F2F2"/>
                </a:gs>
                <a:gs pos="100000">
                  <a:srgbClr val="F2F2F2"/>
                </a:gs>
              </a:gsLst>
              <a:lin ang="54007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grpSp>
          <p:nvGrpSpPr>
            <p:cNvPr id="399" name="Google Shape;399;p79" title="Milestone Text"/>
            <p:cNvGrpSpPr/>
            <p:nvPr/>
          </p:nvGrpSpPr>
          <p:grpSpPr>
            <a:xfrm>
              <a:off x="8907691" y="-283646"/>
              <a:ext cx="2614500" cy="429118"/>
              <a:chOff x="2061039" y="-1388129"/>
              <a:chExt cx="2614500" cy="414047"/>
            </a:xfrm>
          </p:grpSpPr>
          <p:sp>
            <p:nvSpPr>
              <p:cNvPr id="400" name="Google Shape;400;p79"/>
              <p:cNvSpPr txBox="1"/>
              <p:nvPr/>
            </p:nvSpPr>
            <p:spPr>
              <a:xfrm>
                <a:off x="2061039" y="-1388129"/>
                <a:ext cx="2614500" cy="1884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300"/>
                  <a:buFont typeface="Arial"/>
                  <a:buNone/>
                </a:pPr>
                <a:r>
                  <a:rPr b="0" i="0" lang="en" sz="900" u="none" cap="none" strike="noStrike">
                    <a:solidFill>
                      <a:srgbClr val="FFE599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 Source Forum 2022</a:t>
                </a:r>
                <a:endParaRPr b="0" i="0" sz="900" u="none" cap="none" strike="noStrike">
                  <a:solidFill>
                    <a:srgbClr val="FFE599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300"/>
                  <a:buFont typeface="Arial"/>
                  <a:buNone/>
                </a:pPr>
                <a:r>
                  <a:t/>
                </a:r>
                <a:endParaRPr b="0" i="0" sz="13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  <p:sp>
            <p:nvSpPr>
              <p:cNvPr id="401" name="Google Shape;401;p79"/>
              <p:cNvSpPr txBox="1"/>
              <p:nvPr/>
            </p:nvSpPr>
            <p:spPr>
              <a:xfrm>
                <a:off x="2071216" y="-1127982"/>
                <a:ext cx="1718400" cy="153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FFE599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March 10,2022</a:t>
                </a:r>
                <a:endParaRPr b="0" i="0" sz="200" u="none" cap="none" strike="noStrike">
                  <a:solidFill>
                    <a:srgbClr val="FFE599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00"/>
                  <a:buFont typeface="Arial"/>
                  <a:buNone/>
                </a:pPr>
                <a:r>
                  <a:t/>
                </a:r>
                <a:endParaRPr b="0" i="0" sz="100" u="none" cap="none" strike="noStrike">
                  <a:solidFill>
                    <a:srgbClr val="BA461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1" i="0" lang="en" sz="800" u="none" cap="none" strike="noStrike">
                    <a:solidFill>
                      <a:srgbClr val="C3602C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Rez</a:t>
                </a:r>
                <a:endParaRPr b="1" i="0" sz="8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1" i="0" lang="en" sz="800" u="none" cap="none" strike="noStrike">
                    <a:solidFill>
                      <a:srgbClr val="C3602C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DPEL</a:t>
                </a:r>
                <a:endParaRPr b="1" i="0" sz="8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1" i="0" lang="en" sz="600" u="none" cap="none" strike="noStrike">
                    <a:solidFill>
                      <a:srgbClr val="C3602C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Raw2ACES</a:t>
                </a:r>
                <a:endParaRPr b="1" i="0" sz="6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</p:grpSp>
        <p:sp>
          <p:nvSpPr>
            <p:cNvPr id="402" name="Google Shape;402;p79" title="Milestone Number"/>
            <p:cNvSpPr/>
            <p:nvPr/>
          </p:nvSpPr>
          <p:spPr>
            <a:xfrm>
              <a:off x="9007886" y="1042294"/>
              <a:ext cx="297300" cy="2973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5400" rotWithShape="0" algn="tl" dir="2700000" dist="12700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595959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12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403" name="Google Shape;403;p79"/>
          <p:cNvGrpSpPr/>
          <p:nvPr/>
        </p:nvGrpSpPr>
        <p:grpSpPr>
          <a:xfrm>
            <a:off x="4591843" y="1705982"/>
            <a:ext cx="466400" cy="2501375"/>
            <a:chOff x="7546968" y="2329333"/>
            <a:chExt cx="621866" cy="3335167"/>
          </a:xfrm>
        </p:grpSpPr>
        <p:grpSp>
          <p:nvGrpSpPr>
            <p:cNvPr id="404" name="Google Shape;404;p79"/>
            <p:cNvGrpSpPr/>
            <p:nvPr/>
          </p:nvGrpSpPr>
          <p:grpSpPr>
            <a:xfrm>
              <a:off x="7546968" y="2329333"/>
              <a:ext cx="621866" cy="3335167"/>
              <a:chOff x="8613768" y="2329333"/>
              <a:chExt cx="621866" cy="3335167"/>
            </a:xfrm>
          </p:grpSpPr>
          <p:sp>
            <p:nvSpPr>
              <p:cNvPr id="405" name="Google Shape;405;p79" title="Milestone Arrow"/>
              <p:cNvSpPr/>
              <p:nvPr/>
            </p:nvSpPr>
            <p:spPr>
              <a:xfrm>
                <a:off x="8613768" y="3133100"/>
                <a:ext cx="435600" cy="2531400"/>
              </a:xfrm>
              <a:prstGeom prst="downArrow">
                <a:avLst>
                  <a:gd fmla="val 100000" name="adj1"/>
                  <a:gd fmla="val 50000" name="adj2"/>
                </a:avLst>
              </a:prstGeom>
              <a:gradFill>
                <a:gsLst>
                  <a:gs pos="0">
                    <a:srgbClr val="C3602C"/>
                  </a:gs>
                  <a:gs pos="45000">
                    <a:srgbClr val="FFD965"/>
                  </a:gs>
                  <a:gs pos="94000">
                    <a:srgbClr val="F2F2F2"/>
                  </a:gs>
                  <a:gs pos="100000">
                    <a:srgbClr val="F2F2F2"/>
                  </a:gs>
                </a:gsLst>
                <a:lin ang="5400700" scaled="0"/>
              </a:gradFill>
              <a:ln>
                <a:noFill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r>
                  <a:t/>
                </a:r>
                <a:endParaRPr b="0" i="0" sz="1400" u="none" cap="none" strike="noStrike">
                  <a:solidFill>
                    <a:srgbClr val="FFFFFF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  <p:sp>
            <p:nvSpPr>
              <p:cNvPr id="406" name="Google Shape;406;p79"/>
              <p:cNvSpPr txBox="1"/>
              <p:nvPr/>
            </p:nvSpPr>
            <p:spPr>
              <a:xfrm>
                <a:off x="8616434" y="2329333"/>
                <a:ext cx="619200" cy="3843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FFD966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Dec. 15</a:t>
                </a:r>
                <a:endParaRPr b="0" i="0" sz="1100" u="none" cap="none" strike="noStrike">
                  <a:solidFill>
                    <a:srgbClr val="FFD966"/>
                  </a:solidFill>
                  <a:latin typeface="Arial"/>
                  <a:ea typeface="Arial"/>
                  <a:cs typeface="Arial"/>
                  <a:sym typeface="Arial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FFD966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2020</a:t>
                </a:r>
                <a:endParaRPr b="0" i="0" sz="8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20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FFFFFF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Adobe</a:t>
                </a:r>
                <a:endParaRPr b="0" i="0" sz="1100" u="none" cap="none" strike="noStrik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FFFFFF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ETC</a:t>
                </a:r>
                <a:endParaRPr b="0" i="0" sz="800" u="none" cap="none" strike="noStrike">
                  <a:solidFill>
                    <a:srgbClr val="FFFFFF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</p:grpSp>
        <p:sp>
          <p:nvSpPr>
            <p:cNvPr id="407" name="Google Shape;407;p79" title="Milestone Number"/>
            <p:cNvSpPr/>
            <p:nvPr/>
          </p:nvSpPr>
          <p:spPr>
            <a:xfrm>
              <a:off x="7627497" y="3280728"/>
              <a:ext cx="275100" cy="2751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5400" rotWithShape="0" algn="tl" dir="2700000" dist="12700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595959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09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408" name="Google Shape;408;p79" title="Milestone 3"/>
          <p:cNvGrpSpPr/>
          <p:nvPr/>
        </p:nvGrpSpPr>
        <p:grpSpPr>
          <a:xfrm>
            <a:off x="6199641" y="635075"/>
            <a:ext cx="1194797" cy="3590772"/>
            <a:chOff x="3275133" y="269694"/>
            <a:chExt cx="1720123" cy="5169554"/>
          </a:xfrm>
        </p:grpSpPr>
        <p:sp>
          <p:nvSpPr>
            <p:cNvPr id="409" name="Google Shape;409;p79" title="Milestone Arrow"/>
            <p:cNvSpPr/>
            <p:nvPr/>
          </p:nvSpPr>
          <p:spPr>
            <a:xfrm>
              <a:off x="3275133" y="2226548"/>
              <a:ext cx="470400" cy="3212700"/>
            </a:xfrm>
            <a:prstGeom prst="downArrow">
              <a:avLst>
                <a:gd fmla="val 100000" name="adj1"/>
                <a:gd fmla="val 50000" name="adj2"/>
              </a:avLst>
            </a:prstGeom>
            <a:gradFill>
              <a:gsLst>
                <a:gs pos="0">
                  <a:srgbClr val="C3602C"/>
                </a:gs>
                <a:gs pos="45000">
                  <a:srgbClr val="FFD965"/>
                </a:gs>
                <a:gs pos="94000">
                  <a:srgbClr val="F2F2F2"/>
                </a:gs>
                <a:gs pos="100000">
                  <a:srgbClr val="F2F2F2"/>
                </a:gs>
              </a:gsLst>
              <a:lin ang="54007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sp>
          <p:nvSpPr>
            <p:cNvPr id="410" name="Google Shape;410;p79" title="Milestone Number"/>
            <p:cNvSpPr/>
            <p:nvPr/>
          </p:nvSpPr>
          <p:spPr>
            <a:xfrm>
              <a:off x="3361849" y="2360183"/>
              <a:ext cx="297000" cy="297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5400" rotWithShape="0" algn="tl" dir="2700000" dist="12700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595959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13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grpSp>
          <p:nvGrpSpPr>
            <p:cNvPr id="411" name="Google Shape;411;p79" title="Milestone Text"/>
            <p:cNvGrpSpPr/>
            <p:nvPr/>
          </p:nvGrpSpPr>
          <p:grpSpPr>
            <a:xfrm>
              <a:off x="3276856" y="269694"/>
              <a:ext cx="1718400" cy="675081"/>
              <a:chOff x="1937417" y="-1189897"/>
              <a:chExt cx="1718400" cy="675081"/>
            </a:xfrm>
          </p:grpSpPr>
          <p:sp>
            <p:nvSpPr>
              <p:cNvPr id="412" name="Google Shape;412;p79"/>
              <p:cNvSpPr txBox="1"/>
              <p:nvPr/>
            </p:nvSpPr>
            <p:spPr>
              <a:xfrm>
                <a:off x="1937419" y="-1189897"/>
                <a:ext cx="1565700" cy="5571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300"/>
                  <a:buFont typeface="Arial"/>
                  <a:buNone/>
                </a:pPr>
                <a:r>
                  <a:rPr b="0" i="0" lang="en" sz="1100" u="none" cap="none" strike="noStrike">
                    <a:solidFill>
                      <a:srgbClr val="FFD966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 Source </a:t>
                </a:r>
                <a:endParaRPr b="0" i="0" sz="11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300"/>
                  <a:buFont typeface="Arial"/>
                  <a:buNone/>
                </a:pPr>
                <a:r>
                  <a:rPr b="0" i="0" lang="en" sz="1100" u="none" cap="none" strike="noStrike">
                    <a:solidFill>
                      <a:srgbClr val="FFD966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Days 2022</a:t>
                </a:r>
                <a:endParaRPr b="0" i="0" sz="1100" u="none" cap="none" strike="noStrike">
                  <a:solidFill>
                    <a:srgbClr val="FFD966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413" name="Google Shape;413;p79"/>
              <p:cNvSpPr txBox="1"/>
              <p:nvPr/>
            </p:nvSpPr>
            <p:spPr>
              <a:xfrm>
                <a:off x="1937417" y="-668716"/>
                <a:ext cx="1718400" cy="153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FFD966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August 8-9, 2022</a:t>
                </a:r>
                <a:endParaRPr b="0" i="0" sz="8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200"/>
                  <a:buFont typeface="Arial"/>
                  <a:buNone/>
                </a:pPr>
                <a:r>
                  <a:t/>
                </a:r>
                <a:endParaRPr b="0" i="0" sz="200" u="none" cap="none" strike="noStrike">
                  <a:solidFill>
                    <a:srgbClr val="4EB7C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1" i="0" lang="en" sz="800" u="none" cap="none" strike="noStrike">
                    <a:solidFill>
                      <a:srgbClr val="C3602C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OpenFX</a:t>
                </a:r>
                <a:endParaRPr b="1" i="0" sz="8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1" i="0" lang="en" sz="800" u="none" cap="none" strike="noStrike">
                    <a:solidFill>
                      <a:srgbClr val="C3602C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OpenAssetIO</a:t>
                </a:r>
                <a:endParaRPr b="1" i="0" sz="8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1" i="0" lang="en" sz="800" u="none" cap="none" strike="noStrike">
                    <a:solidFill>
                      <a:srgbClr val="C3602C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 Review </a:t>
                </a:r>
                <a:endParaRPr b="1" i="0" sz="8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1" i="0" lang="en" sz="800" u="none" cap="none" strike="noStrike">
                    <a:solidFill>
                      <a:srgbClr val="C3602C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Initiative</a:t>
                </a:r>
                <a:endParaRPr b="1" i="0" sz="8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FFFFFF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Canonical</a:t>
                </a:r>
                <a:endParaRPr b="0" i="0" sz="800" u="none" cap="none" strike="noStrike">
                  <a:solidFill>
                    <a:srgbClr val="FFFFFF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FFFFFF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Khronos Group</a:t>
                </a:r>
                <a:endParaRPr b="0" i="0" sz="800" u="none" cap="none" strike="noStrike">
                  <a:solidFill>
                    <a:srgbClr val="FFFFFF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</p:grpSp>
      </p:grpSp>
      <p:grpSp>
        <p:nvGrpSpPr>
          <p:cNvPr id="414" name="Google Shape;414;p79"/>
          <p:cNvGrpSpPr/>
          <p:nvPr/>
        </p:nvGrpSpPr>
        <p:grpSpPr>
          <a:xfrm>
            <a:off x="5417350" y="1663056"/>
            <a:ext cx="466425" cy="2571398"/>
            <a:chOff x="9537094" y="2280168"/>
            <a:chExt cx="621900" cy="3428530"/>
          </a:xfrm>
        </p:grpSpPr>
        <p:grpSp>
          <p:nvGrpSpPr>
            <p:cNvPr id="415" name="Google Shape;415;p79"/>
            <p:cNvGrpSpPr/>
            <p:nvPr/>
          </p:nvGrpSpPr>
          <p:grpSpPr>
            <a:xfrm>
              <a:off x="9537094" y="2280168"/>
              <a:ext cx="621900" cy="3428530"/>
              <a:chOff x="10070494" y="2280168"/>
              <a:chExt cx="621900" cy="3428530"/>
            </a:xfrm>
          </p:grpSpPr>
          <p:sp>
            <p:nvSpPr>
              <p:cNvPr id="416" name="Google Shape;416;p79" title="Milestone Arrow"/>
              <p:cNvSpPr/>
              <p:nvPr/>
            </p:nvSpPr>
            <p:spPr>
              <a:xfrm>
                <a:off x="10070494" y="2809198"/>
                <a:ext cx="435600" cy="2899500"/>
              </a:xfrm>
              <a:prstGeom prst="downArrow">
                <a:avLst>
                  <a:gd fmla="val 100000" name="adj1"/>
                  <a:gd fmla="val 50000" name="adj2"/>
                </a:avLst>
              </a:prstGeom>
              <a:gradFill>
                <a:gsLst>
                  <a:gs pos="0">
                    <a:srgbClr val="C3602C"/>
                  </a:gs>
                  <a:gs pos="45000">
                    <a:srgbClr val="FFD965"/>
                  </a:gs>
                  <a:gs pos="94000">
                    <a:srgbClr val="F2F2F2"/>
                  </a:gs>
                  <a:gs pos="100000">
                    <a:srgbClr val="F2F2F2"/>
                  </a:gs>
                </a:gsLst>
                <a:lin ang="5400700" scaled="0"/>
              </a:gradFill>
              <a:ln>
                <a:noFill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r>
                  <a:t/>
                </a:r>
                <a:endParaRPr b="0" i="0" sz="1400" u="none" cap="none" strike="noStrike">
                  <a:solidFill>
                    <a:srgbClr val="FFFFFF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  <p:sp>
            <p:nvSpPr>
              <p:cNvPr id="417" name="Google Shape;417;p79"/>
              <p:cNvSpPr txBox="1"/>
              <p:nvPr/>
            </p:nvSpPr>
            <p:spPr>
              <a:xfrm>
                <a:off x="10070494" y="2280168"/>
                <a:ext cx="621900" cy="7764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FFD966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Jan. 28 </a:t>
                </a:r>
                <a:endParaRPr b="0" i="0" sz="8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FFD966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2022</a:t>
                </a:r>
                <a:endParaRPr b="0" i="0" sz="8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FFFFFF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Wevr</a:t>
                </a:r>
                <a:endParaRPr b="0" i="0" sz="800" u="none" cap="none" strike="noStrike">
                  <a:solidFill>
                    <a:srgbClr val="FFFFFF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</p:grpSp>
        <p:sp>
          <p:nvSpPr>
            <p:cNvPr id="418" name="Google Shape;418;p79" title="Milestone Number"/>
            <p:cNvSpPr/>
            <p:nvPr/>
          </p:nvSpPr>
          <p:spPr>
            <a:xfrm>
              <a:off x="9628865" y="2949719"/>
              <a:ext cx="275100" cy="2751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5400" rotWithShape="0" algn="tl" dir="2700000" dist="12700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595959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11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cxnSp>
        <p:nvCxnSpPr>
          <p:cNvPr id="419" name="Google Shape;419;p79"/>
          <p:cNvCxnSpPr/>
          <p:nvPr/>
        </p:nvCxnSpPr>
        <p:spPr>
          <a:xfrm>
            <a:off x="2830476" y="4274297"/>
            <a:ext cx="0" cy="114900"/>
          </a:xfrm>
          <a:prstGeom prst="straightConnector1">
            <a:avLst/>
          </a:prstGeom>
          <a:noFill/>
          <a:ln cap="flat" cmpd="sng" w="9525">
            <a:solidFill>
              <a:srgbClr val="D8D8D8"/>
            </a:solidFill>
            <a:prstDash val="dash"/>
            <a:miter lim="800000"/>
            <a:headEnd len="sm" w="sm" type="none"/>
            <a:tailEnd len="sm" w="sm" type="none"/>
          </a:ln>
        </p:spPr>
      </p:cxnSp>
      <p:cxnSp>
        <p:nvCxnSpPr>
          <p:cNvPr id="420" name="Google Shape;420;p79"/>
          <p:cNvCxnSpPr/>
          <p:nvPr/>
        </p:nvCxnSpPr>
        <p:spPr>
          <a:xfrm>
            <a:off x="4829733" y="4274297"/>
            <a:ext cx="0" cy="114900"/>
          </a:xfrm>
          <a:prstGeom prst="straightConnector1">
            <a:avLst/>
          </a:prstGeom>
          <a:noFill/>
          <a:ln cap="flat" cmpd="sng" w="9525">
            <a:solidFill>
              <a:srgbClr val="D8D8D8"/>
            </a:solidFill>
            <a:prstDash val="dash"/>
            <a:miter lim="800000"/>
            <a:headEnd len="sm" w="sm" type="none"/>
            <a:tailEnd len="sm" w="sm" type="none"/>
          </a:ln>
        </p:spPr>
      </p:cxnSp>
      <p:cxnSp>
        <p:nvCxnSpPr>
          <p:cNvPr id="421" name="Google Shape;421;p79"/>
          <p:cNvCxnSpPr/>
          <p:nvPr/>
        </p:nvCxnSpPr>
        <p:spPr>
          <a:xfrm>
            <a:off x="6327001" y="4266925"/>
            <a:ext cx="0" cy="114900"/>
          </a:xfrm>
          <a:prstGeom prst="straightConnector1">
            <a:avLst/>
          </a:prstGeom>
          <a:noFill/>
          <a:ln cap="flat" cmpd="sng" w="9525">
            <a:solidFill>
              <a:srgbClr val="D8D8D8"/>
            </a:solidFill>
            <a:prstDash val="dash"/>
            <a:miter lim="800000"/>
            <a:headEnd len="sm" w="sm" type="none"/>
            <a:tailEnd len="sm" w="sm" type="none"/>
          </a:ln>
        </p:spPr>
      </p:cxnSp>
      <p:cxnSp>
        <p:nvCxnSpPr>
          <p:cNvPr id="422" name="Google Shape;422;p79"/>
          <p:cNvCxnSpPr/>
          <p:nvPr/>
        </p:nvCxnSpPr>
        <p:spPr>
          <a:xfrm>
            <a:off x="7277004" y="4266916"/>
            <a:ext cx="0" cy="114900"/>
          </a:xfrm>
          <a:prstGeom prst="straightConnector1">
            <a:avLst/>
          </a:prstGeom>
          <a:noFill/>
          <a:ln cap="flat" cmpd="sng" w="9525">
            <a:solidFill>
              <a:srgbClr val="D8D8D8"/>
            </a:solidFill>
            <a:prstDash val="dash"/>
            <a:miter lim="800000"/>
            <a:headEnd len="sm" w="sm" type="none"/>
            <a:tailEnd len="sm" w="sm" type="none"/>
          </a:ln>
        </p:spPr>
      </p:cxnSp>
      <p:sp>
        <p:nvSpPr>
          <p:cNvPr id="423" name="Google Shape;423;p79" title="Milestone Number"/>
          <p:cNvSpPr/>
          <p:nvPr/>
        </p:nvSpPr>
        <p:spPr>
          <a:xfrm>
            <a:off x="967088" y="264248"/>
            <a:ext cx="206400" cy="206400"/>
          </a:xfrm>
          <a:prstGeom prst="ellipse">
            <a:avLst/>
          </a:prstGeom>
          <a:solidFill>
            <a:schemeClr val="lt1"/>
          </a:solidFill>
          <a:ln>
            <a:noFill/>
          </a:ln>
          <a:effectLst>
            <a:outerShdw blurRad="25400" rotWithShape="0" algn="tl" dir="2700000" dist="12700">
              <a:srgbClr val="000000">
                <a:alpha val="40000"/>
              </a:srgbClr>
            </a:outerShdw>
          </a:effectLst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rgbClr val="595959"/>
                </a:solidFill>
                <a:latin typeface="Trebuchet MS"/>
                <a:ea typeface="Trebuchet MS"/>
                <a:cs typeface="Trebuchet MS"/>
                <a:sym typeface="Trebuchet MS"/>
              </a:rPr>
              <a:t>01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424" name="Google Shape;424;p79"/>
          <p:cNvGrpSpPr/>
          <p:nvPr/>
        </p:nvGrpSpPr>
        <p:grpSpPr>
          <a:xfrm>
            <a:off x="6565531" y="2019409"/>
            <a:ext cx="1222975" cy="2178875"/>
            <a:chOff x="8975110" y="-182491"/>
            <a:chExt cx="1760689" cy="3136877"/>
          </a:xfrm>
        </p:grpSpPr>
        <p:sp>
          <p:nvSpPr>
            <p:cNvPr id="425" name="Google Shape;425;p79" title="Milestone Arrow"/>
            <p:cNvSpPr/>
            <p:nvPr/>
          </p:nvSpPr>
          <p:spPr>
            <a:xfrm>
              <a:off x="8997146" y="899386"/>
              <a:ext cx="470400" cy="2055000"/>
            </a:xfrm>
            <a:prstGeom prst="downArrow">
              <a:avLst>
                <a:gd fmla="val 100000" name="adj1"/>
                <a:gd fmla="val 50000" name="adj2"/>
              </a:avLst>
            </a:prstGeom>
            <a:gradFill>
              <a:gsLst>
                <a:gs pos="0">
                  <a:srgbClr val="C3602C"/>
                </a:gs>
                <a:gs pos="45000">
                  <a:srgbClr val="FFD965"/>
                </a:gs>
                <a:gs pos="94000">
                  <a:srgbClr val="F2F2F2"/>
                </a:gs>
                <a:gs pos="100000">
                  <a:srgbClr val="F2F2F2"/>
                </a:gs>
              </a:gsLst>
              <a:lin ang="54007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grpSp>
          <p:nvGrpSpPr>
            <p:cNvPr id="426" name="Google Shape;426;p79" title="Milestone Text"/>
            <p:cNvGrpSpPr/>
            <p:nvPr/>
          </p:nvGrpSpPr>
          <p:grpSpPr>
            <a:xfrm>
              <a:off x="8975110" y="-182491"/>
              <a:ext cx="1760689" cy="586495"/>
              <a:chOff x="2128458" y="-1290525"/>
              <a:chExt cx="1760689" cy="565896"/>
            </a:xfrm>
          </p:grpSpPr>
          <p:sp>
            <p:nvSpPr>
              <p:cNvPr id="427" name="Google Shape;427;p79"/>
              <p:cNvSpPr txBox="1"/>
              <p:nvPr/>
            </p:nvSpPr>
            <p:spPr>
              <a:xfrm>
                <a:off x="2128458" y="-1290525"/>
                <a:ext cx="1404300" cy="1884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3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FFD966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 Source </a:t>
                </a:r>
                <a:endParaRPr b="0" i="0" sz="8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3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FFD966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Forum 2023</a:t>
                </a:r>
                <a:endParaRPr b="0" i="0" sz="8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  <p:sp>
            <p:nvSpPr>
              <p:cNvPr id="428" name="Google Shape;428;p79"/>
              <p:cNvSpPr txBox="1"/>
              <p:nvPr/>
            </p:nvSpPr>
            <p:spPr>
              <a:xfrm>
                <a:off x="2170747" y="-878529"/>
                <a:ext cx="1718400" cy="153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700" u="none" cap="none" strike="noStrike">
                    <a:solidFill>
                      <a:srgbClr val="FFD966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Feb. 16 2023</a:t>
                </a:r>
                <a:endParaRPr b="0" i="0" sz="7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00"/>
                  <a:buFont typeface="Arial"/>
                  <a:buNone/>
                </a:pPr>
                <a:r>
                  <a:t/>
                </a:r>
                <a:endParaRPr b="0" i="0" sz="100" u="none" cap="none" strike="noStrike">
                  <a:solidFill>
                    <a:srgbClr val="BA461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chemeClr val="lt1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HP</a:t>
                </a:r>
                <a:endParaRPr b="0" i="0" sz="8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chemeClr val="lt1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Framestore</a:t>
                </a:r>
                <a:endParaRPr b="0" i="0" sz="8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</p:grpSp>
        <p:sp>
          <p:nvSpPr>
            <p:cNvPr id="429" name="Google Shape;429;p79" title="Milestone Number"/>
            <p:cNvSpPr/>
            <p:nvPr/>
          </p:nvSpPr>
          <p:spPr>
            <a:xfrm>
              <a:off x="9107417" y="1051325"/>
              <a:ext cx="297300" cy="2973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5400" rotWithShape="0" algn="tl" dir="2700000" dist="12700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595959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14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cxnSp>
        <p:nvCxnSpPr>
          <p:cNvPr id="430" name="Google Shape;430;p79"/>
          <p:cNvCxnSpPr/>
          <p:nvPr/>
        </p:nvCxnSpPr>
        <p:spPr>
          <a:xfrm>
            <a:off x="1090172" y="4246423"/>
            <a:ext cx="0" cy="114900"/>
          </a:xfrm>
          <a:prstGeom prst="straightConnector1">
            <a:avLst/>
          </a:prstGeom>
          <a:noFill/>
          <a:ln cap="flat" cmpd="sng" w="9525">
            <a:solidFill>
              <a:srgbClr val="D8D8D8"/>
            </a:solidFill>
            <a:prstDash val="dash"/>
            <a:miter lim="800000"/>
            <a:headEnd len="sm" w="sm" type="none"/>
            <a:tailEnd len="sm" w="sm" type="none"/>
          </a:ln>
        </p:spPr>
      </p:cxnSp>
      <p:sp>
        <p:nvSpPr>
          <p:cNvPr id="431" name="Google Shape;431;p79"/>
          <p:cNvSpPr txBox="1"/>
          <p:nvPr/>
        </p:nvSpPr>
        <p:spPr>
          <a:xfrm>
            <a:off x="5588834" y="4469104"/>
            <a:ext cx="369300" cy="163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Feb</a:t>
            </a:r>
            <a:endParaRPr b="1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32" name="Google Shape;432;p79"/>
          <p:cNvSpPr txBox="1"/>
          <p:nvPr/>
        </p:nvSpPr>
        <p:spPr>
          <a:xfrm>
            <a:off x="6860882" y="4735061"/>
            <a:ext cx="515100" cy="163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2023</a:t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33" name="Google Shape;433;p79"/>
          <p:cNvSpPr txBox="1"/>
          <p:nvPr/>
        </p:nvSpPr>
        <p:spPr>
          <a:xfrm>
            <a:off x="7001028" y="4476532"/>
            <a:ext cx="515100" cy="163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August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434" name="Google Shape;434;p79" title="Milestone 3"/>
          <p:cNvGrpSpPr/>
          <p:nvPr/>
        </p:nvGrpSpPr>
        <p:grpSpPr>
          <a:xfrm>
            <a:off x="7146826" y="610225"/>
            <a:ext cx="1194786" cy="3609778"/>
            <a:chOff x="3275150" y="242254"/>
            <a:chExt cx="1720106" cy="5196916"/>
          </a:xfrm>
        </p:grpSpPr>
        <p:sp>
          <p:nvSpPr>
            <p:cNvPr id="435" name="Google Shape;435;p79" title="Milestone Arrow"/>
            <p:cNvSpPr/>
            <p:nvPr/>
          </p:nvSpPr>
          <p:spPr>
            <a:xfrm>
              <a:off x="3275150" y="1978370"/>
              <a:ext cx="470400" cy="3460800"/>
            </a:xfrm>
            <a:prstGeom prst="downArrow">
              <a:avLst>
                <a:gd fmla="val 100000" name="adj1"/>
                <a:gd fmla="val 50000" name="adj2"/>
              </a:avLst>
            </a:prstGeom>
            <a:gradFill>
              <a:gsLst>
                <a:gs pos="0">
                  <a:srgbClr val="C3602C"/>
                </a:gs>
                <a:gs pos="45000">
                  <a:srgbClr val="FFD965"/>
                </a:gs>
                <a:gs pos="94000">
                  <a:srgbClr val="F2F2F2"/>
                </a:gs>
                <a:gs pos="100000">
                  <a:srgbClr val="F2F2F2"/>
                </a:gs>
              </a:gsLst>
              <a:lin ang="54007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sp>
          <p:nvSpPr>
            <p:cNvPr id="436" name="Google Shape;436;p79" title="Milestone Number"/>
            <p:cNvSpPr/>
            <p:nvPr/>
          </p:nvSpPr>
          <p:spPr>
            <a:xfrm>
              <a:off x="3361849" y="2140777"/>
              <a:ext cx="297000" cy="297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5400" rotWithShape="0" algn="tl" dir="2700000" dist="12700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595959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15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grpSp>
          <p:nvGrpSpPr>
            <p:cNvPr id="437" name="Google Shape;437;p79" title="Milestone Text"/>
            <p:cNvGrpSpPr/>
            <p:nvPr/>
          </p:nvGrpSpPr>
          <p:grpSpPr>
            <a:xfrm>
              <a:off x="3276847" y="242254"/>
              <a:ext cx="1718409" cy="725787"/>
              <a:chOff x="1937408" y="-1217337"/>
              <a:chExt cx="1718409" cy="725787"/>
            </a:xfrm>
          </p:grpSpPr>
          <p:sp>
            <p:nvSpPr>
              <p:cNvPr id="438" name="Google Shape;438;p79"/>
              <p:cNvSpPr txBox="1"/>
              <p:nvPr/>
            </p:nvSpPr>
            <p:spPr>
              <a:xfrm>
                <a:off x="1937408" y="-1217337"/>
                <a:ext cx="1177800" cy="5571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300"/>
                  <a:buFont typeface="Arial"/>
                  <a:buNone/>
                </a:pPr>
                <a:r>
                  <a:rPr b="0" i="0" lang="en" sz="1100" u="none" cap="none" strike="noStrike">
                    <a:solidFill>
                      <a:srgbClr val="FFF2CC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 Source Days 2023</a:t>
                </a:r>
                <a:endParaRPr b="0" i="0" sz="1100" u="none" cap="none" strike="noStrike">
                  <a:solidFill>
                    <a:srgbClr val="FFF2CC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439" name="Google Shape;439;p79"/>
              <p:cNvSpPr txBox="1"/>
              <p:nvPr/>
            </p:nvSpPr>
            <p:spPr>
              <a:xfrm>
                <a:off x="1937417" y="-645450"/>
                <a:ext cx="1718400" cy="153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FFF2CC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July 25 - </a:t>
                </a:r>
                <a:endParaRPr b="0" i="0" sz="800" u="none" cap="none" strike="noStrike">
                  <a:solidFill>
                    <a:srgbClr val="FFF2C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FFF2CC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August 7, 2023</a:t>
                </a:r>
                <a:endParaRPr b="0" i="0" sz="800" u="none" cap="none" strike="noStrike">
                  <a:solidFill>
                    <a:srgbClr val="FFF2C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1" i="0" lang="en" sz="800" u="none" cap="none" strike="noStrike">
                    <a:solidFill>
                      <a:srgbClr val="C3602C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OpenImageIO</a:t>
                </a:r>
                <a:endParaRPr b="0" i="0" sz="2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FFFFFF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Otoy</a:t>
                </a:r>
                <a:endParaRPr b="0" i="0" sz="800" u="none" cap="none" strike="noStrike">
                  <a:solidFill>
                    <a:srgbClr val="FFFFFF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FFFFFF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Bolt Graphics</a:t>
                </a:r>
                <a:endParaRPr b="0" i="0" sz="800" u="none" cap="none" strike="noStrike">
                  <a:solidFill>
                    <a:srgbClr val="FFFFFF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FFFFFF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Coreweave</a:t>
                </a:r>
                <a:endParaRPr b="0" i="0" sz="800" u="none" cap="none" strike="noStrike">
                  <a:solidFill>
                    <a:srgbClr val="FFFFFF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</p:grpSp>
      </p:grpSp>
      <p:sp>
        <p:nvSpPr>
          <p:cNvPr id="440" name="Google Shape;440;p79"/>
          <p:cNvSpPr txBox="1"/>
          <p:nvPr/>
        </p:nvSpPr>
        <p:spPr>
          <a:xfrm>
            <a:off x="7749220" y="4735043"/>
            <a:ext cx="515100" cy="163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2024</a:t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441" name="Google Shape;441;p79"/>
          <p:cNvGrpSpPr/>
          <p:nvPr/>
        </p:nvGrpSpPr>
        <p:grpSpPr>
          <a:xfrm>
            <a:off x="7518304" y="1820622"/>
            <a:ext cx="1200676" cy="2377338"/>
            <a:chOff x="9007213" y="-259748"/>
            <a:chExt cx="1728586" cy="3213922"/>
          </a:xfrm>
        </p:grpSpPr>
        <p:sp>
          <p:nvSpPr>
            <p:cNvPr id="442" name="Google Shape;442;p79" title="Milestone Arrow"/>
            <p:cNvSpPr/>
            <p:nvPr/>
          </p:nvSpPr>
          <p:spPr>
            <a:xfrm>
              <a:off x="9029245" y="666374"/>
              <a:ext cx="470400" cy="2287800"/>
            </a:xfrm>
            <a:prstGeom prst="downArrow">
              <a:avLst>
                <a:gd fmla="val 100000" name="adj1"/>
                <a:gd fmla="val 50000" name="adj2"/>
              </a:avLst>
            </a:prstGeom>
            <a:gradFill>
              <a:gsLst>
                <a:gs pos="0">
                  <a:srgbClr val="C3602C"/>
                </a:gs>
                <a:gs pos="45000">
                  <a:srgbClr val="FFD965"/>
                </a:gs>
                <a:gs pos="94000">
                  <a:srgbClr val="F2F2F2"/>
                </a:gs>
                <a:gs pos="100000">
                  <a:srgbClr val="F2F2F2"/>
                </a:gs>
              </a:gsLst>
              <a:lin ang="54007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grpSp>
          <p:nvGrpSpPr>
            <p:cNvPr id="443" name="Google Shape;443;p79" title="Milestone Text"/>
            <p:cNvGrpSpPr/>
            <p:nvPr/>
          </p:nvGrpSpPr>
          <p:grpSpPr>
            <a:xfrm>
              <a:off x="9007213" y="-259748"/>
              <a:ext cx="1728586" cy="509236"/>
              <a:chOff x="2160561" y="-1365070"/>
              <a:chExt cx="1728586" cy="491351"/>
            </a:xfrm>
          </p:grpSpPr>
          <p:sp>
            <p:nvSpPr>
              <p:cNvPr id="444" name="Google Shape;444;p79"/>
              <p:cNvSpPr txBox="1"/>
              <p:nvPr/>
            </p:nvSpPr>
            <p:spPr>
              <a:xfrm>
                <a:off x="2160561" y="-1365070"/>
                <a:ext cx="1404300" cy="1884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3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FFD966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 Source </a:t>
                </a:r>
                <a:endParaRPr b="0" i="0" sz="8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3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FFD966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Forum 2024</a:t>
                </a:r>
                <a:endParaRPr b="0" i="0" sz="8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  <p:sp>
            <p:nvSpPr>
              <p:cNvPr id="445" name="Google Shape;445;p79"/>
              <p:cNvSpPr txBox="1"/>
              <p:nvPr/>
            </p:nvSpPr>
            <p:spPr>
              <a:xfrm>
                <a:off x="2170747" y="-1027619"/>
                <a:ext cx="1718400" cy="153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FFD966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Feb 22 2024</a:t>
                </a:r>
                <a:endParaRPr b="0" i="0" sz="8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00"/>
                  <a:buFont typeface="Arial"/>
                  <a:buNone/>
                </a:pPr>
                <a:r>
                  <a:t/>
                </a:r>
                <a:endParaRPr b="0" i="0" sz="100" u="none" cap="none" strike="noStrike">
                  <a:solidFill>
                    <a:srgbClr val="BA461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chemeClr val="lt1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Mod Tech </a:t>
                </a:r>
                <a:endParaRPr b="0" i="0" sz="8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chemeClr val="lt1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Labs</a:t>
                </a:r>
                <a:endParaRPr b="0" i="0" sz="8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</p:grpSp>
        <p:sp>
          <p:nvSpPr>
            <p:cNvPr id="446" name="Google Shape;446;p79" title="Milestone Number"/>
            <p:cNvSpPr/>
            <p:nvPr/>
          </p:nvSpPr>
          <p:spPr>
            <a:xfrm>
              <a:off x="9107417" y="809505"/>
              <a:ext cx="297300" cy="2973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5400" rotWithShape="0" algn="tl" dir="2700000" dist="12700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595959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16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447" name="Google Shape;447;p79"/>
          <p:cNvSpPr txBox="1"/>
          <p:nvPr/>
        </p:nvSpPr>
        <p:spPr>
          <a:xfrm>
            <a:off x="7516267" y="4486657"/>
            <a:ext cx="369300" cy="163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Feb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448" name="Google Shape;448;p79"/>
          <p:cNvCxnSpPr/>
          <p:nvPr/>
        </p:nvCxnSpPr>
        <p:spPr>
          <a:xfrm>
            <a:off x="7697647" y="4304444"/>
            <a:ext cx="0" cy="114900"/>
          </a:xfrm>
          <a:prstGeom prst="straightConnector1">
            <a:avLst/>
          </a:prstGeom>
          <a:noFill/>
          <a:ln cap="flat" cmpd="sng" w="9525">
            <a:solidFill>
              <a:srgbClr val="D8D8D8"/>
            </a:solidFill>
            <a:prstDash val="dash"/>
            <a:miter lim="800000"/>
            <a:headEnd len="sm" w="sm" type="none"/>
            <a:tailEnd len="sm" w="sm" type="none"/>
          </a:ln>
        </p:spPr>
      </p:cxnSp>
      <p:cxnSp>
        <p:nvCxnSpPr>
          <p:cNvPr id="449" name="Google Shape;449;p79"/>
          <p:cNvCxnSpPr/>
          <p:nvPr/>
        </p:nvCxnSpPr>
        <p:spPr>
          <a:xfrm>
            <a:off x="3584338" y="4263966"/>
            <a:ext cx="0" cy="114900"/>
          </a:xfrm>
          <a:prstGeom prst="straightConnector1">
            <a:avLst/>
          </a:prstGeom>
          <a:noFill/>
          <a:ln cap="flat" cmpd="sng" w="9525">
            <a:solidFill>
              <a:srgbClr val="D8D8D8"/>
            </a:solidFill>
            <a:prstDash val="dash"/>
            <a:miter lim="800000"/>
            <a:headEnd len="sm" w="sm" type="none"/>
            <a:tailEnd len="sm" w="sm" type="none"/>
          </a:ln>
        </p:spPr>
      </p:cxnSp>
      <p:grpSp>
        <p:nvGrpSpPr>
          <p:cNvPr id="450" name="Google Shape;450;p79" title="Milestone 3"/>
          <p:cNvGrpSpPr/>
          <p:nvPr/>
        </p:nvGrpSpPr>
        <p:grpSpPr>
          <a:xfrm>
            <a:off x="8091638" y="164065"/>
            <a:ext cx="1194190" cy="4055978"/>
            <a:chOff x="3275158" y="-400072"/>
            <a:chExt cx="1719248" cy="5839300"/>
          </a:xfrm>
        </p:grpSpPr>
        <p:sp>
          <p:nvSpPr>
            <p:cNvPr id="451" name="Google Shape;451;p79" title="Milestone Arrow"/>
            <p:cNvSpPr/>
            <p:nvPr/>
          </p:nvSpPr>
          <p:spPr>
            <a:xfrm>
              <a:off x="3275158" y="896328"/>
              <a:ext cx="470400" cy="4542900"/>
            </a:xfrm>
            <a:prstGeom prst="downArrow">
              <a:avLst>
                <a:gd fmla="val 100000" name="adj1"/>
                <a:gd fmla="val 50000" name="adj2"/>
              </a:avLst>
            </a:prstGeom>
            <a:gradFill>
              <a:gsLst>
                <a:gs pos="0">
                  <a:srgbClr val="C3602C"/>
                </a:gs>
                <a:gs pos="45000">
                  <a:srgbClr val="FFD965"/>
                </a:gs>
                <a:gs pos="94000">
                  <a:srgbClr val="F2F2F2"/>
                </a:gs>
                <a:gs pos="100000">
                  <a:srgbClr val="F2F2F2"/>
                </a:gs>
              </a:gsLst>
              <a:lin ang="54007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sp>
          <p:nvSpPr>
            <p:cNvPr id="452" name="Google Shape;452;p79" title="Milestone Number"/>
            <p:cNvSpPr/>
            <p:nvPr/>
          </p:nvSpPr>
          <p:spPr>
            <a:xfrm>
              <a:off x="3361849" y="1039026"/>
              <a:ext cx="297000" cy="297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5400" rotWithShape="0" algn="tl" dir="2700000" dist="12700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595959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17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grpSp>
          <p:nvGrpSpPr>
            <p:cNvPr id="453" name="Google Shape;453;p79" title="Milestone Text"/>
            <p:cNvGrpSpPr/>
            <p:nvPr/>
          </p:nvGrpSpPr>
          <p:grpSpPr>
            <a:xfrm>
              <a:off x="3276006" y="-400072"/>
              <a:ext cx="1718400" cy="692543"/>
              <a:chOff x="1936567" y="-1859663"/>
              <a:chExt cx="1718400" cy="692543"/>
            </a:xfrm>
          </p:grpSpPr>
          <p:sp>
            <p:nvSpPr>
              <p:cNvPr id="454" name="Google Shape;454;p79"/>
              <p:cNvSpPr txBox="1"/>
              <p:nvPr/>
            </p:nvSpPr>
            <p:spPr>
              <a:xfrm>
                <a:off x="1937408" y="-1859663"/>
                <a:ext cx="1177800" cy="5571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300"/>
                  <a:buFont typeface="Arial"/>
                  <a:buNone/>
                </a:pPr>
                <a:r>
                  <a:rPr b="0" i="0" lang="en" sz="1100" u="none" cap="none" strike="noStrike">
                    <a:solidFill>
                      <a:srgbClr val="FFF2CC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 Source Days 2024</a:t>
                </a:r>
                <a:endParaRPr b="0" i="0" sz="1100" u="none" cap="none" strike="noStrike">
                  <a:solidFill>
                    <a:srgbClr val="FFF2CC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455" name="Google Shape;455;p79"/>
              <p:cNvSpPr txBox="1"/>
              <p:nvPr/>
            </p:nvSpPr>
            <p:spPr>
              <a:xfrm>
                <a:off x="1936567" y="-1321020"/>
                <a:ext cx="1718400" cy="153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FFF2CC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July 23-29 202</a:t>
                </a:r>
                <a:r>
                  <a:rPr lang="en" sz="800">
                    <a:solidFill>
                      <a:srgbClr val="FFF2CC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4</a:t>
                </a:r>
                <a:endParaRPr b="0" i="0" sz="800" u="none" cap="none" strike="noStrike">
                  <a:solidFill>
                    <a:srgbClr val="FFF2C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2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FFF2CC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Samsung</a:t>
                </a:r>
                <a:endParaRPr b="0" i="0" sz="800" u="none" cap="none" strike="noStrike">
                  <a:solidFill>
                    <a:srgbClr val="FFF2C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FFF2CC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Caligra</a:t>
                </a:r>
                <a:endParaRPr b="0" i="0" sz="800" u="none" cap="none" strike="noStrike">
                  <a:solidFill>
                    <a:srgbClr val="FFF2C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</p:grpSp>
      </p:grpSp>
      <p:cxnSp>
        <p:nvCxnSpPr>
          <p:cNvPr id="456" name="Google Shape;456;p79"/>
          <p:cNvCxnSpPr/>
          <p:nvPr/>
        </p:nvCxnSpPr>
        <p:spPr>
          <a:xfrm>
            <a:off x="8291941" y="4276154"/>
            <a:ext cx="0" cy="114900"/>
          </a:xfrm>
          <a:prstGeom prst="straightConnector1">
            <a:avLst/>
          </a:prstGeom>
          <a:noFill/>
          <a:ln cap="flat" cmpd="sng" w="9525">
            <a:solidFill>
              <a:srgbClr val="D8D8D8"/>
            </a:solidFill>
            <a:prstDash val="dash"/>
            <a:miter lim="800000"/>
            <a:headEnd len="sm" w="sm" type="none"/>
            <a:tailEnd len="sm" w="sm" type="none"/>
          </a:ln>
        </p:spPr>
      </p:cxnSp>
      <p:sp>
        <p:nvSpPr>
          <p:cNvPr id="457" name="Google Shape;457;p79"/>
          <p:cNvSpPr txBox="1"/>
          <p:nvPr/>
        </p:nvSpPr>
        <p:spPr>
          <a:xfrm>
            <a:off x="8015965" y="4485770"/>
            <a:ext cx="515100" cy="163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August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458" name="Google Shape;458;p7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46750" y="155930"/>
            <a:ext cx="349200" cy="429551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459" name="Google Shape;459;p79"/>
          <p:cNvGrpSpPr/>
          <p:nvPr/>
        </p:nvGrpSpPr>
        <p:grpSpPr>
          <a:xfrm>
            <a:off x="8471926" y="1067616"/>
            <a:ext cx="1200676" cy="3139302"/>
            <a:chOff x="9017385" y="-1289895"/>
            <a:chExt cx="1728586" cy="4244020"/>
          </a:xfrm>
        </p:grpSpPr>
        <p:sp>
          <p:nvSpPr>
            <p:cNvPr id="460" name="Google Shape;460;p79" title="Milestone Arrow"/>
            <p:cNvSpPr/>
            <p:nvPr/>
          </p:nvSpPr>
          <p:spPr>
            <a:xfrm>
              <a:off x="9039410" y="-58775"/>
              <a:ext cx="470400" cy="3012900"/>
            </a:xfrm>
            <a:prstGeom prst="downArrow">
              <a:avLst>
                <a:gd fmla="val 100000" name="adj1"/>
                <a:gd fmla="val 50000" name="adj2"/>
              </a:avLst>
            </a:prstGeom>
            <a:gradFill>
              <a:gsLst>
                <a:gs pos="0">
                  <a:srgbClr val="C3602C"/>
                </a:gs>
                <a:gs pos="45000">
                  <a:srgbClr val="FFD965"/>
                </a:gs>
                <a:gs pos="94000">
                  <a:srgbClr val="F2F2F2"/>
                </a:gs>
                <a:gs pos="100000">
                  <a:srgbClr val="F2F2F2"/>
                </a:gs>
              </a:gsLst>
              <a:lin ang="54007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grpSp>
          <p:nvGrpSpPr>
            <p:cNvPr id="461" name="Google Shape;461;p79" title="Milestone Text"/>
            <p:cNvGrpSpPr/>
            <p:nvPr/>
          </p:nvGrpSpPr>
          <p:grpSpPr>
            <a:xfrm>
              <a:off x="9017385" y="-1289895"/>
              <a:ext cx="1728586" cy="519553"/>
              <a:chOff x="2170733" y="-2359037"/>
              <a:chExt cx="1728586" cy="501305"/>
            </a:xfrm>
          </p:grpSpPr>
          <p:sp>
            <p:nvSpPr>
              <p:cNvPr id="462" name="Google Shape;462;p79"/>
              <p:cNvSpPr txBox="1"/>
              <p:nvPr/>
            </p:nvSpPr>
            <p:spPr>
              <a:xfrm>
                <a:off x="2170733" y="-2359037"/>
                <a:ext cx="1404300" cy="1884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3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FFD966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 Source </a:t>
                </a:r>
                <a:endParaRPr b="0" i="0" sz="8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3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FFD966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Forum 202</a:t>
                </a:r>
                <a:r>
                  <a:rPr lang="en" sz="800">
                    <a:solidFill>
                      <a:srgbClr val="FFD966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5</a:t>
                </a:r>
                <a:endParaRPr b="0" i="0" sz="12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  <p:sp>
            <p:nvSpPr>
              <p:cNvPr id="463" name="Google Shape;463;p79"/>
              <p:cNvSpPr txBox="1"/>
              <p:nvPr/>
            </p:nvSpPr>
            <p:spPr>
              <a:xfrm>
                <a:off x="2180919" y="-2011632"/>
                <a:ext cx="1718400" cy="153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FFD966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Feb </a:t>
                </a:r>
                <a:r>
                  <a:rPr lang="en" sz="800">
                    <a:solidFill>
                      <a:srgbClr val="FFD966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13</a:t>
                </a:r>
                <a:r>
                  <a:rPr b="0" i="0" lang="en" sz="800" u="none" cap="none" strike="noStrike">
                    <a:solidFill>
                      <a:srgbClr val="FFD966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 202</a:t>
                </a:r>
                <a:r>
                  <a:rPr lang="en" sz="800">
                    <a:solidFill>
                      <a:srgbClr val="FFD966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5</a:t>
                </a:r>
                <a:endParaRPr b="0" i="0" sz="2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00"/>
                  <a:buFont typeface="Arial"/>
                  <a:buNone/>
                </a:pPr>
                <a:r>
                  <a:t/>
                </a:r>
                <a:endParaRPr b="0" i="0" sz="100" u="none" cap="none" strike="noStrike">
                  <a:solidFill>
                    <a:srgbClr val="BA461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rPr b="1" lang="en" sz="800">
                    <a:solidFill>
                      <a:srgbClr val="C3602C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OpenAPV</a:t>
                </a:r>
                <a:endParaRPr b="1" sz="800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t/>
                </a:r>
                <a:endParaRPr b="1" sz="100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rPr lang="en" sz="800">
                    <a:solidFill>
                      <a:schemeClr val="lt1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Stability.ai</a:t>
                </a:r>
                <a:r>
                  <a:rPr b="0" i="0" lang="en" sz="800" u="none" cap="none" strike="noStrike">
                    <a:solidFill>
                      <a:schemeClr val="lt1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 </a:t>
                </a:r>
                <a:endParaRPr b="0" i="0" sz="8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rPr lang="en" sz="800">
                    <a:solidFill>
                      <a:schemeClr val="lt1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RaynaultVFX</a:t>
                </a:r>
                <a:endParaRPr b="0" i="0" sz="8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</p:grpSp>
        <p:sp>
          <p:nvSpPr>
            <p:cNvPr id="464" name="Google Shape;464;p79" title="Milestone Number"/>
            <p:cNvSpPr/>
            <p:nvPr/>
          </p:nvSpPr>
          <p:spPr>
            <a:xfrm>
              <a:off x="9117589" y="88402"/>
              <a:ext cx="297300" cy="2973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5400" rotWithShape="0" algn="tl" dir="2700000" dist="12700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595959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1</a:t>
              </a:r>
              <a:r>
                <a:rPr lang="en" sz="800">
                  <a:solidFill>
                    <a:srgbClr val="595959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8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465" name="Google Shape;465;p79"/>
          <p:cNvSpPr txBox="1"/>
          <p:nvPr/>
        </p:nvSpPr>
        <p:spPr>
          <a:xfrm>
            <a:off x="8489567" y="4495651"/>
            <a:ext cx="369300" cy="163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Feb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466" name="Google Shape;466;p79"/>
          <p:cNvCxnSpPr/>
          <p:nvPr/>
        </p:nvCxnSpPr>
        <p:spPr>
          <a:xfrm>
            <a:off x="8670947" y="4313437"/>
            <a:ext cx="0" cy="114900"/>
          </a:xfrm>
          <a:prstGeom prst="straightConnector1">
            <a:avLst/>
          </a:prstGeom>
          <a:noFill/>
          <a:ln cap="flat" cmpd="sng" w="9525">
            <a:solidFill>
              <a:srgbClr val="D8D8D8"/>
            </a:solidFill>
            <a:prstDash val="dash"/>
            <a:miter lim="800000"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70" name="Shape 4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1" name="Google Shape;471;p80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Membership</a:t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72" name="Google Shape;472;p80"/>
          <p:cNvSpPr txBox="1"/>
          <p:nvPr/>
        </p:nvSpPr>
        <p:spPr>
          <a:xfrm>
            <a:off x="155625" y="918375"/>
            <a:ext cx="4026900" cy="350700"/>
          </a:xfrm>
          <a:prstGeom prst="rect">
            <a:avLst/>
          </a:prstGeom>
          <a:noFill/>
          <a:ln>
            <a:noFill/>
          </a:ln>
        </p:spPr>
        <p:txBody>
          <a:bodyPr anchorCtr="0" anchor="t" bIns="67225" lIns="67225" spcFirstLastPara="1" rIns="67225" wrap="square" tIns="672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397"/>
              <a:t>Premier</a:t>
            </a:r>
            <a:endParaRPr b="1" sz="1397"/>
          </a:p>
        </p:txBody>
      </p:sp>
      <p:sp>
        <p:nvSpPr>
          <p:cNvPr id="473" name="Google Shape;473;p80"/>
          <p:cNvSpPr txBox="1"/>
          <p:nvPr/>
        </p:nvSpPr>
        <p:spPr>
          <a:xfrm>
            <a:off x="4177454" y="918375"/>
            <a:ext cx="3198300" cy="350700"/>
          </a:xfrm>
          <a:prstGeom prst="rect">
            <a:avLst/>
          </a:prstGeom>
          <a:noFill/>
          <a:ln>
            <a:noFill/>
          </a:ln>
        </p:spPr>
        <p:txBody>
          <a:bodyPr anchorCtr="0" anchor="t" bIns="67225" lIns="67225" spcFirstLastPara="1" rIns="67225" wrap="square" tIns="672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397"/>
              <a:t>General</a:t>
            </a:r>
            <a:endParaRPr b="1" sz="1397"/>
          </a:p>
        </p:txBody>
      </p:sp>
      <p:sp>
        <p:nvSpPr>
          <p:cNvPr id="474" name="Google Shape;474;p80"/>
          <p:cNvSpPr txBox="1"/>
          <p:nvPr/>
        </p:nvSpPr>
        <p:spPr>
          <a:xfrm>
            <a:off x="7477580" y="918375"/>
            <a:ext cx="1510500" cy="350700"/>
          </a:xfrm>
          <a:prstGeom prst="rect">
            <a:avLst/>
          </a:prstGeom>
          <a:noFill/>
          <a:ln>
            <a:noFill/>
          </a:ln>
        </p:spPr>
        <p:txBody>
          <a:bodyPr anchorCtr="0" anchor="t" bIns="67225" lIns="67225" spcFirstLastPara="1" rIns="67225" wrap="square" tIns="672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397"/>
              <a:t>Associate</a:t>
            </a:r>
            <a:endParaRPr b="1" sz="1397"/>
          </a:p>
        </p:txBody>
      </p:sp>
      <p:cxnSp>
        <p:nvCxnSpPr>
          <p:cNvPr id="475" name="Google Shape;475;p80"/>
          <p:cNvCxnSpPr/>
          <p:nvPr/>
        </p:nvCxnSpPr>
        <p:spPr>
          <a:xfrm flipH="1">
            <a:off x="4177638" y="1194551"/>
            <a:ext cx="5100" cy="3547200"/>
          </a:xfrm>
          <a:prstGeom prst="straightConnector1">
            <a:avLst/>
          </a:prstGeom>
          <a:noFill/>
          <a:ln cap="flat" cmpd="sng" w="16325">
            <a:solidFill>
              <a:srgbClr val="B49823"/>
            </a:solidFill>
            <a:prstDash val="solid"/>
            <a:miter lim="800000"/>
            <a:headEnd len="sm" w="sm" type="none"/>
            <a:tailEnd len="sm" w="sm" type="none"/>
          </a:ln>
        </p:spPr>
      </p:cxnSp>
      <p:cxnSp>
        <p:nvCxnSpPr>
          <p:cNvPr id="476" name="Google Shape;476;p80"/>
          <p:cNvCxnSpPr/>
          <p:nvPr/>
        </p:nvCxnSpPr>
        <p:spPr>
          <a:xfrm flipH="1">
            <a:off x="7375814" y="1194551"/>
            <a:ext cx="5100" cy="3547200"/>
          </a:xfrm>
          <a:prstGeom prst="straightConnector1">
            <a:avLst/>
          </a:prstGeom>
          <a:noFill/>
          <a:ln cap="flat" cmpd="sng" w="16325">
            <a:solidFill>
              <a:srgbClr val="B49823"/>
            </a:solidFill>
            <a:prstDash val="solid"/>
            <a:miter lim="800000"/>
            <a:headEnd len="sm" w="sm" type="none"/>
            <a:tailEnd len="sm" w="sm" type="none"/>
          </a:ln>
        </p:spPr>
      </p:cxnSp>
      <p:pic>
        <p:nvPicPr>
          <p:cNvPr id="477" name="Google Shape;477;p80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7477589" y="1479382"/>
            <a:ext cx="1510783" cy="2709361"/>
          </a:xfrm>
          <a:prstGeom prst="rect">
            <a:avLst/>
          </a:prstGeom>
          <a:noFill/>
          <a:ln>
            <a:noFill/>
          </a:ln>
        </p:spPr>
      </p:pic>
      <p:pic>
        <p:nvPicPr>
          <p:cNvPr id="478" name="Google Shape;478;p80" title="Screenshot 2026-02-18 at 3.44.52 PM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295609" y="1194573"/>
            <a:ext cx="3428218" cy="3852253"/>
          </a:xfrm>
          <a:prstGeom prst="rect">
            <a:avLst/>
          </a:prstGeom>
          <a:noFill/>
          <a:ln>
            <a:noFill/>
          </a:ln>
        </p:spPr>
      </p:pic>
      <p:pic>
        <p:nvPicPr>
          <p:cNvPr id="479" name="Google Shape;479;p80" title="Screenshot 2026-02-18 at 3.55.13 PM.png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4336782" y="1423263"/>
            <a:ext cx="2884921" cy="2553667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83" name="Shape 4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4" name="Google Shape;484;p81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SzPts val="802"/>
              <a:buNone/>
            </a:pPr>
            <a:r>
              <a:rPr lang="en" sz="2230"/>
              <a:t>We’re a nonprofit, but not separately incorporated</a:t>
            </a:r>
            <a:endParaRPr sz="2230"/>
          </a:p>
        </p:txBody>
      </p:sp>
      <p:sp>
        <p:nvSpPr>
          <p:cNvPr id="485" name="Google Shape;485;p81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298450" lvl="0" marL="342900" rtl="0" algn="l">
              <a:spcBef>
                <a:spcPts val="800"/>
              </a:spcBef>
              <a:spcAft>
                <a:spcPts val="0"/>
              </a:spcAft>
              <a:buSzPts val="2100"/>
              <a:buChar char="•"/>
            </a:pPr>
            <a:r>
              <a:rPr lang="en"/>
              <a:t>The Academy Software Foundation is part of the </a:t>
            </a:r>
            <a:r>
              <a:rPr lang="en" u="sng">
                <a:solidFill>
                  <a:schemeClr val="hlink"/>
                </a:solidFill>
                <a:hlinkClick r:id="rId3"/>
              </a:rPr>
              <a:t>the Linux Foundation</a:t>
            </a:r>
            <a:r>
              <a:rPr lang="en"/>
              <a:t> and is not a separate legal entity</a:t>
            </a:r>
            <a:endParaRPr/>
          </a:p>
          <a:p>
            <a:pPr indent="-298450" lvl="0" marL="342900" rtl="0" algn="l">
              <a:spcBef>
                <a:spcPts val="800"/>
              </a:spcBef>
              <a:spcAft>
                <a:spcPts val="0"/>
              </a:spcAft>
              <a:buSzPts val="2100"/>
              <a:buChar char="•"/>
            </a:pPr>
            <a:r>
              <a:rPr lang="en"/>
              <a:t>Therefore, the </a:t>
            </a:r>
            <a:r>
              <a:rPr lang="en"/>
              <a:t>Academy Software Foundation</a:t>
            </a:r>
            <a:r>
              <a:rPr lang="en"/>
              <a:t> Governing Board is not a </a:t>
            </a:r>
            <a:r>
              <a:rPr lang="en"/>
              <a:t>corporate</a:t>
            </a:r>
            <a:r>
              <a:rPr lang="en"/>
              <a:t> board of directors, and is not </a:t>
            </a:r>
            <a:r>
              <a:rPr lang="en"/>
              <a:t>subject to </a:t>
            </a:r>
            <a:r>
              <a:rPr lang="en"/>
              <a:t>corporate law statutes (e.g., those that govern f</a:t>
            </a:r>
            <a:r>
              <a:rPr lang="en"/>
              <a:t>iduciary</a:t>
            </a:r>
            <a:r>
              <a:rPr lang="en"/>
              <a:t> duties and how corporate boards of directors must operate)</a:t>
            </a:r>
            <a:endParaRPr/>
          </a:p>
          <a:p>
            <a:pPr indent="-298450" lvl="0" marL="342900" rtl="0" algn="l">
              <a:spcBef>
                <a:spcPts val="800"/>
              </a:spcBef>
              <a:spcAft>
                <a:spcPts val="0"/>
              </a:spcAft>
              <a:buSzPts val="2100"/>
              <a:buChar char="•"/>
            </a:pPr>
            <a:r>
              <a:rPr lang="en"/>
              <a:t>The powers and duties of the Governing Board are set forth in the </a:t>
            </a:r>
            <a:r>
              <a:rPr lang="en" u="sng">
                <a:solidFill>
                  <a:schemeClr val="hlink"/>
                </a:solidFill>
                <a:hlinkClick r:id="rId4"/>
              </a:rPr>
              <a:t>Academy Software Foundation Charter</a:t>
            </a:r>
            <a:endParaRPr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89" name="Shape 4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0" name="Google Shape;490;p82"/>
          <p:cNvSpPr txBox="1"/>
          <p:nvPr/>
        </p:nvSpPr>
        <p:spPr>
          <a:xfrm>
            <a:off x="354047" y="497617"/>
            <a:ext cx="8389800" cy="490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500"/>
              <a:buFont typeface="Arial"/>
              <a:buNone/>
            </a:pPr>
            <a:r>
              <a:rPr b="0" i="0" lang="en" sz="2500" u="none" cap="none" strike="noStrike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Academy Software Foundation</a:t>
            </a:r>
            <a:endParaRPr b="0" i="0" sz="2500" u="none" cap="none" strike="noStrike">
              <a:solidFill>
                <a:srgbClr val="FFFFFF"/>
              </a:solidFill>
              <a:latin typeface="Open Sans"/>
              <a:ea typeface="Open Sans"/>
              <a:cs typeface="Open Sans"/>
              <a:sym typeface="Open Sans"/>
            </a:endParaRPr>
          </a:p>
          <a:p>
            <a:pPr indent="0" lvl="0" marL="0" marR="0" rtl="0"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0" i="0" lang="en" sz="1800" u="none" cap="none" strike="noStrike">
                <a:solidFill>
                  <a:srgbClr val="F79646"/>
                </a:solidFill>
                <a:latin typeface="Arial"/>
                <a:ea typeface="Arial"/>
                <a:cs typeface="Arial"/>
                <a:sym typeface="Arial"/>
              </a:rPr>
              <a:t>Structure</a:t>
            </a:r>
            <a:endParaRPr b="0" i="0" sz="2500" u="none" cap="none" strike="noStrike">
              <a:solidFill>
                <a:srgbClr val="FFFFFF"/>
              </a:solidFill>
              <a:latin typeface="Open Sans"/>
              <a:ea typeface="Open Sans"/>
              <a:cs typeface="Open Sans"/>
              <a:sym typeface="Open Sans"/>
            </a:endParaRPr>
          </a:p>
        </p:txBody>
      </p:sp>
      <p:pic>
        <p:nvPicPr>
          <p:cNvPr id="491" name="Google Shape;491;p82" title="OpenAPV-logo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8373319" y="3076819"/>
            <a:ext cx="440681" cy="133538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492" name="Google Shape;492;p82"/>
          <p:cNvGrpSpPr/>
          <p:nvPr/>
        </p:nvGrpSpPr>
        <p:grpSpPr>
          <a:xfrm>
            <a:off x="172215" y="1292325"/>
            <a:ext cx="8858043" cy="3227494"/>
            <a:chOff x="229621" y="1723100"/>
            <a:chExt cx="11810724" cy="4303325"/>
          </a:xfrm>
        </p:grpSpPr>
        <p:cxnSp>
          <p:nvCxnSpPr>
            <p:cNvPr id="493" name="Google Shape;493;p82"/>
            <p:cNvCxnSpPr/>
            <p:nvPr/>
          </p:nvCxnSpPr>
          <p:spPr>
            <a:xfrm>
              <a:off x="3807489" y="3305081"/>
              <a:ext cx="0" cy="2536500"/>
            </a:xfrm>
            <a:prstGeom prst="straightConnector1">
              <a:avLst/>
            </a:prstGeom>
            <a:noFill/>
            <a:ln cap="flat" cmpd="sng" w="15950">
              <a:solidFill>
                <a:srgbClr val="B49823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494" name="Google Shape;494;p82"/>
            <p:cNvCxnSpPr/>
            <p:nvPr/>
          </p:nvCxnSpPr>
          <p:spPr>
            <a:xfrm>
              <a:off x="3152584" y="3299129"/>
              <a:ext cx="0" cy="2550300"/>
            </a:xfrm>
            <a:prstGeom prst="straightConnector1">
              <a:avLst/>
            </a:prstGeom>
            <a:noFill/>
            <a:ln cap="flat" cmpd="sng" w="15950">
              <a:solidFill>
                <a:srgbClr val="B49823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495" name="Google Shape;495;p82"/>
            <p:cNvCxnSpPr/>
            <p:nvPr/>
          </p:nvCxnSpPr>
          <p:spPr>
            <a:xfrm>
              <a:off x="11564485" y="3301113"/>
              <a:ext cx="0" cy="2532600"/>
            </a:xfrm>
            <a:prstGeom prst="straightConnector1">
              <a:avLst/>
            </a:prstGeom>
            <a:noFill/>
            <a:ln cap="flat" cmpd="sng" w="15950">
              <a:solidFill>
                <a:srgbClr val="B49823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496" name="Google Shape;496;p82"/>
            <p:cNvCxnSpPr/>
            <p:nvPr/>
          </p:nvCxnSpPr>
          <p:spPr>
            <a:xfrm>
              <a:off x="1871400" y="3298137"/>
              <a:ext cx="0" cy="2583300"/>
            </a:xfrm>
            <a:prstGeom prst="straightConnector1">
              <a:avLst/>
            </a:prstGeom>
            <a:noFill/>
            <a:ln cap="flat" cmpd="sng" w="15950">
              <a:solidFill>
                <a:srgbClr val="B49823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497" name="Google Shape;497;p82"/>
            <p:cNvCxnSpPr/>
            <p:nvPr/>
          </p:nvCxnSpPr>
          <p:spPr>
            <a:xfrm>
              <a:off x="7060975" y="3308350"/>
              <a:ext cx="0" cy="2469300"/>
            </a:xfrm>
            <a:prstGeom prst="straightConnector1">
              <a:avLst/>
            </a:prstGeom>
            <a:noFill/>
            <a:ln cap="flat" cmpd="sng" w="15950">
              <a:solidFill>
                <a:srgbClr val="B49823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498" name="Google Shape;498;p82"/>
            <p:cNvCxnSpPr/>
            <p:nvPr/>
          </p:nvCxnSpPr>
          <p:spPr>
            <a:xfrm>
              <a:off x="10949141" y="3305081"/>
              <a:ext cx="0" cy="2520300"/>
            </a:xfrm>
            <a:prstGeom prst="straightConnector1">
              <a:avLst/>
            </a:prstGeom>
            <a:noFill/>
            <a:ln cap="flat" cmpd="sng" w="15950">
              <a:solidFill>
                <a:srgbClr val="B49823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499" name="Google Shape;499;p82"/>
            <p:cNvCxnSpPr/>
            <p:nvPr/>
          </p:nvCxnSpPr>
          <p:spPr>
            <a:xfrm>
              <a:off x="7708755" y="3305081"/>
              <a:ext cx="0" cy="2504400"/>
            </a:xfrm>
            <a:prstGeom prst="straightConnector1">
              <a:avLst/>
            </a:prstGeom>
            <a:noFill/>
            <a:ln cap="flat" cmpd="sng" w="15950">
              <a:solidFill>
                <a:srgbClr val="B49823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500" name="Google Shape;500;p82"/>
            <p:cNvCxnSpPr/>
            <p:nvPr/>
          </p:nvCxnSpPr>
          <p:spPr>
            <a:xfrm>
              <a:off x="8346890" y="3297146"/>
              <a:ext cx="0" cy="2512500"/>
            </a:xfrm>
            <a:prstGeom prst="straightConnector1">
              <a:avLst/>
            </a:prstGeom>
            <a:noFill/>
            <a:ln cap="flat" cmpd="sng" w="15950">
              <a:solidFill>
                <a:srgbClr val="B49823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501" name="Google Shape;501;p82"/>
            <p:cNvCxnSpPr/>
            <p:nvPr/>
          </p:nvCxnSpPr>
          <p:spPr>
            <a:xfrm>
              <a:off x="9009384" y="3301113"/>
              <a:ext cx="0" cy="2532600"/>
            </a:xfrm>
            <a:prstGeom prst="straightConnector1">
              <a:avLst/>
            </a:prstGeom>
            <a:noFill/>
            <a:ln cap="flat" cmpd="sng" w="15950">
              <a:solidFill>
                <a:srgbClr val="B49823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502" name="Google Shape;502;p82"/>
            <p:cNvCxnSpPr/>
            <p:nvPr/>
          </p:nvCxnSpPr>
          <p:spPr>
            <a:xfrm>
              <a:off x="9655967" y="3296045"/>
              <a:ext cx="0" cy="2577300"/>
            </a:xfrm>
            <a:prstGeom prst="straightConnector1">
              <a:avLst/>
            </a:prstGeom>
            <a:noFill/>
            <a:ln cap="flat" cmpd="sng" w="15950">
              <a:solidFill>
                <a:srgbClr val="B49823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503" name="Google Shape;503;p82"/>
            <p:cNvCxnSpPr/>
            <p:nvPr/>
          </p:nvCxnSpPr>
          <p:spPr>
            <a:xfrm>
              <a:off x="10301326" y="3290250"/>
              <a:ext cx="0" cy="2527200"/>
            </a:xfrm>
            <a:prstGeom prst="straightConnector1">
              <a:avLst/>
            </a:prstGeom>
            <a:noFill/>
            <a:ln cap="flat" cmpd="sng" w="15950">
              <a:solidFill>
                <a:srgbClr val="B49823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504" name="Google Shape;504;p82"/>
            <p:cNvCxnSpPr/>
            <p:nvPr/>
          </p:nvCxnSpPr>
          <p:spPr>
            <a:xfrm>
              <a:off x="5781247" y="3305081"/>
              <a:ext cx="0" cy="2520300"/>
            </a:xfrm>
            <a:prstGeom prst="straightConnector1">
              <a:avLst/>
            </a:prstGeom>
            <a:noFill/>
            <a:ln cap="flat" cmpd="sng" w="15950">
              <a:solidFill>
                <a:srgbClr val="B49823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505" name="Google Shape;505;p82"/>
            <p:cNvCxnSpPr/>
            <p:nvPr/>
          </p:nvCxnSpPr>
          <p:spPr>
            <a:xfrm>
              <a:off x="5124012" y="3297146"/>
              <a:ext cx="0" cy="2480700"/>
            </a:xfrm>
            <a:prstGeom prst="straightConnector1">
              <a:avLst/>
            </a:prstGeom>
            <a:noFill/>
            <a:ln cap="flat" cmpd="sng" w="15950">
              <a:solidFill>
                <a:srgbClr val="B49823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506" name="Google Shape;506;p82"/>
            <p:cNvCxnSpPr/>
            <p:nvPr/>
          </p:nvCxnSpPr>
          <p:spPr>
            <a:xfrm>
              <a:off x="4466638" y="3297146"/>
              <a:ext cx="0" cy="2599800"/>
            </a:xfrm>
            <a:prstGeom prst="straightConnector1">
              <a:avLst/>
            </a:prstGeom>
            <a:noFill/>
            <a:ln cap="flat" cmpd="sng" w="15950">
              <a:solidFill>
                <a:srgbClr val="B49823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507" name="Google Shape;507;p82"/>
            <p:cNvCxnSpPr/>
            <p:nvPr/>
          </p:nvCxnSpPr>
          <p:spPr>
            <a:xfrm>
              <a:off x="6429450" y="2349500"/>
              <a:ext cx="0" cy="3460200"/>
            </a:xfrm>
            <a:prstGeom prst="straightConnector1">
              <a:avLst/>
            </a:prstGeom>
            <a:noFill/>
            <a:ln cap="flat" cmpd="sng" w="15950">
              <a:solidFill>
                <a:srgbClr val="B49823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508" name="Google Shape;508;p82"/>
            <p:cNvCxnSpPr>
              <a:stCxn id="509" idx="3"/>
              <a:endCxn id="510" idx="1"/>
            </p:cNvCxnSpPr>
            <p:nvPr/>
          </p:nvCxnSpPr>
          <p:spPr>
            <a:xfrm flipH="1" rot="10800000">
              <a:off x="8574901" y="2208350"/>
              <a:ext cx="262500" cy="2100"/>
            </a:xfrm>
            <a:prstGeom prst="straightConnector1">
              <a:avLst/>
            </a:prstGeom>
            <a:noFill/>
            <a:ln cap="flat" cmpd="sng" w="11525">
              <a:solidFill>
                <a:srgbClr val="B49823"/>
              </a:solidFill>
              <a:prstDash val="solid"/>
              <a:round/>
              <a:headEnd len="sm" w="sm" type="none"/>
              <a:tailEnd len="sm" w="sm" type="none"/>
            </a:ln>
          </p:spPr>
        </p:cxnSp>
        <p:grpSp>
          <p:nvGrpSpPr>
            <p:cNvPr id="511" name="Google Shape;511;p82"/>
            <p:cNvGrpSpPr/>
            <p:nvPr/>
          </p:nvGrpSpPr>
          <p:grpSpPr>
            <a:xfrm>
              <a:off x="8837479" y="1909187"/>
              <a:ext cx="2512263" cy="598261"/>
              <a:chOff x="-1" y="-1"/>
              <a:chExt cx="2980500" cy="661500"/>
            </a:xfrm>
          </p:grpSpPr>
          <p:sp>
            <p:nvSpPr>
              <p:cNvPr id="510" name="Google Shape;510;p82"/>
              <p:cNvSpPr/>
              <p:nvPr/>
            </p:nvSpPr>
            <p:spPr>
              <a:xfrm>
                <a:off x="-1" y="-1"/>
                <a:ext cx="2980500" cy="661500"/>
              </a:xfrm>
              <a:prstGeom prst="rect">
                <a:avLst/>
              </a:prstGeom>
              <a:solidFill>
                <a:srgbClr val="FFFFFF"/>
              </a:solidFill>
              <a:ln cap="flat" cmpd="sng" w="28575">
                <a:solidFill>
                  <a:srgbClr val="B49823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ctr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7F7F7F"/>
                  </a:buClr>
                  <a:buSzPts val="700"/>
                  <a:buFont typeface="Roboto"/>
                  <a:buNone/>
                </a:pPr>
                <a:r>
                  <a:t/>
                </a:r>
                <a:endParaRPr b="0" i="0" sz="700" u="none" cap="none" strike="noStrike">
                  <a:solidFill>
                    <a:srgbClr val="7F7F7F"/>
                  </a:solidFill>
                  <a:latin typeface="Roboto"/>
                  <a:ea typeface="Roboto"/>
                  <a:cs typeface="Roboto"/>
                  <a:sym typeface="Roboto"/>
                </a:endParaRPr>
              </a:p>
            </p:txBody>
          </p:sp>
          <p:sp>
            <p:nvSpPr>
              <p:cNvPr id="512" name="Google Shape;512;p82"/>
              <p:cNvSpPr txBox="1"/>
              <p:nvPr/>
            </p:nvSpPr>
            <p:spPr>
              <a:xfrm>
                <a:off x="125267" y="132331"/>
                <a:ext cx="2729400" cy="364500"/>
              </a:xfrm>
              <a:prstGeom prst="rect">
                <a:avLst/>
              </a:prstGeom>
              <a:solidFill>
                <a:srgbClr val="FFFFFF"/>
              </a:solidFill>
              <a:ln>
                <a:noFill/>
              </a:ln>
            </p:spPr>
            <p:txBody>
              <a:bodyPr anchorCtr="0" anchor="t" bIns="23350" lIns="23350" spcFirstLastPara="1" rIns="23350" wrap="square" tIns="23350">
                <a:spAutoFit/>
              </a:bodyPr>
              <a:lstStyle/>
              <a:p>
                <a:pPr indent="25400" lvl="0" marL="0" marR="0" rtl="0" algn="ctr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7F7F7F"/>
                  </a:buClr>
                  <a:buSzPts val="1000"/>
                  <a:buFont typeface="Roboto"/>
                  <a:buNone/>
                </a:pPr>
                <a:r>
                  <a:rPr b="0" i="0" lang="en" sz="1300" u="none" cap="none" strike="noStrike">
                    <a:solidFill>
                      <a:srgbClr val="B49823"/>
                    </a:solidFill>
                    <a:latin typeface="Roboto"/>
                    <a:ea typeface="Roboto"/>
                    <a:cs typeface="Roboto"/>
                    <a:sym typeface="Roboto"/>
                  </a:rPr>
                  <a:t>Outreach Committee</a:t>
                </a:r>
                <a:endParaRPr b="0" i="0" sz="1000" u="none" cap="none" strike="noStrike">
                  <a:solidFill>
                    <a:srgbClr val="B49823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  <p:cxnSp>
          <p:nvCxnSpPr>
            <p:cNvPr id="513" name="Google Shape;513;p82"/>
            <p:cNvCxnSpPr/>
            <p:nvPr/>
          </p:nvCxnSpPr>
          <p:spPr>
            <a:xfrm flipH="1" rot="10800000">
              <a:off x="4023124" y="2207018"/>
              <a:ext cx="263100" cy="2400"/>
            </a:xfrm>
            <a:prstGeom prst="straightConnector1">
              <a:avLst/>
            </a:prstGeom>
            <a:noFill/>
            <a:ln cap="flat" cmpd="sng" w="11525">
              <a:solidFill>
                <a:srgbClr val="B49823"/>
              </a:solidFill>
              <a:prstDash val="solid"/>
              <a:round/>
              <a:headEnd len="sm" w="sm" type="none"/>
              <a:tailEnd len="sm" w="sm" type="none"/>
            </a:ln>
          </p:spPr>
        </p:cxnSp>
        <p:grpSp>
          <p:nvGrpSpPr>
            <p:cNvPr id="514" name="Google Shape;514;p82"/>
            <p:cNvGrpSpPr/>
            <p:nvPr/>
          </p:nvGrpSpPr>
          <p:grpSpPr>
            <a:xfrm>
              <a:off x="3330873" y="4524423"/>
              <a:ext cx="952026" cy="675722"/>
              <a:chOff x="10505351" y="3922519"/>
              <a:chExt cx="1515000" cy="1045200"/>
            </a:xfrm>
          </p:grpSpPr>
          <p:sp>
            <p:nvSpPr>
              <p:cNvPr id="515" name="Google Shape;515;p82"/>
              <p:cNvSpPr/>
              <p:nvPr/>
            </p:nvSpPr>
            <p:spPr>
              <a:xfrm>
                <a:off x="10505351" y="3922519"/>
                <a:ext cx="1515000" cy="1045200"/>
              </a:xfrm>
              <a:prstGeom prst="rect">
                <a:avLst/>
              </a:prstGeom>
              <a:solidFill>
                <a:srgbClr val="FFFFFF"/>
              </a:solidFill>
              <a:ln cap="flat" cmpd="sng" w="33875">
                <a:solidFill>
                  <a:srgbClr val="B49823"/>
                </a:solidFill>
                <a:prstDash val="solid"/>
                <a:round/>
                <a:headEnd len="sm" w="sm" type="none"/>
                <a:tailEnd len="sm" w="sm" type="none"/>
              </a:ln>
              <a:effectLst>
                <a:outerShdw blurRad="76186" rotWithShape="0" algn="bl" dir="5400000" dist="25395">
                  <a:srgbClr val="000000">
                    <a:alpha val="49020"/>
                  </a:srgbClr>
                </a:outerShdw>
              </a:effectLst>
            </p:spPr>
            <p:txBody>
              <a:bodyPr anchorCtr="0" anchor="t" bIns="0" lIns="0" spcFirstLastPara="1" rIns="0" wrap="square" tIns="36575">
                <a:noAutofit/>
              </a:bodyPr>
              <a:lstStyle/>
              <a:p>
                <a:pPr indent="0" lvl="0" marL="0" marR="0" rtl="0" algn="l">
                  <a:lnSpc>
                    <a:spcPct val="104761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100"/>
                  <a:buFont typeface="Roboto"/>
                  <a:buNone/>
                </a:pPr>
                <a:r>
                  <a:t/>
                </a:r>
                <a:endParaRPr b="0" i="0" sz="500" u="none" cap="none" strike="noStrike">
                  <a:solidFill>
                    <a:srgbClr val="000000"/>
                  </a:solidFill>
                  <a:latin typeface="Roboto"/>
                  <a:ea typeface="Roboto"/>
                  <a:cs typeface="Roboto"/>
                  <a:sym typeface="Roboto"/>
                </a:endParaRPr>
              </a:p>
            </p:txBody>
          </p:sp>
          <p:pic>
            <p:nvPicPr>
              <p:cNvPr descr="&lt;MaterialX Logo&gt;" id="516" name="Google Shape;516;p82"/>
              <p:cNvPicPr preferRelativeResize="0"/>
              <p:nvPr/>
            </p:nvPicPr>
            <p:blipFill rotWithShape="1">
              <a:blip r:embed="rId4">
                <a:alphaModFix/>
              </a:blip>
              <a:srcRect b="0" l="0" r="0" t="0"/>
              <a:stretch/>
            </p:blipFill>
            <p:spPr>
              <a:xfrm>
                <a:off x="10745184" y="4070535"/>
                <a:ext cx="1035337" cy="775984"/>
              </a:xfrm>
              <a:prstGeom prst="rect">
                <a:avLst/>
              </a:prstGeom>
              <a:noFill/>
              <a:ln>
                <a:noFill/>
              </a:ln>
            </p:spPr>
          </p:pic>
        </p:grpSp>
        <p:grpSp>
          <p:nvGrpSpPr>
            <p:cNvPr id="517" name="Google Shape;517;p82"/>
            <p:cNvGrpSpPr/>
            <p:nvPr/>
          </p:nvGrpSpPr>
          <p:grpSpPr>
            <a:xfrm>
              <a:off x="8525606" y="4524485"/>
              <a:ext cx="951615" cy="675695"/>
              <a:chOff x="2059808" y="4123084"/>
              <a:chExt cx="829800" cy="589200"/>
            </a:xfrm>
          </p:grpSpPr>
          <p:sp>
            <p:nvSpPr>
              <p:cNvPr id="518" name="Google Shape;518;p82"/>
              <p:cNvSpPr/>
              <p:nvPr/>
            </p:nvSpPr>
            <p:spPr>
              <a:xfrm>
                <a:off x="2059808" y="4123084"/>
                <a:ext cx="829800" cy="589200"/>
              </a:xfrm>
              <a:prstGeom prst="rect">
                <a:avLst/>
              </a:prstGeom>
              <a:solidFill>
                <a:srgbClr val="FFFFFF"/>
              </a:solidFill>
              <a:ln cap="flat" cmpd="sng" w="33875">
                <a:solidFill>
                  <a:srgbClr val="B49823"/>
                </a:solidFill>
                <a:prstDash val="solid"/>
                <a:round/>
                <a:headEnd len="sm" w="sm" type="none"/>
                <a:tailEnd len="sm" w="sm" type="none"/>
              </a:ln>
              <a:effectLst>
                <a:outerShdw blurRad="76186" rotWithShape="0" algn="bl" dir="5400000" dist="25395">
                  <a:srgbClr val="000000">
                    <a:alpha val="49020"/>
                  </a:srgbClr>
                </a:outerShdw>
              </a:effectLst>
            </p:spPr>
            <p:txBody>
              <a:bodyPr anchorCtr="0" anchor="t" bIns="0" lIns="0" spcFirstLastPara="1" rIns="0" wrap="square" tIns="36575">
                <a:noAutofit/>
              </a:bodyPr>
              <a:lstStyle/>
              <a:p>
                <a:pPr indent="0" lvl="0" marL="0" marR="0" rtl="0" algn="ctr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100"/>
                  <a:buFont typeface="Roboto"/>
                  <a:buNone/>
                </a:pPr>
                <a:r>
                  <a:t/>
                </a:r>
                <a:endParaRPr b="0" i="0" sz="500" u="none" cap="none" strike="noStrike">
                  <a:solidFill>
                    <a:srgbClr val="000000"/>
                  </a:solidFill>
                  <a:latin typeface="Roboto"/>
                  <a:ea typeface="Roboto"/>
                  <a:cs typeface="Roboto"/>
                  <a:sym typeface="Roboto"/>
                </a:endParaRPr>
              </a:p>
            </p:txBody>
          </p:sp>
          <p:pic>
            <p:nvPicPr>
              <p:cNvPr id="519" name="Google Shape;519;p82"/>
              <p:cNvPicPr preferRelativeResize="0"/>
              <p:nvPr/>
            </p:nvPicPr>
            <p:blipFill rotWithShape="1">
              <a:blip r:embed="rId5">
                <a:alphaModFix/>
              </a:blip>
              <a:srcRect b="0" l="0" r="0" t="0"/>
              <a:stretch/>
            </p:blipFill>
            <p:spPr>
              <a:xfrm>
                <a:off x="2269469" y="4184374"/>
                <a:ext cx="394500" cy="449697"/>
              </a:xfrm>
              <a:prstGeom prst="rect">
                <a:avLst/>
              </a:prstGeom>
              <a:noFill/>
              <a:ln>
                <a:noFill/>
              </a:ln>
            </p:spPr>
          </p:pic>
        </p:grpSp>
        <p:grpSp>
          <p:nvGrpSpPr>
            <p:cNvPr id="520" name="Google Shape;520;p82"/>
            <p:cNvGrpSpPr/>
            <p:nvPr/>
          </p:nvGrpSpPr>
          <p:grpSpPr>
            <a:xfrm>
              <a:off x="9826759" y="4526234"/>
              <a:ext cx="951615" cy="676039"/>
              <a:chOff x="1148865" y="4123029"/>
              <a:chExt cx="829800" cy="589500"/>
            </a:xfrm>
          </p:grpSpPr>
          <p:sp>
            <p:nvSpPr>
              <p:cNvPr id="521" name="Google Shape;521;p82"/>
              <p:cNvSpPr/>
              <p:nvPr/>
            </p:nvSpPr>
            <p:spPr>
              <a:xfrm>
                <a:off x="1148865" y="4123029"/>
                <a:ext cx="829800" cy="589500"/>
              </a:xfrm>
              <a:prstGeom prst="rect">
                <a:avLst/>
              </a:prstGeom>
              <a:solidFill>
                <a:srgbClr val="FFFFFF"/>
              </a:solidFill>
              <a:ln cap="flat" cmpd="sng" w="33875">
                <a:solidFill>
                  <a:srgbClr val="B49823"/>
                </a:solidFill>
                <a:prstDash val="solid"/>
                <a:round/>
                <a:headEnd len="sm" w="sm" type="none"/>
                <a:tailEnd len="sm" w="sm" type="none"/>
              </a:ln>
              <a:effectLst>
                <a:outerShdw blurRad="76186" rotWithShape="0" algn="bl" dir="5400000" dist="25395">
                  <a:srgbClr val="000000">
                    <a:alpha val="49020"/>
                  </a:srgbClr>
                </a:outerShdw>
              </a:effectLst>
            </p:spPr>
            <p:txBody>
              <a:bodyPr anchorCtr="0" anchor="t" bIns="0" lIns="0" spcFirstLastPara="1" rIns="0" wrap="square" tIns="36575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100"/>
                  <a:buFont typeface="Arial"/>
                  <a:buNone/>
                </a:pPr>
                <a:r>
                  <a:t/>
                </a:r>
                <a:endParaRPr b="0" i="0" sz="500" u="none" cap="none" strike="noStrike">
                  <a:solidFill>
                    <a:srgbClr val="000000"/>
                  </a:solidFill>
                  <a:latin typeface="Roboto"/>
                  <a:ea typeface="Roboto"/>
                  <a:cs typeface="Roboto"/>
                  <a:sym typeface="Roboto"/>
                </a:endParaRPr>
              </a:p>
            </p:txBody>
          </p:sp>
          <p:pic>
            <p:nvPicPr>
              <p:cNvPr id="522" name="Google Shape;522;p82"/>
              <p:cNvPicPr preferRelativeResize="0"/>
              <p:nvPr/>
            </p:nvPicPr>
            <p:blipFill rotWithShape="1">
              <a:blip r:embed="rId6">
                <a:alphaModFix/>
              </a:blip>
              <a:srcRect b="0" l="0" r="0" t="0"/>
              <a:stretch/>
            </p:blipFill>
            <p:spPr>
              <a:xfrm>
                <a:off x="1287056" y="4197068"/>
                <a:ext cx="575501" cy="439658"/>
              </a:xfrm>
              <a:prstGeom prst="rect">
                <a:avLst/>
              </a:prstGeom>
              <a:noFill/>
              <a:ln>
                <a:noFill/>
              </a:ln>
            </p:spPr>
          </p:pic>
        </p:grpSp>
        <p:grpSp>
          <p:nvGrpSpPr>
            <p:cNvPr id="523" name="Google Shape;523;p82"/>
            <p:cNvGrpSpPr/>
            <p:nvPr/>
          </p:nvGrpSpPr>
          <p:grpSpPr>
            <a:xfrm>
              <a:off x="11088730" y="4526400"/>
              <a:ext cx="951615" cy="675695"/>
              <a:chOff x="237923" y="4123084"/>
              <a:chExt cx="829800" cy="589200"/>
            </a:xfrm>
          </p:grpSpPr>
          <p:sp>
            <p:nvSpPr>
              <p:cNvPr id="524" name="Google Shape;524;p82"/>
              <p:cNvSpPr/>
              <p:nvPr/>
            </p:nvSpPr>
            <p:spPr>
              <a:xfrm>
                <a:off x="237923" y="4123084"/>
                <a:ext cx="829800" cy="589200"/>
              </a:xfrm>
              <a:prstGeom prst="rect">
                <a:avLst/>
              </a:prstGeom>
              <a:solidFill>
                <a:srgbClr val="FFFFFF"/>
              </a:solidFill>
              <a:ln cap="flat" cmpd="sng" w="33875">
                <a:solidFill>
                  <a:srgbClr val="B49823"/>
                </a:solidFill>
                <a:prstDash val="solid"/>
                <a:round/>
                <a:headEnd len="sm" w="sm" type="none"/>
                <a:tailEnd len="sm" w="sm" type="none"/>
              </a:ln>
              <a:effectLst>
                <a:outerShdw blurRad="76186" rotWithShape="0" algn="bl" dir="5400000" dist="25395">
                  <a:srgbClr val="000000">
                    <a:alpha val="49020"/>
                  </a:srgbClr>
                </a:outerShdw>
              </a:effectLst>
            </p:spPr>
            <p:txBody>
              <a:bodyPr anchorCtr="0" anchor="t" bIns="0" lIns="0" spcFirstLastPara="1" rIns="0" wrap="square" tIns="36575">
                <a:noAutofit/>
              </a:bodyPr>
              <a:lstStyle/>
              <a:p>
                <a:pPr indent="0" lvl="0" marL="0" marR="0" rtl="0" algn="ctr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100"/>
                  <a:buFont typeface="Roboto"/>
                  <a:buNone/>
                </a:pPr>
                <a:r>
                  <a:t/>
                </a:r>
                <a:endParaRPr b="0" i="0" sz="500" u="none" cap="none" strike="noStrike">
                  <a:solidFill>
                    <a:srgbClr val="000000"/>
                  </a:solidFill>
                  <a:latin typeface="Roboto"/>
                  <a:ea typeface="Roboto"/>
                  <a:cs typeface="Roboto"/>
                  <a:sym typeface="Roboto"/>
                </a:endParaRPr>
              </a:p>
            </p:txBody>
          </p:sp>
          <p:pic>
            <p:nvPicPr>
              <p:cNvPr id="525" name="Google Shape;525;p82"/>
              <p:cNvPicPr preferRelativeResize="0"/>
              <p:nvPr/>
            </p:nvPicPr>
            <p:blipFill rotWithShape="1">
              <a:blip r:embed="rId7">
                <a:alphaModFix/>
              </a:blip>
              <a:srcRect b="0" l="0" r="0" t="0"/>
              <a:stretch/>
            </p:blipFill>
            <p:spPr>
              <a:xfrm>
                <a:off x="365118" y="4234533"/>
                <a:ext cx="575500" cy="370472"/>
              </a:xfrm>
              <a:prstGeom prst="rect">
                <a:avLst/>
              </a:prstGeom>
              <a:noFill/>
              <a:ln>
                <a:noFill/>
              </a:ln>
            </p:spPr>
          </p:pic>
        </p:grpSp>
        <p:grpSp>
          <p:nvGrpSpPr>
            <p:cNvPr id="526" name="Google Shape;526;p82"/>
            <p:cNvGrpSpPr/>
            <p:nvPr/>
          </p:nvGrpSpPr>
          <p:grpSpPr>
            <a:xfrm>
              <a:off x="7228095" y="4526226"/>
              <a:ext cx="951615" cy="676039"/>
              <a:chOff x="2970750" y="4123012"/>
              <a:chExt cx="829800" cy="589500"/>
            </a:xfrm>
          </p:grpSpPr>
          <p:sp>
            <p:nvSpPr>
              <p:cNvPr id="527" name="Google Shape;527;p82"/>
              <p:cNvSpPr/>
              <p:nvPr/>
            </p:nvSpPr>
            <p:spPr>
              <a:xfrm>
                <a:off x="2970750" y="4123012"/>
                <a:ext cx="829800" cy="589500"/>
              </a:xfrm>
              <a:prstGeom prst="rect">
                <a:avLst/>
              </a:prstGeom>
              <a:solidFill>
                <a:srgbClr val="FFFFFF"/>
              </a:solidFill>
              <a:ln cap="flat" cmpd="sng" w="33875">
                <a:solidFill>
                  <a:srgbClr val="B49823"/>
                </a:solidFill>
                <a:prstDash val="solid"/>
                <a:round/>
                <a:headEnd len="sm" w="sm" type="none"/>
                <a:tailEnd len="sm" w="sm" type="none"/>
              </a:ln>
              <a:effectLst>
                <a:outerShdw blurRad="76186" rotWithShape="0" algn="bl" dir="5400000" dist="25395">
                  <a:srgbClr val="000000">
                    <a:alpha val="49020"/>
                  </a:srgbClr>
                </a:outerShdw>
              </a:effectLst>
            </p:spPr>
            <p:txBody>
              <a:bodyPr anchorCtr="0" anchor="t" bIns="0" lIns="0" spcFirstLastPara="1" rIns="0" wrap="square" tIns="36575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100"/>
                  <a:buFont typeface="Arial"/>
                  <a:buNone/>
                </a:pPr>
                <a:r>
                  <a:t/>
                </a:r>
                <a:endParaRPr b="0" i="0" sz="500" u="none" cap="none" strike="noStrike">
                  <a:solidFill>
                    <a:srgbClr val="000000"/>
                  </a:solidFill>
                  <a:latin typeface="Roboto"/>
                  <a:ea typeface="Roboto"/>
                  <a:cs typeface="Roboto"/>
                  <a:sym typeface="Roboto"/>
                </a:endParaRPr>
              </a:p>
            </p:txBody>
          </p:sp>
          <p:pic>
            <p:nvPicPr>
              <p:cNvPr id="528" name="Google Shape;528;p82"/>
              <p:cNvPicPr preferRelativeResize="0"/>
              <p:nvPr/>
            </p:nvPicPr>
            <p:blipFill rotWithShape="1">
              <a:blip r:embed="rId8">
                <a:alphaModFix/>
              </a:blip>
              <a:srcRect b="0" l="0" r="0" t="0"/>
              <a:stretch/>
            </p:blipFill>
            <p:spPr>
              <a:xfrm>
                <a:off x="3024743" y="4232589"/>
                <a:ext cx="740204" cy="370476"/>
              </a:xfrm>
              <a:prstGeom prst="rect">
                <a:avLst/>
              </a:prstGeom>
              <a:noFill/>
              <a:ln>
                <a:noFill/>
              </a:ln>
            </p:spPr>
          </p:pic>
        </p:grpSp>
        <p:grpSp>
          <p:nvGrpSpPr>
            <p:cNvPr id="529" name="Google Shape;529;p82"/>
            <p:cNvGrpSpPr/>
            <p:nvPr/>
          </p:nvGrpSpPr>
          <p:grpSpPr>
            <a:xfrm>
              <a:off x="5945233" y="4526227"/>
              <a:ext cx="951615" cy="676039"/>
              <a:chOff x="3881693" y="4123022"/>
              <a:chExt cx="829800" cy="589500"/>
            </a:xfrm>
          </p:grpSpPr>
          <p:sp>
            <p:nvSpPr>
              <p:cNvPr id="530" name="Google Shape;530;p82"/>
              <p:cNvSpPr/>
              <p:nvPr/>
            </p:nvSpPr>
            <p:spPr>
              <a:xfrm>
                <a:off x="3881693" y="4123022"/>
                <a:ext cx="829800" cy="589500"/>
              </a:xfrm>
              <a:prstGeom prst="rect">
                <a:avLst/>
              </a:prstGeom>
              <a:solidFill>
                <a:srgbClr val="FFFFFF"/>
              </a:solidFill>
              <a:ln cap="flat" cmpd="sng" w="33875">
                <a:solidFill>
                  <a:srgbClr val="B49823"/>
                </a:solidFill>
                <a:prstDash val="solid"/>
                <a:round/>
                <a:headEnd len="sm" w="sm" type="none"/>
                <a:tailEnd len="sm" w="sm" type="none"/>
              </a:ln>
              <a:effectLst>
                <a:outerShdw blurRad="76186" rotWithShape="0" algn="bl" dir="5400000" dist="25395">
                  <a:srgbClr val="000000">
                    <a:alpha val="49020"/>
                  </a:srgbClr>
                </a:outerShdw>
              </a:effectLst>
            </p:spPr>
            <p:txBody>
              <a:bodyPr anchorCtr="0" anchor="t" bIns="0" lIns="0" spcFirstLastPara="1" rIns="0" wrap="square" tIns="36575">
                <a:noAutofit/>
              </a:bodyPr>
              <a:lstStyle/>
              <a:p>
                <a:pPr indent="0" lvl="0" marL="0" marR="0" rtl="0" algn="ctr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100"/>
                  <a:buFont typeface="Roboto"/>
                  <a:buNone/>
                </a:pPr>
                <a:r>
                  <a:t/>
                </a:r>
                <a:endParaRPr b="0" i="0" sz="500" u="none" cap="none" strike="noStrike">
                  <a:solidFill>
                    <a:srgbClr val="000000"/>
                  </a:solidFill>
                  <a:latin typeface="Roboto"/>
                  <a:ea typeface="Roboto"/>
                  <a:cs typeface="Roboto"/>
                  <a:sym typeface="Roboto"/>
                </a:endParaRPr>
              </a:p>
            </p:txBody>
          </p:sp>
          <p:pic>
            <p:nvPicPr>
              <p:cNvPr id="531" name="Google Shape;531;p82"/>
              <p:cNvPicPr preferRelativeResize="0"/>
              <p:nvPr/>
            </p:nvPicPr>
            <p:blipFill rotWithShape="1">
              <a:blip r:embed="rId9">
                <a:alphaModFix/>
              </a:blip>
              <a:srcRect b="0" l="0" r="0" t="0"/>
              <a:stretch/>
            </p:blipFill>
            <p:spPr>
              <a:xfrm>
                <a:off x="3999092" y="4206541"/>
                <a:ext cx="575475" cy="437499"/>
              </a:xfrm>
              <a:prstGeom prst="rect">
                <a:avLst/>
              </a:prstGeom>
              <a:noFill/>
              <a:ln>
                <a:noFill/>
              </a:ln>
            </p:spPr>
          </p:pic>
        </p:grpSp>
        <p:grpSp>
          <p:nvGrpSpPr>
            <p:cNvPr id="532" name="Google Shape;532;p82"/>
            <p:cNvGrpSpPr/>
            <p:nvPr/>
          </p:nvGrpSpPr>
          <p:grpSpPr>
            <a:xfrm>
              <a:off x="4622886" y="4526427"/>
              <a:ext cx="951833" cy="675882"/>
              <a:chOff x="4215249" y="3884303"/>
              <a:chExt cx="714000" cy="507000"/>
            </a:xfrm>
          </p:grpSpPr>
          <p:sp>
            <p:nvSpPr>
              <p:cNvPr id="533" name="Google Shape;533;p82"/>
              <p:cNvSpPr/>
              <p:nvPr/>
            </p:nvSpPr>
            <p:spPr>
              <a:xfrm>
                <a:off x="4215249" y="3884303"/>
                <a:ext cx="714000" cy="507000"/>
              </a:xfrm>
              <a:prstGeom prst="rect">
                <a:avLst/>
              </a:prstGeom>
              <a:solidFill>
                <a:srgbClr val="FFFFFF"/>
              </a:solidFill>
              <a:ln cap="flat" cmpd="sng" w="33875">
                <a:solidFill>
                  <a:srgbClr val="B49823"/>
                </a:solidFill>
                <a:prstDash val="solid"/>
                <a:round/>
                <a:headEnd len="sm" w="sm" type="none"/>
                <a:tailEnd len="sm" w="sm" type="none"/>
              </a:ln>
              <a:effectLst>
                <a:outerShdw blurRad="76186" rotWithShape="0" algn="bl" dir="5400000" dist="25395">
                  <a:srgbClr val="000000">
                    <a:alpha val="49020"/>
                  </a:srgbClr>
                </a:outerShdw>
              </a:effectLst>
            </p:spPr>
            <p:txBody>
              <a:bodyPr anchorCtr="0" anchor="t" bIns="0" lIns="0" spcFirstLastPara="1" rIns="0" wrap="square" tIns="36575">
                <a:noAutofit/>
              </a:bodyPr>
              <a:lstStyle/>
              <a:p>
                <a:pPr indent="0" lvl="0" marL="0" marR="0" rtl="0" algn="l">
                  <a:lnSpc>
                    <a:spcPct val="104761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100"/>
                  <a:buFont typeface="Arial"/>
                  <a:buNone/>
                </a:pPr>
                <a:r>
                  <a:t/>
                </a:r>
                <a:endParaRPr b="0" i="0" sz="500" u="none" cap="none" strike="noStrike">
                  <a:solidFill>
                    <a:srgbClr val="000000"/>
                  </a:solidFill>
                  <a:latin typeface="Roboto"/>
                  <a:ea typeface="Roboto"/>
                  <a:cs typeface="Roboto"/>
                  <a:sym typeface="Roboto"/>
                </a:endParaRPr>
              </a:p>
            </p:txBody>
          </p:sp>
          <p:pic>
            <p:nvPicPr>
              <p:cNvPr id="534" name="Google Shape;534;p82"/>
              <p:cNvPicPr preferRelativeResize="0"/>
              <p:nvPr/>
            </p:nvPicPr>
            <p:blipFill rotWithShape="1">
              <a:blip r:embed="rId10">
                <a:alphaModFix/>
              </a:blip>
              <a:srcRect b="0" l="0" r="0" t="0"/>
              <a:stretch/>
            </p:blipFill>
            <p:spPr>
              <a:xfrm>
                <a:off x="4261671" y="3934599"/>
                <a:ext cx="636816" cy="416592"/>
              </a:xfrm>
              <a:prstGeom prst="rect">
                <a:avLst/>
              </a:prstGeom>
              <a:noFill/>
              <a:ln>
                <a:noFill/>
              </a:ln>
            </p:spPr>
          </p:pic>
        </p:grpSp>
        <p:grpSp>
          <p:nvGrpSpPr>
            <p:cNvPr id="535" name="Google Shape;535;p82"/>
            <p:cNvGrpSpPr/>
            <p:nvPr/>
          </p:nvGrpSpPr>
          <p:grpSpPr>
            <a:xfrm>
              <a:off x="359550" y="1723100"/>
              <a:ext cx="11501700" cy="4303325"/>
              <a:chOff x="359550" y="1723100"/>
              <a:chExt cx="11501700" cy="4303325"/>
            </a:xfrm>
          </p:grpSpPr>
          <p:cxnSp>
            <p:nvCxnSpPr>
              <p:cNvPr id="536" name="Google Shape;536;p82"/>
              <p:cNvCxnSpPr/>
              <p:nvPr/>
            </p:nvCxnSpPr>
            <p:spPr>
              <a:xfrm>
                <a:off x="2487137" y="3303097"/>
                <a:ext cx="0" cy="2554500"/>
              </a:xfrm>
              <a:prstGeom prst="straightConnector1">
                <a:avLst/>
              </a:prstGeom>
              <a:noFill/>
              <a:ln cap="flat" cmpd="sng" w="15950">
                <a:solidFill>
                  <a:srgbClr val="B49823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537" name="Google Shape;537;p82"/>
              <p:cNvCxnSpPr/>
              <p:nvPr/>
            </p:nvCxnSpPr>
            <p:spPr>
              <a:xfrm>
                <a:off x="666000" y="3297150"/>
                <a:ext cx="10898400" cy="0"/>
              </a:xfrm>
              <a:prstGeom prst="straightConnector1">
                <a:avLst/>
              </a:prstGeom>
              <a:noFill/>
              <a:ln cap="flat" cmpd="sng" w="15950">
                <a:solidFill>
                  <a:srgbClr val="B49823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grpSp>
            <p:nvGrpSpPr>
              <p:cNvPr id="538" name="Google Shape;538;p82"/>
              <p:cNvGrpSpPr/>
              <p:nvPr/>
            </p:nvGrpSpPr>
            <p:grpSpPr>
              <a:xfrm>
                <a:off x="1397752" y="1723100"/>
                <a:ext cx="7177149" cy="974700"/>
                <a:chOff x="1397752" y="1723100"/>
                <a:chExt cx="7177149" cy="974700"/>
              </a:xfrm>
            </p:grpSpPr>
            <p:sp>
              <p:nvSpPr>
                <p:cNvPr id="509" name="Google Shape;509;p82"/>
                <p:cNvSpPr/>
                <p:nvPr/>
              </p:nvSpPr>
              <p:spPr>
                <a:xfrm>
                  <a:off x="4286101" y="1723100"/>
                  <a:ext cx="4288800" cy="974700"/>
                </a:xfrm>
                <a:prstGeom prst="rect">
                  <a:avLst/>
                </a:prstGeom>
                <a:solidFill>
                  <a:srgbClr val="FFFFFF"/>
                </a:solidFill>
                <a:ln cap="flat" cmpd="sng" w="28575">
                  <a:solidFill>
                    <a:srgbClr val="B49823"/>
                  </a:solidFill>
                  <a:prstDash val="solid"/>
                  <a:round/>
                  <a:headEnd len="sm" w="sm" type="none"/>
                  <a:tailEnd len="sm" w="sm" type="none"/>
                </a:ln>
              </p:spPr>
              <p:txBody>
                <a:bodyPr anchorCtr="0" anchor="t" bIns="0" lIns="0" spcFirstLastPara="1" rIns="0" wrap="square" tIns="0">
                  <a:noAutofit/>
                </a:bodyPr>
                <a:lstStyle/>
                <a:p>
                  <a:pPr indent="0" lvl="0" marL="0" marR="0" rtl="0" algn="ctr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3F3F3F"/>
                    </a:buClr>
                    <a:buSzPts val="700"/>
                    <a:buFont typeface="Roboto"/>
                    <a:buNone/>
                  </a:pPr>
                  <a:r>
                    <a:t/>
                  </a:r>
                  <a:endParaRPr b="0" i="0" sz="700" u="none" cap="none" strike="noStrike">
                    <a:solidFill>
                      <a:srgbClr val="3F3F3F"/>
                    </a:solidFill>
                    <a:latin typeface="Roboto"/>
                    <a:ea typeface="Roboto"/>
                    <a:cs typeface="Roboto"/>
                    <a:sym typeface="Roboto"/>
                  </a:endParaRPr>
                </a:p>
              </p:txBody>
            </p:sp>
            <p:sp>
              <p:nvSpPr>
                <p:cNvPr id="539" name="Google Shape;539;p82"/>
                <p:cNvSpPr txBox="1"/>
                <p:nvPr/>
              </p:nvSpPr>
              <p:spPr>
                <a:xfrm>
                  <a:off x="4356232" y="1794025"/>
                  <a:ext cx="4132200" cy="781200"/>
                </a:xfrm>
                <a:prstGeom prst="rect">
                  <a:avLst/>
                </a:prstGeom>
                <a:noFill/>
                <a:ln cap="flat" cmpd="sng" w="8675">
                  <a:solidFill>
                    <a:srgbClr val="FFFFFF"/>
                  </a:solidFill>
                  <a:prstDash val="solid"/>
                  <a:round/>
                  <a:headEnd len="sm" w="sm" type="none"/>
                  <a:tailEnd len="sm" w="sm" type="none"/>
                </a:ln>
              </p:spPr>
              <p:txBody>
                <a:bodyPr anchorCtr="0" anchor="t" bIns="23350" lIns="23350" spcFirstLastPara="1" rIns="23350" wrap="square" tIns="23350">
                  <a:spAutoFit/>
                </a:bodyPr>
                <a:lstStyle/>
                <a:p>
                  <a:pPr indent="25400" lvl="0" marL="0" marR="0" rtl="0" algn="ctr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3F3F3F"/>
                    </a:buClr>
                    <a:buSzPts val="1400"/>
                    <a:buFont typeface="Roboto"/>
                    <a:buNone/>
                  </a:pPr>
                  <a:r>
                    <a:rPr b="1" i="0" lang="en" sz="1800" u="none" cap="none" strike="noStrike">
                      <a:solidFill>
                        <a:srgbClr val="B49823"/>
                      </a:solidFill>
                      <a:latin typeface="Roboto"/>
                      <a:ea typeface="Roboto"/>
                      <a:cs typeface="Roboto"/>
                      <a:sym typeface="Roboto"/>
                    </a:rPr>
                    <a:t>TAC</a:t>
                  </a:r>
                  <a:endParaRPr b="1" i="0" sz="1100" u="none" cap="none" strike="noStrike">
                    <a:solidFill>
                      <a:srgbClr val="B49823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  <a:p>
                  <a:pPr indent="25400" lvl="0" marL="0" marR="0" rtl="0" algn="ctr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3F3F3F"/>
                    </a:buClr>
                    <a:buSzPts val="1400"/>
                    <a:buFont typeface="Roboto"/>
                    <a:buNone/>
                  </a:pPr>
                  <a:r>
                    <a:rPr b="0" i="0" lang="en" sz="1700" u="none" cap="none" strike="noStrike">
                      <a:solidFill>
                        <a:srgbClr val="3F3F3F"/>
                      </a:solidFill>
                      <a:latin typeface="Roboto"/>
                      <a:ea typeface="Roboto"/>
                      <a:cs typeface="Roboto"/>
                      <a:sym typeface="Roboto"/>
                    </a:rPr>
                    <a:t>Technical Advisory Council</a:t>
                  </a:r>
                  <a:endParaRPr b="0" i="0" sz="900" u="none" cap="none" strike="noStrik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</p:txBody>
            </p:sp>
            <p:grpSp>
              <p:nvGrpSpPr>
                <p:cNvPr id="540" name="Google Shape;540;p82"/>
                <p:cNvGrpSpPr/>
                <p:nvPr/>
              </p:nvGrpSpPr>
              <p:grpSpPr>
                <a:xfrm>
                  <a:off x="1397752" y="1910838"/>
                  <a:ext cx="2625224" cy="599075"/>
                  <a:chOff x="-1" y="-1"/>
                  <a:chExt cx="2980500" cy="662400"/>
                </a:xfrm>
              </p:grpSpPr>
              <p:sp>
                <p:nvSpPr>
                  <p:cNvPr id="541" name="Google Shape;541;p82"/>
                  <p:cNvSpPr/>
                  <p:nvPr/>
                </p:nvSpPr>
                <p:spPr>
                  <a:xfrm>
                    <a:off x="-1" y="-1"/>
                    <a:ext cx="2980500" cy="662400"/>
                  </a:xfrm>
                  <a:prstGeom prst="rect">
                    <a:avLst/>
                  </a:prstGeom>
                  <a:solidFill>
                    <a:srgbClr val="FFFFFF"/>
                  </a:solidFill>
                  <a:ln cap="flat" cmpd="sng" w="28575">
                    <a:solidFill>
                      <a:srgbClr val="B49823"/>
                    </a:solidFill>
                    <a:prstDash val="solid"/>
                    <a:round/>
                    <a:headEnd len="sm" w="sm" type="none"/>
                    <a:tailEnd len="sm" w="sm" type="none"/>
                  </a:ln>
                </p:spPr>
                <p:txBody>
                  <a:bodyPr anchorCtr="0" anchor="t" bIns="0" lIns="0" spcFirstLastPara="1" rIns="0" wrap="square" tIns="0">
                    <a:noAutofit/>
                  </a:bodyPr>
                  <a:lstStyle/>
                  <a:p>
                    <a:pPr indent="0" lvl="0" marL="0" marR="0" rtl="0" algn="ctr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7F7F7F"/>
                      </a:buClr>
                      <a:buSzPts val="700"/>
                      <a:buFont typeface="Roboto"/>
                      <a:buNone/>
                    </a:pPr>
                    <a:r>
                      <a:t/>
                    </a:r>
                    <a:endParaRPr b="0" i="0" sz="700" u="none" cap="none" strike="noStrike">
                      <a:solidFill>
                        <a:srgbClr val="7F7F7F"/>
                      </a:solidFill>
                      <a:latin typeface="Roboto"/>
                      <a:ea typeface="Roboto"/>
                      <a:cs typeface="Roboto"/>
                      <a:sym typeface="Roboto"/>
                    </a:endParaRPr>
                  </a:p>
                </p:txBody>
              </p:sp>
              <p:sp>
                <p:nvSpPr>
                  <p:cNvPr id="542" name="Google Shape;542;p82"/>
                  <p:cNvSpPr txBox="1"/>
                  <p:nvPr/>
                </p:nvSpPr>
                <p:spPr>
                  <a:xfrm>
                    <a:off x="166919" y="132346"/>
                    <a:ext cx="2676600" cy="364500"/>
                  </a:xfrm>
                  <a:prstGeom prst="rect">
                    <a:avLst/>
                  </a:prstGeom>
                  <a:solidFill>
                    <a:srgbClr val="FFFFFF"/>
                  </a:solidFill>
                  <a:ln>
                    <a:noFill/>
                  </a:ln>
                </p:spPr>
                <p:txBody>
                  <a:bodyPr anchorCtr="0" anchor="t" bIns="23350" lIns="23350" spcFirstLastPara="1" rIns="23350" wrap="square" tIns="23350">
                    <a:spAutoFit/>
                  </a:bodyPr>
                  <a:lstStyle/>
                  <a:p>
                    <a:pPr indent="25400" lvl="0" marL="0" marR="0" rtl="0" algn="ctr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7F7F7F"/>
                      </a:buClr>
                      <a:buSzPts val="1000"/>
                      <a:buFont typeface="Roboto"/>
                      <a:buNone/>
                    </a:pPr>
                    <a:r>
                      <a:rPr b="0" i="0" lang="en" sz="1300" u="none" cap="none" strike="noStrike">
                        <a:solidFill>
                          <a:srgbClr val="B49823"/>
                        </a:solidFill>
                        <a:latin typeface="Roboto"/>
                        <a:ea typeface="Roboto"/>
                        <a:cs typeface="Roboto"/>
                        <a:sym typeface="Roboto"/>
                      </a:rPr>
                      <a:t>Governing Board</a:t>
                    </a:r>
                    <a:endParaRPr b="0" i="0" sz="1000" u="none" cap="none" strike="noStrike">
                      <a:solidFill>
                        <a:srgbClr val="B49823"/>
                      </a:solidFill>
                      <a:latin typeface="Arial"/>
                      <a:ea typeface="Arial"/>
                      <a:cs typeface="Arial"/>
                      <a:sym typeface="Arial"/>
                    </a:endParaRPr>
                  </a:p>
                </p:txBody>
              </p:sp>
            </p:grpSp>
          </p:grpSp>
          <p:sp>
            <p:nvSpPr>
              <p:cNvPr id="543" name="Google Shape;543;p82"/>
              <p:cNvSpPr txBox="1"/>
              <p:nvPr/>
            </p:nvSpPr>
            <p:spPr>
              <a:xfrm>
                <a:off x="359550" y="5599525"/>
                <a:ext cx="11501700" cy="426900"/>
              </a:xfrm>
              <a:prstGeom prst="rect">
                <a:avLst/>
              </a:prstGeom>
              <a:solidFill>
                <a:srgbClr val="B49823"/>
              </a:solidFill>
              <a:ln cap="flat" cmpd="sng" w="8675">
                <a:solidFill>
                  <a:srgbClr val="FFFF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t" bIns="23350" lIns="23350" spcFirstLastPara="1" rIns="23350" wrap="square" tIns="23350">
                <a:noAutofit/>
              </a:bodyPr>
              <a:lstStyle/>
              <a:p>
                <a:pPr indent="25400" lvl="0" marL="0" marR="0" rtl="0" algn="ctr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FFFFFF"/>
                  </a:buClr>
                  <a:buSzPts val="1300"/>
                  <a:buFont typeface="Roboto"/>
                  <a:buNone/>
                </a:pPr>
                <a:r>
                  <a:t/>
                </a:r>
                <a:endParaRPr b="0" i="0" sz="700" u="none" cap="none" strike="noStrik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grpSp>
            <p:nvGrpSpPr>
              <p:cNvPr id="544" name="Google Shape;544;p82"/>
              <p:cNvGrpSpPr/>
              <p:nvPr/>
            </p:nvGrpSpPr>
            <p:grpSpPr>
              <a:xfrm>
                <a:off x="2046231" y="4524491"/>
                <a:ext cx="883151" cy="675695"/>
                <a:chOff x="6614480" y="4123139"/>
                <a:chExt cx="770100" cy="589200"/>
              </a:xfrm>
            </p:grpSpPr>
            <p:sp>
              <p:nvSpPr>
                <p:cNvPr id="545" name="Google Shape;545;p82"/>
                <p:cNvSpPr/>
                <p:nvPr/>
              </p:nvSpPr>
              <p:spPr>
                <a:xfrm>
                  <a:off x="6614480" y="4123139"/>
                  <a:ext cx="770100" cy="589200"/>
                </a:xfrm>
                <a:prstGeom prst="rect">
                  <a:avLst/>
                </a:prstGeom>
                <a:solidFill>
                  <a:srgbClr val="FFFFFF"/>
                </a:solidFill>
                <a:ln cap="flat" cmpd="sng" w="33875">
                  <a:solidFill>
                    <a:srgbClr val="B49823"/>
                  </a:solidFill>
                  <a:prstDash val="solid"/>
                  <a:round/>
                  <a:headEnd len="sm" w="sm" type="none"/>
                  <a:tailEnd len="sm" w="sm" type="none"/>
                </a:ln>
                <a:effectLst>
                  <a:outerShdw blurRad="76186" rotWithShape="0" algn="bl" dir="5400000" dist="25395">
                    <a:srgbClr val="000000">
                      <a:alpha val="49020"/>
                    </a:srgbClr>
                  </a:outerShdw>
                </a:effectLst>
              </p:spPr>
              <p:txBody>
                <a:bodyPr anchorCtr="0" anchor="ctr" bIns="0" lIns="0" spcFirstLastPara="1" rIns="0" wrap="square" tIns="0">
                  <a:noAutofit/>
                </a:bodyPr>
                <a:lstStyle/>
                <a:p>
                  <a:pPr indent="0" lvl="0" marL="0" marR="0" rtl="0" algn="ctr">
                    <a:lnSpc>
                      <a:spcPct val="104761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100"/>
                    <a:buFont typeface="Roboto"/>
                    <a:buNone/>
                  </a:pPr>
                  <a:r>
                    <a:t/>
                  </a:r>
                  <a:endParaRPr b="0" i="0" sz="500" u="none" cap="none" strike="noStrike">
                    <a:solidFill>
                      <a:srgbClr val="000000"/>
                    </a:solidFill>
                    <a:latin typeface="Roboto"/>
                    <a:ea typeface="Roboto"/>
                    <a:cs typeface="Roboto"/>
                    <a:sym typeface="Roboto"/>
                  </a:endParaRPr>
                </a:p>
                <a:p>
                  <a:pPr indent="0" lvl="0" marL="0" marR="0" rtl="0" algn="ctr">
                    <a:lnSpc>
                      <a:spcPct val="104761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100"/>
                    <a:buFont typeface="Roboto"/>
                    <a:buNone/>
                  </a:pPr>
                  <a:r>
                    <a:t/>
                  </a:r>
                  <a:endParaRPr b="0" i="0" sz="500" u="none" cap="none" strike="noStrike">
                    <a:solidFill>
                      <a:srgbClr val="000000"/>
                    </a:solidFill>
                    <a:latin typeface="Roboto"/>
                    <a:ea typeface="Roboto"/>
                    <a:cs typeface="Roboto"/>
                    <a:sym typeface="Roboto"/>
                  </a:endParaRPr>
                </a:p>
                <a:p>
                  <a:pPr indent="0" lvl="0" marL="0" marR="0" rtl="0" algn="ctr">
                    <a:lnSpc>
                      <a:spcPct val="104761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100"/>
                    <a:buFont typeface="Roboto"/>
                    <a:buNone/>
                  </a:pPr>
                  <a:r>
                    <a:t/>
                  </a:r>
                  <a:endParaRPr b="0" i="0" sz="500" u="none" cap="none" strike="noStrike">
                    <a:solidFill>
                      <a:srgbClr val="000000"/>
                    </a:solidFill>
                    <a:latin typeface="Roboto"/>
                    <a:ea typeface="Roboto"/>
                    <a:cs typeface="Roboto"/>
                    <a:sym typeface="Roboto"/>
                  </a:endParaRPr>
                </a:p>
                <a:p>
                  <a:pPr indent="0" lvl="0" marL="0" marR="0" rtl="0" algn="ctr">
                    <a:lnSpc>
                      <a:spcPct val="104761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100"/>
                    <a:buFont typeface="Roboto"/>
                    <a:buNone/>
                  </a:pPr>
                  <a:r>
                    <a:t/>
                  </a:r>
                  <a:endParaRPr b="0" i="0" sz="500" u="none" cap="none" strike="noStrike">
                    <a:solidFill>
                      <a:srgbClr val="000000"/>
                    </a:solidFill>
                    <a:latin typeface="Roboto"/>
                    <a:ea typeface="Roboto"/>
                    <a:cs typeface="Roboto"/>
                    <a:sym typeface="Roboto"/>
                  </a:endParaRPr>
                </a:p>
                <a:p>
                  <a:pPr indent="0" lvl="0" marL="0" marR="0" rtl="0" algn="ctr">
                    <a:lnSpc>
                      <a:spcPct val="104761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100"/>
                    <a:buFont typeface="Roboto"/>
                    <a:buNone/>
                  </a:pPr>
                  <a:r>
                    <a:t/>
                  </a:r>
                  <a:endParaRPr b="0" i="0" sz="500" u="none" cap="none" strike="noStrike">
                    <a:solidFill>
                      <a:srgbClr val="000000"/>
                    </a:solidFill>
                    <a:latin typeface="Roboto"/>
                    <a:ea typeface="Roboto"/>
                    <a:cs typeface="Roboto"/>
                    <a:sym typeface="Roboto"/>
                  </a:endParaRPr>
                </a:p>
                <a:p>
                  <a:pPr indent="0" lvl="0" marL="0" marR="0" rtl="0" algn="ctr">
                    <a:lnSpc>
                      <a:spcPct val="104761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100"/>
                    <a:buFont typeface="Roboto"/>
                    <a:buNone/>
                  </a:pPr>
                  <a:r>
                    <a:t/>
                  </a:r>
                  <a:endParaRPr b="0" i="0" sz="500" u="none" cap="none" strike="noStrike">
                    <a:solidFill>
                      <a:srgbClr val="000000"/>
                    </a:solidFill>
                    <a:latin typeface="Roboto"/>
                    <a:ea typeface="Roboto"/>
                    <a:cs typeface="Roboto"/>
                    <a:sym typeface="Roboto"/>
                  </a:endParaRPr>
                </a:p>
                <a:p>
                  <a:pPr indent="0" lvl="0" marL="0" marR="0" rtl="0" algn="ctr">
                    <a:lnSpc>
                      <a:spcPct val="104761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100"/>
                    <a:buFont typeface="Roboto"/>
                    <a:buNone/>
                  </a:pPr>
                  <a:r>
                    <a:t/>
                  </a:r>
                  <a:endParaRPr b="0" i="0" sz="500" u="none" cap="none" strike="noStrike">
                    <a:solidFill>
                      <a:srgbClr val="000000"/>
                    </a:solidFill>
                    <a:latin typeface="Roboto"/>
                    <a:ea typeface="Roboto"/>
                    <a:cs typeface="Roboto"/>
                    <a:sym typeface="Roboto"/>
                  </a:endParaRPr>
                </a:p>
                <a:p>
                  <a:pPr indent="0" lvl="0" marL="0" marR="0" rtl="0" algn="ctr">
                    <a:lnSpc>
                      <a:spcPct val="104761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100"/>
                    <a:buFont typeface="Roboto"/>
                    <a:buNone/>
                  </a:pPr>
                  <a:r>
                    <a:rPr b="0" i="0" lang="en" sz="500" u="none" cap="none" strike="noStrike">
                      <a:solidFill>
                        <a:srgbClr val="000000"/>
                      </a:solidFill>
                      <a:latin typeface="Roboto"/>
                      <a:ea typeface="Roboto"/>
                      <a:cs typeface="Roboto"/>
                      <a:sym typeface="Roboto"/>
                    </a:rPr>
                    <a:t>rawtoaces</a:t>
                  </a:r>
                  <a:endParaRPr b="0" i="0" sz="500" u="none" cap="none" strike="noStrike">
                    <a:solidFill>
                      <a:srgbClr val="000000"/>
                    </a:solidFill>
                    <a:latin typeface="Roboto"/>
                    <a:ea typeface="Roboto"/>
                    <a:cs typeface="Roboto"/>
                    <a:sym typeface="Roboto"/>
                  </a:endParaRPr>
                </a:p>
                <a:p>
                  <a:pPr indent="0" lvl="0" marL="0" marR="0" rtl="0" algn="ctr">
                    <a:lnSpc>
                      <a:spcPct val="104761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100"/>
                    <a:buFont typeface="Roboto"/>
                    <a:buNone/>
                  </a:pPr>
                  <a:r>
                    <a:t/>
                  </a:r>
                  <a:endParaRPr b="0" i="0" sz="900" u="none" cap="none" strike="noStrike">
                    <a:solidFill>
                      <a:srgbClr val="000000"/>
                    </a:solidFill>
                    <a:latin typeface="Roboto"/>
                    <a:ea typeface="Roboto"/>
                    <a:cs typeface="Roboto"/>
                    <a:sym typeface="Roboto"/>
                  </a:endParaRPr>
                </a:p>
                <a:p>
                  <a:pPr indent="0" lvl="0" marL="0" marR="0" rtl="0" algn="ctr">
                    <a:lnSpc>
                      <a:spcPct val="104761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100"/>
                    <a:buFont typeface="Roboto"/>
                    <a:buNone/>
                  </a:pPr>
                  <a:r>
                    <a:t/>
                  </a:r>
                  <a:endParaRPr b="0" i="0" sz="900" u="none" cap="none" strike="noStrike">
                    <a:solidFill>
                      <a:srgbClr val="000000"/>
                    </a:solidFill>
                    <a:latin typeface="Roboto"/>
                    <a:ea typeface="Roboto"/>
                    <a:cs typeface="Roboto"/>
                    <a:sym typeface="Roboto"/>
                  </a:endParaRPr>
                </a:p>
              </p:txBody>
            </p:sp>
            <p:pic>
              <p:nvPicPr>
                <p:cNvPr id="546" name="Google Shape;546;p82"/>
                <p:cNvPicPr preferRelativeResize="0"/>
                <p:nvPr/>
              </p:nvPicPr>
              <p:blipFill rotWithShape="1">
                <a:blip r:embed="rId11">
                  <a:alphaModFix/>
                </a:blip>
                <a:srcRect b="0" l="0" r="0" t="0"/>
                <a:stretch/>
              </p:blipFill>
              <p:spPr>
                <a:xfrm>
                  <a:off x="6768944" y="4197075"/>
                  <a:ext cx="488138" cy="330322"/>
                </a:xfrm>
                <a:prstGeom prst="rect">
                  <a:avLst/>
                </a:prstGeom>
                <a:noFill/>
                <a:ln>
                  <a:noFill/>
                </a:ln>
              </p:spPr>
            </p:pic>
          </p:grpSp>
        </p:grpSp>
        <p:grpSp>
          <p:nvGrpSpPr>
            <p:cNvPr id="547" name="Google Shape;547;p82"/>
            <p:cNvGrpSpPr/>
            <p:nvPr/>
          </p:nvGrpSpPr>
          <p:grpSpPr>
            <a:xfrm>
              <a:off x="9178454" y="3562560"/>
              <a:ext cx="951615" cy="676039"/>
              <a:chOff x="10218882" y="4144867"/>
              <a:chExt cx="829800" cy="589500"/>
            </a:xfrm>
          </p:grpSpPr>
          <p:sp>
            <p:nvSpPr>
              <p:cNvPr id="548" name="Google Shape;548;p82"/>
              <p:cNvSpPr/>
              <p:nvPr/>
            </p:nvSpPr>
            <p:spPr>
              <a:xfrm>
                <a:off x="10218882" y="4144867"/>
                <a:ext cx="829800" cy="589500"/>
              </a:xfrm>
              <a:prstGeom prst="rect">
                <a:avLst/>
              </a:prstGeom>
              <a:solidFill>
                <a:srgbClr val="FFFFFF"/>
              </a:solidFill>
              <a:ln cap="flat" cmpd="sng" w="33875">
                <a:solidFill>
                  <a:srgbClr val="B49823"/>
                </a:solidFill>
                <a:prstDash val="solid"/>
                <a:round/>
                <a:headEnd len="sm" w="sm" type="none"/>
                <a:tailEnd len="sm" w="sm" type="none"/>
              </a:ln>
              <a:effectLst>
                <a:outerShdw blurRad="76186" rotWithShape="0" algn="bl" dir="5400000" dist="25395">
                  <a:srgbClr val="000000">
                    <a:alpha val="49020"/>
                  </a:srgbClr>
                </a:outerShdw>
              </a:effectLst>
            </p:spPr>
            <p:txBody>
              <a:bodyPr anchorCtr="0" anchor="t" bIns="0" lIns="0" spcFirstLastPara="1" rIns="0" wrap="square" tIns="36575">
                <a:noAutofit/>
              </a:bodyPr>
              <a:lstStyle/>
              <a:p>
                <a:pPr indent="0" lvl="0" marL="0" marR="0" rtl="0" algn="ctr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100"/>
                  <a:buFont typeface="Arial"/>
                  <a:buNone/>
                </a:pPr>
                <a:r>
                  <a:t/>
                </a:r>
                <a:endParaRPr b="0" i="0" sz="800" u="none" cap="none" strike="noStrike">
                  <a:solidFill>
                    <a:srgbClr val="000000"/>
                  </a:solidFill>
                  <a:latin typeface="Roboto"/>
                  <a:ea typeface="Roboto"/>
                  <a:cs typeface="Roboto"/>
                  <a:sym typeface="Roboto"/>
                </a:endParaRPr>
              </a:p>
            </p:txBody>
          </p:sp>
          <p:pic>
            <p:nvPicPr>
              <p:cNvPr id="549" name="Google Shape;549;p82"/>
              <p:cNvPicPr preferRelativeResize="0"/>
              <p:nvPr/>
            </p:nvPicPr>
            <p:blipFill rotWithShape="1">
              <a:blip r:embed="rId12">
                <a:alphaModFix/>
              </a:blip>
              <a:srcRect b="12587" l="0" r="0" t="0"/>
              <a:stretch/>
            </p:blipFill>
            <p:spPr>
              <a:xfrm>
                <a:off x="10402843" y="4229609"/>
                <a:ext cx="458900" cy="392325"/>
              </a:xfrm>
              <a:prstGeom prst="rect">
                <a:avLst/>
              </a:prstGeom>
              <a:noFill/>
              <a:ln>
                <a:noFill/>
              </a:ln>
            </p:spPr>
          </p:pic>
        </p:grpSp>
        <p:grpSp>
          <p:nvGrpSpPr>
            <p:cNvPr id="550" name="Google Shape;550;p82"/>
            <p:cNvGrpSpPr/>
            <p:nvPr/>
          </p:nvGrpSpPr>
          <p:grpSpPr>
            <a:xfrm>
              <a:off x="7870484" y="3562732"/>
              <a:ext cx="951615" cy="675695"/>
              <a:chOff x="220316" y="4242138"/>
              <a:chExt cx="829800" cy="589200"/>
            </a:xfrm>
          </p:grpSpPr>
          <p:sp>
            <p:nvSpPr>
              <p:cNvPr id="551" name="Google Shape;551;p82"/>
              <p:cNvSpPr/>
              <p:nvPr/>
            </p:nvSpPr>
            <p:spPr>
              <a:xfrm>
                <a:off x="220316" y="4242138"/>
                <a:ext cx="829800" cy="589200"/>
              </a:xfrm>
              <a:prstGeom prst="rect">
                <a:avLst/>
              </a:prstGeom>
              <a:solidFill>
                <a:srgbClr val="FFFFFF"/>
              </a:solidFill>
              <a:ln cap="flat" cmpd="sng" w="33875">
                <a:solidFill>
                  <a:srgbClr val="B49823"/>
                </a:solidFill>
                <a:prstDash val="solid"/>
                <a:round/>
                <a:headEnd len="sm" w="sm" type="none"/>
                <a:tailEnd len="sm" w="sm" type="none"/>
              </a:ln>
              <a:effectLst>
                <a:outerShdw blurRad="76186" rotWithShape="0" algn="bl" dir="5400000" dist="25395">
                  <a:srgbClr val="000000">
                    <a:alpha val="49020"/>
                  </a:srgbClr>
                </a:outerShdw>
              </a:effectLst>
            </p:spPr>
            <p:txBody>
              <a:bodyPr anchorCtr="0" anchor="t" bIns="0" lIns="0" spcFirstLastPara="1" rIns="0" wrap="square" tIns="36575">
                <a:noAutofit/>
              </a:bodyPr>
              <a:lstStyle/>
              <a:p>
                <a:pPr indent="0" lvl="0" marL="0" marR="0" rtl="0" algn="ctr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100"/>
                  <a:buFont typeface="Roboto"/>
                  <a:buNone/>
                </a:pPr>
                <a:r>
                  <a:t/>
                </a:r>
                <a:endParaRPr b="0" i="0" sz="500" u="none" cap="none" strike="noStrike">
                  <a:solidFill>
                    <a:srgbClr val="000000"/>
                  </a:solidFill>
                  <a:latin typeface="Roboto"/>
                  <a:ea typeface="Roboto"/>
                  <a:cs typeface="Roboto"/>
                  <a:sym typeface="Roboto"/>
                </a:endParaRPr>
              </a:p>
            </p:txBody>
          </p:sp>
          <p:pic>
            <p:nvPicPr>
              <p:cNvPr id="552" name="Google Shape;552;p82"/>
              <p:cNvPicPr preferRelativeResize="0"/>
              <p:nvPr/>
            </p:nvPicPr>
            <p:blipFill rotWithShape="1">
              <a:blip r:embed="rId13">
                <a:alphaModFix/>
              </a:blip>
              <a:srcRect b="0" l="0" r="0" t="0"/>
              <a:stretch/>
            </p:blipFill>
            <p:spPr>
              <a:xfrm>
                <a:off x="286989" y="4467820"/>
                <a:ext cx="696550" cy="135732"/>
              </a:xfrm>
              <a:prstGeom prst="rect">
                <a:avLst/>
              </a:prstGeom>
              <a:noFill/>
              <a:ln>
                <a:noFill/>
              </a:ln>
            </p:spPr>
          </p:pic>
        </p:grpSp>
        <p:grpSp>
          <p:nvGrpSpPr>
            <p:cNvPr id="553" name="Google Shape;553;p82"/>
            <p:cNvGrpSpPr/>
            <p:nvPr/>
          </p:nvGrpSpPr>
          <p:grpSpPr>
            <a:xfrm>
              <a:off x="10474724" y="3562728"/>
              <a:ext cx="951615" cy="675695"/>
              <a:chOff x="11129824" y="4144922"/>
              <a:chExt cx="829800" cy="589200"/>
            </a:xfrm>
          </p:grpSpPr>
          <p:sp>
            <p:nvSpPr>
              <p:cNvPr id="554" name="Google Shape;554;p82"/>
              <p:cNvSpPr/>
              <p:nvPr/>
            </p:nvSpPr>
            <p:spPr>
              <a:xfrm>
                <a:off x="11129824" y="4144922"/>
                <a:ext cx="829800" cy="589200"/>
              </a:xfrm>
              <a:prstGeom prst="rect">
                <a:avLst/>
              </a:prstGeom>
              <a:solidFill>
                <a:srgbClr val="FFFFFF"/>
              </a:solidFill>
              <a:ln cap="flat" cmpd="sng" w="33875">
                <a:solidFill>
                  <a:srgbClr val="B49823"/>
                </a:solidFill>
                <a:prstDash val="solid"/>
                <a:round/>
                <a:headEnd len="sm" w="sm" type="none"/>
                <a:tailEnd len="sm" w="sm" type="none"/>
              </a:ln>
              <a:effectLst>
                <a:outerShdw blurRad="76186" rotWithShape="0" algn="bl" dir="5400000" dist="25395">
                  <a:srgbClr val="000000">
                    <a:alpha val="49020"/>
                  </a:srgbClr>
                </a:outerShdw>
              </a:effectLst>
            </p:spPr>
            <p:txBody>
              <a:bodyPr anchorCtr="0" anchor="t" bIns="0" lIns="0" spcFirstLastPara="1" rIns="0" wrap="square" tIns="36575">
                <a:noAutofit/>
              </a:bodyPr>
              <a:lstStyle/>
              <a:p>
                <a:pPr indent="0" lvl="0" marL="0" marR="0" rtl="0" algn="ctr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100"/>
                  <a:buFont typeface="Roboto"/>
                  <a:buNone/>
                </a:pPr>
                <a:r>
                  <a:t/>
                </a:r>
                <a:endParaRPr b="0" i="0" sz="500" u="none" cap="none" strike="noStrike">
                  <a:solidFill>
                    <a:srgbClr val="000000"/>
                  </a:solidFill>
                  <a:latin typeface="Roboto"/>
                  <a:ea typeface="Roboto"/>
                  <a:cs typeface="Roboto"/>
                  <a:sym typeface="Roboto"/>
                </a:endParaRPr>
              </a:p>
            </p:txBody>
          </p:sp>
          <p:pic>
            <p:nvPicPr>
              <p:cNvPr id="555" name="Google Shape;555;p82"/>
              <p:cNvPicPr preferRelativeResize="0"/>
              <p:nvPr/>
            </p:nvPicPr>
            <p:blipFill rotWithShape="1">
              <a:blip r:embed="rId14">
                <a:alphaModFix/>
              </a:blip>
              <a:srcRect b="0" l="0" r="0" t="0"/>
              <a:stretch/>
            </p:blipFill>
            <p:spPr>
              <a:xfrm>
                <a:off x="11257511" y="4214050"/>
                <a:ext cx="575500" cy="438584"/>
              </a:xfrm>
              <a:prstGeom prst="rect">
                <a:avLst/>
              </a:prstGeom>
              <a:noFill/>
              <a:ln>
                <a:noFill/>
              </a:ln>
            </p:spPr>
          </p:pic>
        </p:grpSp>
        <p:grpSp>
          <p:nvGrpSpPr>
            <p:cNvPr id="556" name="Google Shape;556;p82"/>
            <p:cNvGrpSpPr/>
            <p:nvPr/>
          </p:nvGrpSpPr>
          <p:grpSpPr>
            <a:xfrm>
              <a:off x="6624116" y="3562475"/>
              <a:ext cx="883045" cy="676282"/>
              <a:chOff x="9635938" y="3897695"/>
              <a:chExt cx="662400" cy="507300"/>
            </a:xfrm>
          </p:grpSpPr>
          <p:sp>
            <p:nvSpPr>
              <p:cNvPr id="557" name="Google Shape;557;p82"/>
              <p:cNvSpPr/>
              <p:nvPr/>
            </p:nvSpPr>
            <p:spPr>
              <a:xfrm>
                <a:off x="9635938" y="3897695"/>
                <a:ext cx="662400" cy="507300"/>
              </a:xfrm>
              <a:prstGeom prst="rect">
                <a:avLst/>
              </a:prstGeom>
              <a:solidFill>
                <a:srgbClr val="FFFFFF"/>
              </a:solidFill>
              <a:ln cap="flat" cmpd="sng" w="33875">
                <a:solidFill>
                  <a:srgbClr val="B49823"/>
                </a:solidFill>
                <a:prstDash val="solid"/>
                <a:round/>
                <a:headEnd len="sm" w="sm" type="none"/>
                <a:tailEnd len="sm" w="sm" type="none"/>
              </a:ln>
              <a:effectLst>
                <a:outerShdw blurRad="76186" rotWithShape="0" algn="bl" dir="5400000" dist="25395">
                  <a:srgbClr val="000000">
                    <a:alpha val="49020"/>
                  </a:srgbClr>
                </a:outerShdw>
              </a:effectLst>
            </p:spPr>
            <p:txBody>
              <a:bodyPr anchorCtr="0" anchor="t" bIns="0" lIns="0" spcFirstLastPara="1" rIns="0" wrap="square" tIns="36575">
                <a:noAutofit/>
              </a:bodyPr>
              <a:lstStyle/>
              <a:p>
                <a:pPr indent="0" lvl="0" marL="0" marR="0" rtl="0" algn="ctr">
                  <a:lnSpc>
                    <a:spcPct val="8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100"/>
                  <a:buFont typeface="Roboto"/>
                  <a:buNone/>
                </a:pPr>
                <a:r>
                  <a:t/>
                </a:r>
                <a:endParaRPr b="0" i="0" sz="300" u="none" cap="none" strike="noStrike">
                  <a:solidFill>
                    <a:srgbClr val="000000"/>
                  </a:solidFill>
                  <a:latin typeface="Roboto"/>
                  <a:ea typeface="Roboto"/>
                  <a:cs typeface="Roboto"/>
                  <a:sym typeface="Roboto"/>
                </a:endParaRPr>
              </a:p>
              <a:p>
                <a:pPr indent="0" lvl="0" marL="0" marR="0" rtl="0" algn="ctr">
                  <a:lnSpc>
                    <a:spcPct val="104761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100"/>
                  <a:buFont typeface="Roboto"/>
                  <a:buNone/>
                </a:pPr>
                <a:r>
                  <a:t/>
                </a:r>
                <a:endParaRPr b="0" i="0" sz="500" u="none" cap="none" strike="noStrike">
                  <a:solidFill>
                    <a:srgbClr val="000000"/>
                  </a:solidFill>
                  <a:latin typeface="Roboto"/>
                  <a:ea typeface="Roboto"/>
                  <a:cs typeface="Roboto"/>
                  <a:sym typeface="Roboto"/>
                </a:endParaRPr>
              </a:p>
              <a:p>
                <a:pPr indent="0" lvl="0" marL="0" marR="0" rtl="0" algn="ctr">
                  <a:lnSpc>
                    <a:spcPct val="104761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100"/>
                  <a:buFont typeface="Roboto"/>
                  <a:buNone/>
                </a:pPr>
                <a:r>
                  <a:t/>
                </a:r>
                <a:endParaRPr b="0" i="0" sz="300" u="none" cap="none" strike="noStrike">
                  <a:solidFill>
                    <a:srgbClr val="000000"/>
                  </a:solidFill>
                  <a:latin typeface="Roboto"/>
                  <a:ea typeface="Roboto"/>
                  <a:cs typeface="Roboto"/>
                  <a:sym typeface="Roboto"/>
                </a:endParaRPr>
              </a:p>
              <a:p>
                <a:pPr indent="0" lvl="0" marL="0" marR="0" rtl="0" algn="ctr">
                  <a:lnSpc>
                    <a:spcPct val="104761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100"/>
                  <a:buFont typeface="Roboto"/>
                  <a:buNone/>
                </a:pPr>
                <a:r>
                  <a:t/>
                </a:r>
                <a:endParaRPr b="0" i="0" sz="500" u="none" cap="none" strike="noStrike">
                  <a:solidFill>
                    <a:srgbClr val="000000"/>
                  </a:solidFill>
                  <a:latin typeface="Roboto"/>
                  <a:ea typeface="Roboto"/>
                  <a:cs typeface="Roboto"/>
                  <a:sym typeface="Roboto"/>
                </a:endParaRPr>
              </a:p>
            </p:txBody>
          </p:sp>
          <p:pic>
            <p:nvPicPr>
              <p:cNvPr id="558" name="Google Shape;558;p82"/>
              <p:cNvPicPr preferRelativeResize="0"/>
              <p:nvPr/>
            </p:nvPicPr>
            <p:blipFill rotWithShape="1">
              <a:blip r:embed="rId15">
                <a:alphaModFix/>
              </a:blip>
              <a:srcRect b="0" l="0" r="0" t="0"/>
              <a:stretch/>
            </p:blipFill>
            <p:spPr>
              <a:xfrm>
                <a:off x="9701230" y="3939054"/>
                <a:ext cx="559915" cy="452040"/>
              </a:xfrm>
              <a:prstGeom prst="rect">
                <a:avLst/>
              </a:prstGeom>
              <a:noFill/>
              <a:ln>
                <a:noFill/>
              </a:ln>
            </p:spPr>
          </p:pic>
        </p:grpSp>
        <p:grpSp>
          <p:nvGrpSpPr>
            <p:cNvPr id="559" name="Google Shape;559;p82"/>
            <p:cNvGrpSpPr/>
            <p:nvPr/>
          </p:nvGrpSpPr>
          <p:grpSpPr>
            <a:xfrm>
              <a:off x="5335804" y="3562483"/>
              <a:ext cx="883045" cy="676282"/>
              <a:chOff x="10385705" y="3900703"/>
              <a:chExt cx="662400" cy="507300"/>
            </a:xfrm>
          </p:grpSpPr>
          <p:sp>
            <p:nvSpPr>
              <p:cNvPr id="560" name="Google Shape;560;p82"/>
              <p:cNvSpPr/>
              <p:nvPr/>
            </p:nvSpPr>
            <p:spPr>
              <a:xfrm>
                <a:off x="10385705" y="3900703"/>
                <a:ext cx="662400" cy="507300"/>
              </a:xfrm>
              <a:prstGeom prst="rect">
                <a:avLst/>
              </a:prstGeom>
              <a:solidFill>
                <a:srgbClr val="FFFFFF"/>
              </a:solidFill>
              <a:ln cap="flat" cmpd="sng" w="33875">
                <a:solidFill>
                  <a:srgbClr val="B49823"/>
                </a:solidFill>
                <a:prstDash val="solid"/>
                <a:round/>
                <a:headEnd len="sm" w="sm" type="none"/>
                <a:tailEnd len="sm" w="sm" type="none"/>
              </a:ln>
              <a:effectLst>
                <a:outerShdw blurRad="76186" rotWithShape="0" algn="bl" dir="5400000" dist="25395">
                  <a:srgbClr val="000000">
                    <a:alpha val="49020"/>
                  </a:srgbClr>
                </a:outerShdw>
              </a:effectLst>
            </p:spPr>
            <p:txBody>
              <a:bodyPr anchorCtr="0" anchor="t" bIns="0" lIns="0" spcFirstLastPara="1" rIns="0" wrap="square" tIns="36575">
                <a:noAutofit/>
              </a:bodyPr>
              <a:lstStyle/>
              <a:p>
                <a:pPr indent="0" lvl="0" marL="0" marR="0" rtl="0" algn="ctr">
                  <a:lnSpc>
                    <a:spcPct val="8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100"/>
                  <a:buFont typeface="Roboto"/>
                  <a:buNone/>
                </a:pPr>
                <a:r>
                  <a:t/>
                </a:r>
                <a:endParaRPr b="0" i="0" sz="300" u="none" cap="none" strike="noStrike">
                  <a:solidFill>
                    <a:srgbClr val="000000"/>
                  </a:solidFill>
                  <a:latin typeface="Roboto"/>
                  <a:ea typeface="Roboto"/>
                  <a:cs typeface="Roboto"/>
                  <a:sym typeface="Roboto"/>
                </a:endParaRPr>
              </a:p>
              <a:p>
                <a:pPr indent="0" lvl="0" marL="0" marR="0" rtl="0" algn="ctr">
                  <a:lnSpc>
                    <a:spcPct val="104761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100"/>
                  <a:buFont typeface="Roboto"/>
                  <a:buNone/>
                </a:pPr>
                <a:r>
                  <a:t/>
                </a:r>
                <a:endParaRPr b="0" i="0" sz="500" u="none" cap="none" strike="noStrike">
                  <a:solidFill>
                    <a:srgbClr val="000000"/>
                  </a:solidFill>
                  <a:latin typeface="Roboto"/>
                  <a:ea typeface="Roboto"/>
                  <a:cs typeface="Roboto"/>
                  <a:sym typeface="Roboto"/>
                </a:endParaRPr>
              </a:p>
              <a:p>
                <a:pPr indent="0" lvl="0" marL="0" marR="0" rtl="0" algn="ctr">
                  <a:lnSpc>
                    <a:spcPct val="104761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100"/>
                  <a:buFont typeface="Roboto"/>
                  <a:buNone/>
                </a:pPr>
                <a:r>
                  <a:t/>
                </a:r>
                <a:endParaRPr b="0" i="0" sz="300" u="none" cap="none" strike="noStrike">
                  <a:solidFill>
                    <a:srgbClr val="000000"/>
                  </a:solidFill>
                  <a:latin typeface="Roboto"/>
                  <a:ea typeface="Roboto"/>
                  <a:cs typeface="Roboto"/>
                  <a:sym typeface="Roboto"/>
                </a:endParaRPr>
              </a:p>
              <a:p>
                <a:pPr indent="0" lvl="0" marL="0" marR="0" rtl="0" algn="ctr">
                  <a:lnSpc>
                    <a:spcPct val="104761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100"/>
                  <a:buFont typeface="Roboto"/>
                  <a:buNone/>
                </a:pPr>
                <a:r>
                  <a:t/>
                </a:r>
                <a:endParaRPr b="0" i="0" sz="500" u="none" cap="none" strike="noStrike">
                  <a:solidFill>
                    <a:srgbClr val="000000"/>
                  </a:solidFill>
                  <a:latin typeface="Roboto"/>
                  <a:ea typeface="Roboto"/>
                  <a:cs typeface="Roboto"/>
                  <a:sym typeface="Roboto"/>
                </a:endParaRPr>
              </a:p>
            </p:txBody>
          </p:sp>
          <p:pic>
            <p:nvPicPr>
              <p:cNvPr id="561" name="Google Shape;561;p82"/>
              <p:cNvPicPr preferRelativeResize="0"/>
              <p:nvPr/>
            </p:nvPicPr>
            <p:blipFill rotWithShape="1">
              <a:blip r:embed="rId16">
                <a:alphaModFix/>
              </a:blip>
              <a:srcRect b="0" l="0" r="0" t="0"/>
              <a:stretch/>
            </p:blipFill>
            <p:spPr>
              <a:xfrm>
                <a:off x="10410397" y="3944644"/>
                <a:ext cx="607371" cy="423567"/>
              </a:xfrm>
              <a:prstGeom prst="rect">
                <a:avLst/>
              </a:prstGeom>
              <a:noFill/>
              <a:ln cap="flat" cmpd="sng" w="12700">
                <a:solidFill>
                  <a:srgbClr val="FFFFFF"/>
                </a:solidFill>
                <a:prstDash val="solid"/>
                <a:round/>
                <a:headEnd len="sm" w="sm" type="none"/>
                <a:tailEnd len="sm" w="sm" type="none"/>
              </a:ln>
            </p:spPr>
          </p:pic>
        </p:grpSp>
        <p:sp>
          <p:nvSpPr>
            <p:cNvPr id="562" name="Google Shape;562;p82"/>
            <p:cNvSpPr/>
            <p:nvPr/>
          </p:nvSpPr>
          <p:spPr>
            <a:xfrm>
              <a:off x="4027235" y="3562483"/>
              <a:ext cx="882900" cy="676200"/>
            </a:xfrm>
            <a:prstGeom prst="rect">
              <a:avLst/>
            </a:prstGeom>
            <a:solidFill>
              <a:srgbClr val="FFFFFF"/>
            </a:solidFill>
            <a:ln cap="flat" cmpd="sng" w="33875">
              <a:solidFill>
                <a:srgbClr val="B49823"/>
              </a:solidFill>
              <a:prstDash val="solid"/>
              <a:round/>
              <a:headEnd len="sm" w="sm" type="none"/>
              <a:tailEnd len="sm" w="sm" type="none"/>
            </a:ln>
            <a:effectLst>
              <a:outerShdw blurRad="76186" rotWithShape="0" algn="bl" dir="5400000" dist="25395">
                <a:srgbClr val="000000">
                  <a:alpha val="49020"/>
                </a:srgbClr>
              </a:outerShdw>
            </a:effectLst>
          </p:spPr>
          <p:txBody>
            <a:bodyPr anchorCtr="0" anchor="t" bIns="0" lIns="0" spcFirstLastPara="1" rIns="0" wrap="square" tIns="36575">
              <a:noAutofit/>
            </a:bodyPr>
            <a:lstStyle/>
            <a:p>
              <a:pPr indent="0" lvl="0" marL="0" marR="0" rtl="0" algn="ctr">
                <a:lnSpc>
                  <a:spcPct val="8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100"/>
                <a:buFont typeface="Roboto"/>
                <a:buNone/>
              </a:pPr>
              <a:r>
                <a:t/>
              </a:r>
              <a:endParaRPr b="0" i="0" sz="300" u="none" cap="none" strike="noStrik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endParaRPr>
            </a:p>
            <a:p>
              <a:pPr indent="0" lvl="0" marL="0" marR="0" rtl="0" algn="ctr">
                <a:lnSpc>
                  <a:spcPct val="104761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100"/>
                <a:buFont typeface="Roboto"/>
                <a:buNone/>
              </a:pPr>
              <a:r>
                <a:t/>
              </a:r>
              <a:endParaRPr b="0" i="0" sz="500" u="none" cap="none" strike="noStrik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endParaRPr>
            </a:p>
            <a:p>
              <a:pPr indent="0" lvl="0" marL="0" marR="0" rtl="0" algn="ctr">
                <a:lnSpc>
                  <a:spcPct val="104761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100"/>
                <a:buFont typeface="Roboto"/>
                <a:buNone/>
              </a:pPr>
              <a:r>
                <a:t/>
              </a:r>
              <a:endParaRPr b="0" i="0" sz="300" u="none" cap="none" strike="noStrik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endParaRPr>
            </a:p>
            <a:p>
              <a:pPr indent="0" lvl="0" marL="0" marR="0" rtl="0" algn="ctr">
                <a:lnSpc>
                  <a:spcPct val="104761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100"/>
                <a:buFont typeface="Roboto"/>
                <a:buNone/>
              </a:pPr>
              <a:r>
                <a:t/>
              </a:r>
              <a:endParaRPr b="0" i="0" sz="500" u="none" cap="none" strike="noStrik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  <p:grpSp>
          <p:nvGrpSpPr>
            <p:cNvPr id="563" name="Google Shape;563;p82"/>
            <p:cNvGrpSpPr/>
            <p:nvPr/>
          </p:nvGrpSpPr>
          <p:grpSpPr>
            <a:xfrm>
              <a:off x="1429877" y="3562941"/>
              <a:ext cx="883024" cy="676247"/>
              <a:chOff x="388508" y="3509796"/>
              <a:chExt cx="957000" cy="732900"/>
            </a:xfrm>
          </p:grpSpPr>
          <p:sp>
            <p:nvSpPr>
              <p:cNvPr id="564" name="Google Shape;564;p82"/>
              <p:cNvSpPr/>
              <p:nvPr/>
            </p:nvSpPr>
            <p:spPr>
              <a:xfrm>
                <a:off x="388508" y="3509796"/>
                <a:ext cx="957000" cy="732900"/>
              </a:xfrm>
              <a:prstGeom prst="rect">
                <a:avLst/>
              </a:prstGeom>
              <a:solidFill>
                <a:srgbClr val="FFFFFF"/>
              </a:solidFill>
              <a:ln cap="flat" cmpd="sng" w="33875">
                <a:solidFill>
                  <a:srgbClr val="B49823"/>
                </a:solidFill>
                <a:prstDash val="solid"/>
                <a:round/>
                <a:headEnd len="sm" w="sm" type="none"/>
                <a:tailEnd len="sm" w="sm" type="none"/>
              </a:ln>
              <a:effectLst>
                <a:outerShdw blurRad="76186" rotWithShape="0" algn="bl" dir="5400000" dist="25395">
                  <a:srgbClr val="000000">
                    <a:alpha val="49020"/>
                  </a:srgbClr>
                </a:outerShdw>
              </a:effectLst>
            </p:spPr>
            <p:txBody>
              <a:bodyPr anchorCtr="0" anchor="t" bIns="0" lIns="0" spcFirstLastPara="1" rIns="0" wrap="square" tIns="36575">
                <a:noAutofit/>
              </a:bodyPr>
              <a:lstStyle/>
              <a:p>
                <a:pPr indent="0" lvl="0" marL="0" marR="0" rtl="0" algn="ctr">
                  <a:lnSpc>
                    <a:spcPct val="8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100"/>
                  <a:buFont typeface="Roboto"/>
                  <a:buNone/>
                </a:pPr>
                <a:r>
                  <a:t/>
                </a:r>
                <a:endParaRPr b="0" i="0" sz="300" u="none" cap="none" strike="noStrike">
                  <a:solidFill>
                    <a:srgbClr val="000000"/>
                  </a:solidFill>
                  <a:latin typeface="Roboto"/>
                  <a:ea typeface="Roboto"/>
                  <a:cs typeface="Roboto"/>
                  <a:sym typeface="Roboto"/>
                </a:endParaRPr>
              </a:p>
              <a:p>
                <a:pPr indent="0" lvl="0" marL="0" marR="0" rtl="0" algn="ctr">
                  <a:lnSpc>
                    <a:spcPct val="104761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100"/>
                  <a:buFont typeface="Roboto"/>
                  <a:buNone/>
                </a:pPr>
                <a:r>
                  <a:t/>
                </a:r>
                <a:endParaRPr b="0" i="0" sz="500" u="none" cap="none" strike="noStrike">
                  <a:solidFill>
                    <a:srgbClr val="000000"/>
                  </a:solidFill>
                  <a:latin typeface="Roboto"/>
                  <a:ea typeface="Roboto"/>
                  <a:cs typeface="Roboto"/>
                  <a:sym typeface="Roboto"/>
                </a:endParaRPr>
              </a:p>
              <a:p>
                <a:pPr indent="0" lvl="0" marL="0" marR="0" rtl="0" algn="ctr">
                  <a:lnSpc>
                    <a:spcPct val="104761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100"/>
                  <a:buFont typeface="Roboto"/>
                  <a:buNone/>
                </a:pPr>
                <a:r>
                  <a:t/>
                </a:r>
                <a:endParaRPr b="0" i="0" sz="300" u="none" cap="none" strike="noStrike">
                  <a:solidFill>
                    <a:srgbClr val="000000"/>
                  </a:solidFill>
                  <a:latin typeface="Roboto"/>
                  <a:ea typeface="Roboto"/>
                  <a:cs typeface="Roboto"/>
                  <a:sym typeface="Roboto"/>
                </a:endParaRPr>
              </a:p>
              <a:p>
                <a:pPr indent="0" lvl="0" marL="0" marR="0" rtl="0" algn="ctr">
                  <a:lnSpc>
                    <a:spcPct val="104761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100"/>
                  <a:buFont typeface="Roboto"/>
                  <a:buNone/>
                </a:pPr>
                <a:r>
                  <a:t/>
                </a:r>
                <a:endParaRPr b="0" i="0" sz="500" u="none" cap="none" strike="noStrike">
                  <a:solidFill>
                    <a:srgbClr val="000000"/>
                  </a:solidFill>
                  <a:latin typeface="Roboto"/>
                  <a:ea typeface="Roboto"/>
                  <a:cs typeface="Roboto"/>
                  <a:sym typeface="Roboto"/>
                </a:endParaRPr>
              </a:p>
            </p:txBody>
          </p:sp>
          <p:sp>
            <p:nvSpPr>
              <p:cNvPr id="565" name="Google Shape;565;p82"/>
              <p:cNvSpPr txBox="1"/>
              <p:nvPr/>
            </p:nvSpPr>
            <p:spPr>
              <a:xfrm>
                <a:off x="472075" y="3660294"/>
                <a:ext cx="809100" cy="4293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63275" lIns="63275" spcFirstLastPara="1" rIns="63275" wrap="square" tIns="63275">
                <a:spAutoFit/>
              </a:bodyPr>
              <a:lstStyle/>
              <a:p>
                <a:pPr indent="0" lvl="0" marL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" sz="1100"/>
                  <a:t>RMTC</a:t>
                </a:r>
                <a:endParaRPr sz="1100"/>
              </a:p>
            </p:txBody>
          </p:sp>
        </p:grpSp>
        <p:sp>
          <p:nvSpPr>
            <p:cNvPr id="566" name="Google Shape;566;p82"/>
            <p:cNvSpPr txBox="1"/>
            <p:nvPr/>
          </p:nvSpPr>
          <p:spPr>
            <a:xfrm>
              <a:off x="4247450" y="5570594"/>
              <a:ext cx="4488600" cy="4515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68575" lIns="68575" spcFirstLastPara="1" rIns="68575" wrap="square" tIns="68575">
              <a:spAutoFit/>
            </a:bodyPr>
            <a:lstStyle/>
            <a:p>
              <a:pPr indent="2540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300">
                  <a:solidFill>
                    <a:srgbClr val="FFFFFF"/>
                  </a:solidFill>
                  <a:latin typeface="Roboto"/>
                  <a:ea typeface="Roboto"/>
                  <a:cs typeface="Roboto"/>
                  <a:sym typeface="Roboto"/>
                </a:rPr>
                <a:t>Continuous Integration platform</a:t>
              </a:r>
              <a:endParaRPr sz="700">
                <a:solidFill>
                  <a:srgbClr val="000000"/>
                </a:solidFill>
              </a:endParaRPr>
            </a:p>
          </p:txBody>
        </p:sp>
        <p:cxnSp>
          <p:nvCxnSpPr>
            <p:cNvPr id="567" name="Google Shape;567;p82"/>
            <p:cNvCxnSpPr/>
            <p:nvPr/>
          </p:nvCxnSpPr>
          <p:spPr>
            <a:xfrm>
              <a:off x="1279625" y="3305412"/>
              <a:ext cx="0" cy="2583300"/>
            </a:xfrm>
            <a:prstGeom prst="straightConnector1">
              <a:avLst/>
            </a:prstGeom>
            <a:noFill/>
            <a:ln cap="flat" cmpd="sng" w="15950">
              <a:solidFill>
                <a:srgbClr val="B49823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568" name="Google Shape;568;p82"/>
            <p:cNvCxnSpPr/>
            <p:nvPr/>
          </p:nvCxnSpPr>
          <p:spPr>
            <a:xfrm>
              <a:off x="666925" y="3282637"/>
              <a:ext cx="0" cy="2583300"/>
            </a:xfrm>
            <a:prstGeom prst="straightConnector1">
              <a:avLst/>
            </a:prstGeom>
            <a:noFill/>
            <a:ln cap="flat" cmpd="sng" w="15950">
              <a:solidFill>
                <a:srgbClr val="B49823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569" name="Google Shape;569;p82"/>
            <p:cNvSpPr/>
            <p:nvPr/>
          </p:nvSpPr>
          <p:spPr>
            <a:xfrm>
              <a:off x="229621" y="3562941"/>
              <a:ext cx="882900" cy="676200"/>
            </a:xfrm>
            <a:prstGeom prst="rect">
              <a:avLst/>
            </a:prstGeom>
            <a:solidFill>
              <a:srgbClr val="FFFFFF"/>
            </a:solidFill>
            <a:ln cap="flat" cmpd="sng" w="33875">
              <a:solidFill>
                <a:srgbClr val="B49823"/>
              </a:solidFill>
              <a:prstDash val="solid"/>
              <a:round/>
              <a:headEnd len="sm" w="sm" type="none"/>
              <a:tailEnd len="sm" w="sm" type="none"/>
            </a:ln>
            <a:effectLst>
              <a:outerShdw blurRad="76186" rotWithShape="0" algn="bl" dir="5400000" dist="25395">
                <a:srgbClr val="000000">
                  <a:alpha val="49020"/>
                </a:srgbClr>
              </a:outerShdw>
            </a:effectLst>
          </p:spPr>
          <p:txBody>
            <a:bodyPr anchorCtr="0" anchor="t" bIns="0" lIns="0" spcFirstLastPara="1" rIns="0" wrap="square" tIns="36575">
              <a:noAutofit/>
            </a:bodyPr>
            <a:lstStyle/>
            <a:p>
              <a:pPr indent="0" lvl="0" marL="0" marR="0" rtl="0" algn="ctr">
                <a:lnSpc>
                  <a:spcPct val="8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100"/>
                <a:buFont typeface="Roboto"/>
                <a:buNone/>
              </a:pPr>
              <a:r>
                <a:t/>
              </a:r>
              <a:endParaRPr b="0" i="0" sz="300" u="none" cap="none" strike="noStrik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endParaRPr>
            </a:p>
            <a:p>
              <a:pPr indent="0" lvl="0" marL="0" marR="0" rtl="0" algn="ctr">
                <a:lnSpc>
                  <a:spcPct val="104761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100"/>
                <a:buFont typeface="Roboto"/>
                <a:buNone/>
              </a:pPr>
              <a:r>
                <a:t/>
              </a:r>
              <a:endParaRPr b="0" i="0" sz="500" u="none" cap="none" strike="noStrik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endParaRPr>
            </a:p>
            <a:p>
              <a:pPr indent="0" lvl="0" marL="0" marR="0" rtl="0" algn="ctr">
                <a:lnSpc>
                  <a:spcPct val="104761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100"/>
                <a:buFont typeface="Roboto"/>
                <a:buNone/>
              </a:pPr>
              <a:r>
                <a:t/>
              </a:r>
              <a:endParaRPr b="0" i="0" sz="300" u="none" cap="none" strike="noStrik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endParaRPr>
            </a:p>
            <a:p>
              <a:pPr indent="0" lvl="0" marL="0" marR="0" rtl="0" algn="ctr">
                <a:lnSpc>
                  <a:spcPct val="104761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100"/>
                <a:buFont typeface="Roboto"/>
                <a:buNone/>
              </a:pPr>
              <a:r>
                <a:t/>
              </a:r>
              <a:endParaRPr b="0" i="0" sz="500" u="none" cap="none" strike="noStrik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  <p:grpSp>
          <p:nvGrpSpPr>
            <p:cNvPr id="570" name="Google Shape;570;p82"/>
            <p:cNvGrpSpPr/>
            <p:nvPr/>
          </p:nvGrpSpPr>
          <p:grpSpPr>
            <a:xfrm>
              <a:off x="827580" y="4526589"/>
              <a:ext cx="883151" cy="675695"/>
              <a:chOff x="11032282" y="4199339"/>
              <a:chExt cx="770100" cy="589200"/>
            </a:xfrm>
          </p:grpSpPr>
          <p:sp>
            <p:nvSpPr>
              <p:cNvPr id="571" name="Google Shape;571;p82"/>
              <p:cNvSpPr/>
              <p:nvPr/>
            </p:nvSpPr>
            <p:spPr>
              <a:xfrm>
                <a:off x="11032282" y="4199339"/>
                <a:ext cx="770100" cy="589200"/>
              </a:xfrm>
              <a:prstGeom prst="rect">
                <a:avLst/>
              </a:prstGeom>
              <a:solidFill>
                <a:srgbClr val="FFFFFF"/>
              </a:solidFill>
              <a:ln cap="flat" cmpd="sng" w="33875">
                <a:solidFill>
                  <a:srgbClr val="B49823"/>
                </a:solidFill>
                <a:prstDash val="solid"/>
                <a:round/>
                <a:headEnd len="sm" w="sm" type="none"/>
                <a:tailEnd len="sm" w="sm" type="none"/>
              </a:ln>
              <a:effectLst>
                <a:outerShdw blurRad="76186" rotWithShape="0" algn="bl" dir="5400000" dist="25395">
                  <a:srgbClr val="000000">
                    <a:alpha val="49020"/>
                  </a:srgbClr>
                </a:outerShdw>
              </a:effectLst>
            </p:spPr>
            <p:txBody>
              <a:bodyPr anchorCtr="0" anchor="t" bIns="0" lIns="0" spcFirstLastPara="1" rIns="0" wrap="square" tIns="36575">
                <a:noAutofit/>
              </a:bodyPr>
              <a:lstStyle/>
              <a:p>
                <a:pPr indent="0" lvl="0" marL="0" marR="0" rtl="0" algn="l">
                  <a:lnSpc>
                    <a:spcPct val="104761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100"/>
                  <a:buFont typeface="Roboto"/>
                  <a:buNone/>
                </a:pPr>
                <a:r>
                  <a:t/>
                </a:r>
                <a:endParaRPr b="0" i="0" sz="800" u="none" cap="none" strike="noStrike">
                  <a:solidFill>
                    <a:srgbClr val="000000"/>
                  </a:solidFill>
                  <a:latin typeface="Roboto"/>
                  <a:ea typeface="Roboto"/>
                  <a:cs typeface="Roboto"/>
                  <a:sym typeface="Roboto"/>
                </a:endParaRPr>
              </a:p>
            </p:txBody>
          </p:sp>
          <p:pic>
            <p:nvPicPr>
              <p:cNvPr id="572" name="Google Shape;572;p82"/>
              <p:cNvPicPr preferRelativeResize="0"/>
              <p:nvPr/>
            </p:nvPicPr>
            <p:blipFill rotWithShape="1">
              <a:blip r:embed="rId17">
                <a:alphaModFix/>
              </a:blip>
              <a:srcRect b="0" l="0" r="0" t="0"/>
              <a:stretch/>
            </p:blipFill>
            <p:spPr>
              <a:xfrm>
                <a:off x="11221313" y="4255213"/>
                <a:ext cx="461400" cy="461400"/>
              </a:xfrm>
              <a:prstGeom prst="rect">
                <a:avLst/>
              </a:prstGeom>
              <a:noFill/>
              <a:ln>
                <a:noFill/>
              </a:ln>
            </p:spPr>
          </p:pic>
        </p:grpSp>
        <p:grpSp>
          <p:nvGrpSpPr>
            <p:cNvPr id="573" name="Google Shape;573;p82"/>
            <p:cNvGrpSpPr/>
            <p:nvPr/>
          </p:nvGrpSpPr>
          <p:grpSpPr>
            <a:xfrm>
              <a:off x="2712577" y="3562941"/>
              <a:ext cx="883024" cy="676247"/>
              <a:chOff x="388508" y="3509796"/>
              <a:chExt cx="957000" cy="732900"/>
            </a:xfrm>
          </p:grpSpPr>
          <p:sp>
            <p:nvSpPr>
              <p:cNvPr id="574" name="Google Shape;574;p82"/>
              <p:cNvSpPr/>
              <p:nvPr/>
            </p:nvSpPr>
            <p:spPr>
              <a:xfrm>
                <a:off x="388508" y="3509796"/>
                <a:ext cx="957000" cy="732900"/>
              </a:xfrm>
              <a:prstGeom prst="rect">
                <a:avLst/>
              </a:prstGeom>
              <a:solidFill>
                <a:srgbClr val="FFFFFF"/>
              </a:solidFill>
              <a:ln cap="flat" cmpd="sng" w="33875">
                <a:solidFill>
                  <a:srgbClr val="B49823"/>
                </a:solidFill>
                <a:prstDash val="solid"/>
                <a:round/>
                <a:headEnd len="sm" w="sm" type="none"/>
                <a:tailEnd len="sm" w="sm" type="none"/>
              </a:ln>
              <a:effectLst>
                <a:outerShdw blurRad="76186" rotWithShape="0" algn="bl" dir="5400000" dist="25395">
                  <a:srgbClr val="000000">
                    <a:alpha val="49020"/>
                  </a:srgbClr>
                </a:outerShdw>
              </a:effectLst>
            </p:spPr>
            <p:txBody>
              <a:bodyPr anchorCtr="0" anchor="t" bIns="0" lIns="0" spcFirstLastPara="1" rIns="0" wrap="square" tIns="36575">
                <a:noAutofit/>
              </a:bodyPr>
              <a:lstStyle/>
              <a:p>
                <a:pPr indent="0" lvl="0" marL="0" marR="0" rtl="0" algn="ctr">
                  <a:lnSpc>
                    <a:spcPct val="8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100"/>
                  <a:buFont typeface="Roboto"/>
                  <a:buNone/>
                </a:pPr>
                <a:r>
                  <a:t/>
                </a:r>
                <a:endParaRPr b="0" i="0" sz="300" u="none" cap="none" strike="noStrike">
                  <a:solidFill>
                    <a:srgbClr val="000000"/>
                  </a:solidFill>
                  <a:latin typeface="Roboto"/>
                  <a:ea typeface="Roboto"/>
                  <a:cs typeface="Roboto"/>
                  <a:sym typeface="Roboto"/>
                </a:endParaRPr>
              </a:p>
              <a:p>
                <a:pPr indent="0" lvl="0" marL="0" marR="0" rtl="0" algn="ctr">
                  <a:lnSpc>
                    <a:spcPct val="104761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100"/>
                  <a:buFont typeface="Roboto"/>
                  <a:buNone/>
                </a:pPr>
                <a:r>
                  <a:t/>
                </a:r>
                <a:endParaRPr b="0" i="0" sz="500" u="none" cap="none" strike="noStrike">
                  <a:solidFill>
                    <a:srgbClr val="000000"/>
                  </a:solidFill>
                  <a:latin typeface="Roboto"/>
                  <a:ea typeface="Roboto"/>
                  <a:cs typeface="Roboto"/>
                  <a:sym typeface="Roboto"/>
                </a:endParaRPr>
              </a:p>
              <a:p>
                <a:pPr indent="0" lvl="0" marL="0" marR="0" rtl="0" algn="ctr">
                  <a:lnSpc>
                    <a:spcPct val="104761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100"/>
                  <a:buFont typeface="Roboto"/>
                  <a:buNone/>
                </a:pPr>
                <a:r>
                  <a:t/>
                </a:r>
                <a:endParaRPr b="0" i="0" sz="300" u="none" cap="none" strike="noStrike">
                  <a:solidFill>
                    <a:srgbClr val="000000"/>
                  </a:solidFill>
                  <a:latin typeface="Roboto"/>
                  <a:ea typeface="Roboto"/>
                  <a:cs typeface="Roboto"/>
                  <a:sym typeface="Roboto"/>
                </a:endParaRPr>
              </a:p>
              <a:p>
                <a:pPr indent="0" lvl="0" marL="0" marR="0" rtl="0" algn="ctr">
                  <a:lnSpc>
                    <a:spcPct val="104761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100"/>
                  <a:buFont typeface="Roboto"/>
                  <a:buNone/>
                </a:pPr>
                <a:r>
                  <a:t/>
                </a:r>
                <a:endParaRPr b="0" i="0" sz="500" u="none" cap="none" strike="noStrike">
                  <a:solidFill>
                    <a:srgbClr val="000000"/>
                  </a:solidFill>
                  <a:latin typeface="Roboto"/>
                  <a:ea typeface="Roboto"/>
                  <a:cs typeface="Roboto"/>
                  <a:sym typeface="Roboto"/>
                </a:endParaRPr>
              </a:p>
            </p:txBody>
          </p:sp>
          <p:sp>
            <p:nvSpPr>
              <p:cNvPr id="575" name="Google Shape;575;p82"/>
              <p:cNvSpPr txBox="1"/>
              <p:nvPr/>
            </p:nvSpPr>
            <p:spPr>
              <a:xfrm>
                <a:off x="472075" y="3660294"/>
                <a:ext cx="809100" cy="4293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63275" lIns="63275" spcFirstLastPara="1" rIns="63275" wrap="square" tIns="63275">
                <a:spAutoFit/>
              </a:bodyPr>
              <a:lstStyle/>
              <a:p>
                <a:pPr indent="0" lvl="0" marL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" sz="1100"/>
                  <a:t>DNA</a:t>
                </a:r>
                <a:endParaRPr sz="1100"/>
              </a:p>
            </p:txBody>
          </p:sp>
        </p:grpSp>
        <p:pic>
          <p:nvPicPr>
            <p:cNvPr id="576" name="Google Shape;576;p82" title="IMG_8648.jpeg"/>
            <p:cNvPicPr preferRelativeResize="0"/>
            <p:nvPr/>
          </p:nvPicPr>
          <p:blipFill rotWithShape="1">
            <a:blip r:embed="rId18">
              <a:alphaModFix/>
            </a:blip>
            <a:srcRect b="20464" l="16833" r="15535" t="11527"/>
            <a:stretch/>
          </p:blipFill>
          <p:spPr>
            <a:xfrm>
              <a:off x="269900" y="3726653"/>
              <a:ext cx="809824" cy="320872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577" name="Google Shape;577;p82" title="openapv-horizontal-black.png"/>
            <p:cNvPicPr preferRelativeResize="0"/>
            <p:nvPr/>
          </p:nvPicPr>
          <p:blipFill>
            <a:blip r:embed="rId19">
              <a:alphaModFix/>
            </a:blip>
            <a:stretch>
              <a:fillRect/>
            </a:stretch>
          </p:blipFill>
          <p:spPr>
            <a:xfrm>
              <a:off x="4077050" y="3791640"/>
              <a:ext cx="791752" cy="239310"/>
            </a:xfrm>
            <a:prstGeom prst="rect">
              <a:avLst/>
            </a:prstGeom>
            <a:noFill/>
            <a:ln>
              <a:noFill/>
            </a:ln>
          </p:spPr>
        </p:pic>
      </p:grp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81" name="Shape 5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2" name="Google Shape;582;p83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349250" lvl="0" marL="457200" rtl="0" algn="l">
              <a:spcBef>
                <a:spcPts val="80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Business &amp; Marketing Leadership</a:t>
            </a:r>
            <a:endParaRPr sz="1900"/>
          </a:p>
          <a:p>
            <a:pPr indent="-330200" lvl="1" marL="914400" rtl="0" algn="l">
              <a:spcBef>
                <a:spcPts val="400"/>
              </a:spcBef>
              <a:spcAft>
                <a:spcPts val="0"/>
              </a:spcAft>
              <a:buSzPts val="1600"/>
              <a:buChar char="○"/>
            </a:pPr>
            <a:r>
              <a:rPr lang="en" sz="1600"/>
              <a:t>Governing Board (Governing Board)</a:t>
            </a:r>
            <a:endParaRPr sz="1600"/>
          </a:p>
          <a:p>
            <a:pPr indent="-311150" lvl="2" marL="1371600" rtl="0" algn="l">
              <a:spcBef>
                <a:spcPts val="400"/>
              </a:spcBef>
              <a:spcAft>
                <a:spcPts val="0"/>
              </a:spcAft>
              <a:buSzPts val="1300"/>
              <a:buChar char="■"/>
            </a:pPr>
            <a:r>
              <a:rPr lang="en" sz="1300"/>
              <a:t>Budget Committee</a:t>
            </a:r>
            <a:endParaRPr sz="1300"/>
          </a:p>
          <a:p>
            <a:pPr indent="-311150" lvl="2" marL="1371600" rtl="0" algn="l">
              <a:spcBef>
                <a:spcPts val="400"/>
              </a:spcBef>
              <a:spcAft>
                <a:spcPts val="0"/>
              </a:spcAft>
              <a:buSzPts val="1300"/>
              <a:buChar char="■"/>
            </a:pPr>
            <a:r>
              <a:rPr lang="en" sz="1300"/>
              <a:t>Legal Committee</a:t>
            </a:r>
            <a:endParaRPr sz="1300"/>
          </a:p>
          <a:p>
            <a:pPr indent="-330200" lvl="1" marL="914400" rtl="0" algn="l">
              <a:spcBef>
                <a:spcPts val="400"/>
              </a:spcBef>
              <a:spcAft>
                <a:spcPts val="0"/>
              </a:spcAft>
              <a:buSzPts val="1600"/>
              <a:buChar char="○"/>
            </a:pPr>
            <a:r>
              <a:rPr lang="en" sz="1600"/>
              <a:t>Outreach Committee</a:t>
            </a:r>
            <a:endParaRPr sz="1600"/>
          </a:p>
          <a:p>
            <a:pPr indent="-349250" lvl="0" marL="457200" rtl="0" algn="l">
              <a:spcBef>
                <a:spcPts val="80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Technical Leadership</a:t>
            </a:r>
            <a:endParaRPr sz="1900"/>
          </a:p>
          <a:p>
            <a:pPr indent="-330200" lvl="1" marL="914400" rtl="0" algn="l">
              <a:spcBef>
                <a:spcPts val="400"/>
              </a:spcBef>
              <a:spcAft>
                <a:spcPts val="0"/>
              </a:spcAft>
              <a:buSzPts val="1600"/>
              <a:buChar char="○"/>
            </a:pPr>
            <a:r>
              <a:rPr lang="en" sz="1600" u="sng">
                <a:solidFill>
                  <a:schemeClr val="hlink"/>
                </a:solidFill>
                <a:hlinkClick r:id="rId3"/>
              </a:rPr>
              <a:t>Technical Advisory Council (TAC)</a:t>
            </a:r>
            <a:r>
              <a:rPr lang="en" sz="1600"/>
              <a:t> </a:t>
            </a:r>
            <a:endParaRPr sz="1600"/>
          </a:p>
          <a:p>
            <a:pPr indent="-311150" lvl="2" marL="1371600" rtl="0" algn="l">
              <a:spcBef>
                <a:spcPts val="400"/>
              </a:spcBef>
              <a:spcAft>
                <a:spcPts val="0"/>
              </a:spcAft>
              <a:buSzPts val="1300"/>
              <a:buChar char="■"/>
            </a:pPr>
            <a:r>
              <a:rPr lang="en" sz="1300"/>
              <a:t>You can review </a:t>
            </a:r>
            <a:r>
              <a:rPr lang="en" sz="1300"/>
              <a:t>the TAC </a:t>
            </a:r>
            <a:r>
              <a:rPr lang="en" sz="1300" u="sng">
                <a:solidFill>
                  <a:schemeClr val="hlink"/>
                </a:solidFill>
                <a:hlinkClick r:id="rId4"/>
              </a:rPr>
              <a:t>meeting information and upcoming schedule</a:t>
            </a:r>
            <a:r>
              <a:rPr lang="en" sz="1300"/>
              <a:t> and join the mailing </a:t>
            </a:r>
            <a:r>
              <a:rPr lang="en" sz="1300" u="sng">
                <a:solidFill>
                  <a:schemeClr val="hlink"/>
                </a:solidFill>
                <a:hlinkClick r:id="rId5"/>
              </a:rPr>
              <a:t>list</a:t>
            </a:r>
            <a:endParaRPr sz="1300"/>
          </a:p>
          <a:p>
            <a:pPr indent="-330200" lvl="1" marL="914400" rtl="0" algn="l">
              <a:spcBef>
                <a:spcPts val="400"/>
              </a:spcBef>
              <a:spcAft>
                <a:spcPts val="0"/>
              </a:spcAft>
              <a:buSzPts val="1600"/>
              <a:buChar char="○"/>
            </a:pPr>
            <a:r>
              <a:rPr lang="en" sz="1600" u="sng">
                <a:solidFill>
                  <a:schemeClr val="hlink"/>
                </a:solidFill>
                <a:hlinkClick r:id="rId6"/>
              </a:rPr>
              <a:t>Hosted Projects and Working Groups</a:t>
            </a:r>
            <a:endParaRPr sz="1900"/>
          </a:p>
        </p:txBody>
      </p:sp>
      <p:sp>
        <p:nvSpPr>
          <p:cNvPr id="583" name="Google Shape;583;p83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Key Governing Bodies and Committees</a:t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87" name="Shape 5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8" name="Google Shape;588;p84"/>
          <p:cNvSpPr txBox="1"/>
          <p:nvPr>
            <p:ph type="title"/>
          </p:nvPr>
        </p:nvSpPr>
        <p:spPr>
          <a:xfrm>
            <a:off x="628800" y="1348525"/>
            <a:ext cx="7886400" cy="1413300"/>
          </a:xfrm>
          <a:prstGeom prst="rect">
            <a:avLst/>
          </a:prstGeom>
        </p:spPr>
        <p:txBody>
          <a:bodyPr anchorCtr="0" anchor="b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>
                <a:latin typeface="Montserrat"/>
                <a:ea typeface="Montserrat"/>
                <a:cs typeface="Montserrat"/>
                <a:sym typeface="Montserrat"/>
              </a:rPr>
              <a:t>Governing Board </a:t>
            </a:r>
            <a:endParaRPr b="1"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>
                <a:latin typeface="Montserrat"/>
                <a:ea typeface="Montserrat"/>
                <a:cs typeface="Montserrat"/>
                <a:sym typeface="Montserrat"/>
              </a:rPr>
              <a:t>Responsibilities</a:t>
            </a:r>
            <a:endParaRPr b="1">
              <a:latin typeface="Montserrat"/>
              <a:ea typeface="Montserrat"/>
              <a:cs typeface="Montserrat"/>
              <a:sym typeface="Montserrat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92" name="Shape 5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3" name="Google Shape;593;p85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l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700"/>
              <a:t>The Governing Board’s responsibilities include:</a:t>
            </a:r>
            <a:endParaRPr sz="1700"/>
          </a:p>
          <a:p>
            <a:pPr indent="-336550" lvl="0" marL="457200" rtl="0" algn="l">
              <a:spcBef>
                <a:spcPts val="80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Approving the Academy Software Foundation budget, directing the use of funds to advance the mission of the Academy Software Foundation;</a:t>
            </a:r>
            <a:endParaRPr sz="1700"/>
          </a:p>
          <a:p>
            <a:pPr indent="-336550" lvl="0" marL="457200" rtl="0" algn="l">
              <a:spcBef>
                <a:spcPts val="80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Directing marketing and outreach efforts;</a:t>
            </a:r>
            <a:endParaRPr sz="1700"/>
          </a:p>
          <a:p>
            <a:pPr indent="-336550" lvl="0" marL="457200" rtl="0" algn="l">
              <a:spcBef>
                <a:spcPts val="80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Providing financial governance overall;</a:t>
            </a:r>
            <a:endParaRPr sz="1700"/>
          </a:p>
          <a:p>
            <a:pPr indent="-336550" lvl="0" marL="457200" rtl="0" algn="l">
              <a:spcBef>
                <a:spcPts val="80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Voting on other decisions that come before the Governing Board.</a:t>
            </a:r>
            <a:endParaRPr sz="1700"/>
          </a:p>
          <a:p>
            <a:pPr indent="0" lvl="0" marL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lang="en" sz="1700"/>
              <a:t>Additional responsibilities are described in </a:t>
            </a:r>
            <a:r>
              <a:rPr lang="en" sz="1700" u="sng">
                <a:solidFill>
                  <a:schemeClr val="hlink"/>
                </a:solidFill>
                <a:hlinkClick r:id="rId3"/>
              </a:rPr>
              <a:t>Section 3</a:t>
            </a:r>
            <a:r>
              <a:rPr lang="en" sz="1700"/>
              <a:t> of the Academy Software Foundation Charter.</a:t>
            </a:r>
            <a:endParaRPr sz="1700"/>
          </a:p>
        </p:txBody>
      </p:sp>
      <p:sp>
        <p:nvSpPr>
          <p:cNvPr id="594" name="Google Shape;594;p85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Responsibilities</a:t>
            </a:r>
            <a:endParaRPr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98" name="Shape 5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9" name="Google Shape;599;p86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300"/>
              <a:buFont typeface="Arial"/>
              <a:buNone/>
            </a:pPr>
            <a:r>
              <a:rPr lang="en" sz="2200"/>
              <a:t>What the Governing Board is NOT responsible for</a:t>
            </a:r>
            <a:endParaRPr sz="2200"/>
          </a:p>
        </p:txBody>
      </p:sp>
      <p:sp>
        <p:nvSpPr>
          <p:cNvPr id="600" name="Google Shape;600;p86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349250" lvl="0" marL="457200" rtl="0" algn="l">
              <a:spcBef>
                <a:spcPts val="80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The Governing Board does </a:t>
            </a:r>
            <a:r>
              <a:rPr b="1" lang="en" sz="1900"/>
              <a:t>not</a:t>
            </a:r>
            <a:r>
              <a:rPr lang="en" sz="1900"/>
              <a:t> make technical decisions for Academy Software Foundation other than working with the </a:t>
            </a:r>
            <a:r>
              <a:rPr lang="en" sz="1900" u="sng">
                <a:solidFill>
                  <a:schemeClr val="hlink"/>
                </a:solidFill>
                <a:hlinkClick r:id="rId3"/>
              </a:rPr>
              <a:t>TAC</a:t>
            </a:r>
            <a:r>
              <a:rPr lang="en" sz="1900"/>
              <a:t> to set the overall scope for the Academy Software Foundation. </a:t>
            </a:r>
            <a:endParaRPr sz="1900"/>
          </a:p>
          <a:p>
            <a:pPr indent="-349250" lvl="0" marL="457200" rtl="0" algn="l">
              <a:spcBef>
                <a:spcPts val="80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The Governing Board is </a:t>
            </a:r>
            <a:r>
              <a:rPr b="1" lang="en" sz="1900"/>
              <a:t>not</a:t>
            </a:r>
            <a:r>
              <a:rPr lang="en" sz="1900"/>
              <a:t> responsible for overseeing day-to-day operations of Academy Software Foundation. This is the responsibility of the foundation staff.</a:t>
            </a:r>
            <a:endParaRPr sz="1900"/>
          </a:p>
          <a:p>
            <a:pPr indent="-349250" lvl="0" marL="457200" rtl="0" algn="l">
              <a:spcBef>
                <a:spcPts val="80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The Governing Board is </a:t>
            </a:r>
            <a:r>
              <a:rPr b="1" lang="en" sz="1900"/>
              <a:t>not</a:t>
            </a:r>
            <a:r>
              <a:rPr lang="en" sz="1900"/>
              <a:t> a Board of Directors; it is a committee that provides budget oversight and direction. There are no personal liabilities for individual Governing Board representatives.</a:t>
            </a:r>
            <a:endParaRPr sz="1900"/>
          </a:p>
          <a:p>
            <a:pPr indent="0" lvl="0" marL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t/>
            </a:r>
            <a:endParaRPr sz="19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04" name="Shape 6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5" name="Google Shape;605;p87"/>
          <p:cNvSpPr txBox="1"/>
          <p:nvPr>
            <p:ph type="title"/>
          </p:nvPr>
        </p:nvSpPr>
        <p:spPr>
          <a:xfrm>
            <a:off x="694125" y="1275325"/>
            <a:ext cx="7886400" cy="1413300"/>
          </a:xfrm>
          <a:prstGeom prst="rect">
            <a:avLst/>
          </a:prstGeom>
        </p:spPr>
        <p:txBody>
          <a:bodyPr anchorCtr="0" anchor="b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>
                <a:latin typeface="Montserrat"/>
                <a:ea typeface="Montserrat"/>
                <a:cs typeface="Montserrat"/>
                <a:sym typeface="Montserrat"/>
              </a:rPr>
              <a:t>Governing Board Operations</a:t>
            </a:r>
            <a:endParaRPr b="1">
              <a:latin typeface="Montserrat"/>
              <a:ea typeface="Montserrat"/>
              <a:cs typeface="Montserrat"/>
              <a:sym typeface="Montserrat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09" name="Shape 6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0" name="Google Shape;610;p88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361950" lvl="0" marL="4572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/>
              <a:t>The Governing Board voting members consist of:</a:t>
            </a:r>
            <a:endParaRPr/>
          </a:p>
          <a:p>
            <a:pPr indent="-361950" lvl="0" marL="9144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/>
              <a:t>One representative appointed from each Premier member; and</a:t>
            </a:r>
            <a:endParaRPr/>
          </a:p>
          <a:p>
            <a:pPr indent="-361950" lvl="0" marL="9144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/>
              <a:t>General member elected representatives </a:t>
            </a:r>
            <a:r>
              <a:rPr lang="en"/>
              <a:t>(if any)</a:t>
            </a:r>
            <a:endParaRPr/>
          </a:p>
          <a:p>
            <a:pPr indent="-361950" lvl="0" marL="9144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/>
              <a:t>The TAC Chairperson</a:t>
            </a:r>
            <a:endParaRPr/>
          </a:p>
          <a:p>
            <a:pPr indent="-361950" lvl="0" marL="4572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/>
              <a:t>See </a:t>
            </a:r>
            <a:r>
              <a:rPr lang="en" u="sng">
                <a:solidFill>
                  <a:schemeClr val="hlink"/>
                </a:solidFill>
                <a:hlinkClick r:id="rId3"/>
              </a:rPr>
              <a:t>Section 3(a)</a:t>
            </a:r>
            <a:r>
              <a:rPr lang="en"/>
              <a:t> of the Academy Software Foundation Charter for more information about composition.</a:t>
            </a:r>
            <a:endParaRPr/>
          </a:p>
        </p:txBody>
      </p:sp>
      <p:sp>
        <p:nvSpPr>
          <p:cNvPr id="611" name="Google Shape;611;p88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Composition</a:t>
            </a:r>
            <a:endParaRPr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16" name="Shape 6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7" name="Google Shape;617;p89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SzPts val="700"/>
              <a:buNone/>
            </a:pPr>
            <a:r>
              <a:rPr lang="en" sz="2900"/>
              <a:t>Governing Board Representatives</a:t>
            </a:r>
            <a:endParaRPr sz="2900"/>
          </a:p>
        </p:txBody>
      </p:sp>
      <p:pic>
        <p:nvPicPr>
          <p:cNvPr id="618" name="Google Shape;618;p89" title="Screenshot 2026-02-25 at 2.17.52 PM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565925" y="913975"/>
            <a:ext cx="8012150" cy="41429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22" name="Shape 6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3" name="Google Shape;623;p90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2300"/>
              <a:t>Governing Board Representative Characteristics</a:t>
            </a:r>
            <a:endParaRPr sz="2300"/>
          </a:p>
        </p:txBody>
      </p:sp>
      <p:sp>
        <p:nvSpPr>
          <p:cNvPr id="624" name="Google Shape;624;p90"/>
          <p:cNvSpPr txBox="1"/>
          <p:nvPr>
            <p:ph idx="1" type="body"/>
          </p:nvPr>
        </p:nvSpPr>
        <p:spPr>
          <a:xfrm>
            <a:off x="628634" y="1105444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323850" lvl="0" marL="457200" rtl="0" algn="l">
              <a:spcBef>
                <a:spcPts val="800"/>
              </a:spcBef>
              <a:spcAft>
                <a:spcPts val="0"/>
              </a:spcAft>
              <a:buSzPts val="1500"/>
              <a:buChar char="-"/>
            </a:pPr>
            <a:r>
              <a:rPr lang="en" sz="1500"/>
              <a:t>Knowledgeable / has experience in technology and open source in the media and entertainment industry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-"/>
            </a:pPr>
            <a:r>
              <a:rPr lang="en" sz="1500"/>
              <a:t>Has a point of view on the industry’s future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-"/>
            </a:pPr>
            <a:r>
              <a:rPr lang="en" sz="1500"/>
              <a:t>Is a strategic thinker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-"/>
            </a:pPr>
            <a:r>
              <a:rPr lang="en" sz="1500"/>
              <a:t>Has previous board experience as a plus, but not necessary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-"/>
            </a:pPr>
            <a:r>
              <a:rPr lang="en" sz="1500"/>
              <a:t>Is results-driven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-"/>
            </a:pPr>
            <a:r>
              <a:rPr lang="en" sz="1500"/>
              <a:t>Is an effective communicator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-"/>
            </a:pPr>
            <a:r>
              <a:rPr lang="en" sz="1500"/>
              <a:t>Is respectful of other points of view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-"/>
            </a:pPr>
            <a:r>
              <a:rPr lang="en" sz="1500"/>
              <a:t>Is an influential and empowered decision-maker within their own organization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-"/>
            </a:pPr>
            <a:r>
              <a:rPr lang="en" sz="1500"/>
              <a:t>Is able to create an environment within their organization for developing future ASWF leaders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-"/>
            </a:pPr>
            <a:r>
              <a:rPr lang="en" sz="1500"/>
              <a:t>Is able to develop a Governing Board member pipeline within their own organization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-"/>
            </a:pPr>
            <a:r>
              <a:rPr lang="en" sz="1500"/>
              <a:t>Has demonstrated willingness to contribute, to participate in board/committee activities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-"/>
            </a:pPr>
            <a:r>
              <a:rPr lang="en" sz="1500"/>
              <a:t>Will advocate for the ASWF within their organization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-"/>
            </a:pPr>
            <a:r>
              <a:rPr lang="en" sz="1500"/>
              <a:t>Is committed to make the ASWF as an organization and as a community more diverse</a:t>
            </a:r>
            <a:endParaRPr sz="15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28" name="Shape 6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9" name="Google Shape;629;p91"/>
          <p:cNvSpPr txBox="1"/>
          <p:nvPr>
            <p:ph idx="1" type="body"/>
          </p:nvPr>
        </p:nvSpPr>
        <p:spPr>
          <a:xfrm>
            <a:off x="628634" y="1369219"/>
            <a:ext cx="36033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304800" lvl="0" marL="457200" rtl="0" algn="l">
              <a:spcBef>
                <a:spcPts val="800"/>
              </a:spcBef>
              <a:spcAft>
                <a:spcPts val="0"/>
              </a:spcAft>
              <a:buSzPts val="1200"/>
              <a:buChar char="●"/>
            </a:pPr>
            <a:r>
              <a:rPr lang="en" sz="1200"/>
              <a:t>Premier and General</a:t>
            </a:r>
            <a:r>
              <a:rPr lang="en" sz="1200"/>
              <a:t> member companies with appointed representatives on the Governing Board may appoint alternates.</a:t>
            </a:r>
            <a:endParaRPr sz="1200"/>
          </a:p>
          <a:p>
            <a:pPr indent="-304800" lvl="0" marL="457200" rtl="0" algn="l">
              <a:spcBef>
                <a:spcPts val="800"/>
              </a:spcBef>
              <a:spcAft>
                <a:spcPts val="0"/>
              </a:spcAft>
              <a:buSzPts val="1200"/>
              <a:buChar char="●"/>
            </a:pPr>
            <a:r>
              <a:rPr lang="en" sz="1200"/>
              <a:t>Alternates may attend all Governing Board meetings. </a:t>
            </a:r>
            <a:endParaRPr sz="1200"/>
          </a:p>
          <a:p>
            <a:pPr indent="-285750" lvl="1" marL="914400" rtl="0" algn="l">
              <a:spcBef>
                <a:spcPts val="400"/>
              </a:spcBef>
              <a:spcAft>
                <a:spcPts val="0"/>
              </a:spcAft>
              <a:buSzPts val="900"/>
              <a:buChar char="○"/>
            </a:pPr>
            <a:r>
              <a:rPr lang="en" sz="900"/>
              <a:t>If the primary representative is present, the alternate may participate in listen-only mode and may not vote or speak. </a:t>
            </a:r>
            <a:endParaRPr sz="900"/>
          </a:p>
          <a:p>
            <a:pPr indent="-285750" lvl="1" marL="914400" rtl="0" algn="l">
              <a:spcBef>
                <a:spcPts val="400"/>
              </a:spcBef>
              <a:spcAft>
                <a:spcPts val="0"/>
              </a:spcAft>
              <a:buSzPts val="900"/>
              <a:buChar char="○"/>
            </a:pPr>
            <a:r>
              <a:rPr lang="en" sz="900"/>
              <a:t>Only if the primary representative is unable to attend the meeting, the alternate may speak and vote in lieu of the primary representative.</a:t>
            </a:r>
            <a:endParaRPr sz="900"/>
          </a:p>
          <a:p>
            <a:pPr indent="-304800" lvl="0" marL="457200" rtl="0" algn="l">
              <a:spcBef>
                <a:spcPts val="800"/>
              </a:spcBef>
              <a:spcAft>
                <a:spcPts val="0"/>
              </a:spcAft>
              <a:buSzPts val="1200"/>
              <a:buChar char="●"/>
            </a:pPr>
            <a:r>
              <a:rPr lang="en" sz="1200"/>
              <a:t>At Strategy and Leadership Meetings (at which no voting occurs), both primary and alternate representatives may speak (the alternate does not need to participate in listen-only mode)</a:t>
            </a:r>
            <a:endParaRPr sz="1200"/>
          </a:p>
        </p:txBody>
      </p:sp>
      <p:sp>
        <p:nvSpPr>
          <p:cNvPr id="630" name="Google Shape;630;p91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Alternates Policy</a:t>
            </a:r>
            <a:endParaRPr/>
          </a:p>
        </p:txBody>
      </p:sp>
      <p:sp>
        <p:nvSpPr>
          <p:cNvPr id="631" name="Google Shape;631;p91"/>
          <p:cNvSpPr txBox="1"/>
          <p:nvPr>
            <p:ph idx="2" type="body"/>
          </p:nvPr>
        </p:nvSpPr>
        <p:spPr>
          <a:xfrm>
            <a:off x="4877144" y="1369219"/>
            <a:ext cx="36033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l"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en" sz="1700"/>
              <a:t>ACTION: To appoint your representative and your alternate, please file a request at </a:t>
            </a:r>
            <a:r>
              <a:rPr b="1" lang="en" sz="1700" u="sng">
                <a:solidFill>
                  <a:schemeClr val="hlink"/>
                </a:solidFill>
                <a:hlinkClick r:id="rId3"/>
              </a:rPr>
              <a:t>members.aswf.io</a:t>
            </a:r>
            <a:r>
              <a:rPr b="1" lang="en" sz="1700"/>
              <a:t>, and have the representatives create an </a:t>
            </a:r>
            <a:r>
              <a:rPr b="1" lang="en" sz="1700" u="sng">
                <a:solidFill>
                  <a:schemeClr val="hlink"/>
                </a:solidFill>
                <a:hlinkClick r:id="rId4"/>
              </a:rPr>
              <a:t>LF ID</a:t>
            </a:r>
            <a:r>
              <a:rPr b="1" lang="en" sz="1700"/>
              <a:t>.</a:t>
            </a:r>
            <a:endParaRPr b="1" sz="1700"/>
          </a:p>
          <a:p>
            <a:pPr indent="0" lvl="0" marL="0" rtl="0" algn="l"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i="1" lang="en" sz="1700"/>
              <a:t>You can change your representative at any time by making a request at </a:t>
            </a:r>
            <a:r>
              <a:rPr i="1" lang="en" sz="1700" u="sng">
                <a:solidFill>
                  <a:schemeClr val="hlink"/>
                </a:solidFill>
                <a:hlinkClick r:id="rId5"/>
              </a:rPr>
              <a:t>members.aswf.io</a:t>
            </a:r>
            <a:r>
              <a:rPr i="1" lang="en" sz="1700"/>
              <a:t>.</a:t>
            </a:r>
            <a:endParaRPr i="1" sz="1700"/>
          </a:p>
          <a:p>
            <a:pPr indent="0" lvl="0" marL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t/>
            </a:r>
            <a:endParaRPr sz="140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36" name="Shape 6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7" name="Google Shape;637;p92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Alternates</a:t>
            </a:r>
            <a:endParaRPr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41" name="Shape 6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2" name="Google Shape;642;p93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Succession Policy</a:t>
            </a:r>
            <a:endParaRPr/>
          </a:p>
        </p:txBody>
      </p:sp>
      <p:sp>
        <p:nvSpPr>
          <p:cNvPr id="643" name="Google Shape;643;p93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355600" lvl="0" marL="457200" rtl="0" algn="l">
              <a:spcBef>
                <a:spcPts val="800"/>
              </a:spcBef>
              <a:spcAft>
                <a:spcPts val="0"/>
              </a:spcAft>
              <a:buSzPts val="2000"/>
              <a:buChar char="•"/>
            </a:pPr>
            <a:r>
              <a:rPr lang="en" sz="2000"/>
              <a:t>Maximum term for any Governing Board representative is 4 years.</a:t>
            </a:r>
            <a:endParaRPr sz="2000"/>
          </a:p>
          <a:p>
            <a:pPr indent="-336550" lvl="1" marL="914400" rtl="0" algn="l">
              <a:spcBef>
                <a:spcPts val="0"/>
              </a:spcBef>
              <a:spcAft>
                <a:spcPts val="0"/>
              </a:spcAft>
              <a:buSzPts val="1700"/>
              <a:buChar char="•"/>
            </a:pPr>
            <a:r>
              <a:rPr lang="en" sz="1700"/>
              <a:t>Individuals may serve again on the Governing Board after a two year break between terms.</a:t>
            </a:r>
            <a:endParaRPr sz="1700"/>
          </a:p>
          <a:p>
            <a:pPr indent="-336550" lvl="1" marL="914400" rtl="0" algn="l">
              <a:spcBef>
                <a:spcPts val="0"/>
              </a:spcBef>
              <a:spcAft>
                <a:spcPts val="0"/>
              </a:spcAft>
              <a:buSzPts val="1700"/>
              <a:buChar char="•"/>
            </a:pPr>
            <a:r>
              <a:rPr lang="en" sz="1700"/>
              <a:t>Individual may serve as an alternate during the two year break.</a:t>
            </a:r>
            <a:endParaRPr sz="1700"/>
          </a:p>
          <a:p>
            <a:pPr indent="-336550" lvl="1" marL="914400" rtl="0" algn="l">
              <a:spcBef>
                <a:spcPts val="0"/>
              </a:spcBef>
              <a:spcAft>
                <a:spcPts val="0"/>
              </a:spcAft>
              <a:buSzPts val="1700"/>
              <a:buChar char="•"/>
            </a:pPr>
            <a:r>
              <a:rPr lang="en" sz="1700"/>
              <a:t>There are no lifetime term limits.</a:t>
            </a:r>
            <a:endParaRPr sz="1700"/>
          </a:p>
          <a:p>
            <a:pPr indent="-355600" lvl="0" marL="457200" rtl="0" algn="l">
              <a:spcBef>
                <a:spcPts val="0"/>
              </a:spcBef>
              <a:spcAft>
                <a:spcPts val="0"/>
              </a:spcAft>
              <a:buSzPts val="2000"/>
              <a:buChar char="•"/>
            </a:pPr>
            <a:r>
              <a:rPr lang="en" sz="2000"/>
              <a:t>Governing Board target goal of rotating 25% of Governing Board representatives on an annual basis.</a:t>
            </a:r>
            <a:endParaRPr sz="2000"/>
          </a:p>
          <a:p>
            <a:pPr indent="-336550" lvl="1" marL="914400" rtl="0" algn="l">
              <a:spcBef>
                <a:spcPts val="0"/>
              </a:spcBef>
              <a:spcAft>
                <a:spcPts val="0"/>
              </a:spcAft>
              <a:buSzPts val="1700"/>
              <a:buChar char="•"/>
            </a:pPr>
            <a:r>
              <a:rPr lang="en" sz="1700"/>
              <a:t>If there are less that 25% of new representatives, the Governing Board may request longer tenured representatives to appoint a replacement.</a:t>
            </a:r>
            <a:endParaRPr sz="170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47" name="Shape 6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8" name="Google Shape;648;p94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</a:t>
            </a:r>
            <a:r>
              <a:rPr lang="en"/>
              <a:t> Chairperson</a:t>
            </a:r>
            <a:endParaRPr/>
          </a:p>
        </p:txBody>
      </p:sp>
      <p:sp>
        <p:nvSpPr>
          <p:cNvPr id="649" name="Google Shape;649;p94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lang="en" sz="1500"/>
              <a:t>Annually in January, the </a:t>
            </a:r>
            <a:r>
              <a:rPr lang="en" sz="1500"/>
              <a:t>Governing Board</a:t>
            </a:r>
            <a:r>
              <a:rPr lang="en" sz="1500"/>
              <a:t> will elect a chairperson to serve for the current year.</a:t>
            </a:r>
            <a:endParaRPr sz="1500"/>
          </a:p>
          <a:p>
            <a:pPr indent="0" lvl="0" marL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lang="en" sz="1500"/>
              <a:t>Duties of the </a:t>
            </a:r>
            <a:r>
              <a:rPr lang="en" sz="1500"/>
              <a:t>Governing Board</a:t>
            </a:r>
            <a:r>
              <a:rPr lang="en" sz="1500"/>
              <a:t> Chairperson include:</a:t>
            </a:r>
            <a:endParaRPr sz="1500"/>
          </a:p>
          <a:p>
            <a:pPr indent="-323850" lvl="0" marL="457200" rtl="0" algn="l">
              <a:spcBef>
                <a:spcPts val="800"/>
              </a:spcBef>
              <a:spcAft>
                <a:spcPts val="0"/>
              </a:spcAft>
              <a:buSzPts val="1500"/>
              <a:buChar char="•"/>
            </a:pPr>
            <a:r>
              <a:rPr lang="en" sz="1500"/>
              <a:t>Oversee </a:t>
            </a:r>
            <a:r>
              <a:rPr lang="en" sz="1500"/>
              <a:t>the</a:t>
            </a:r>
            <a:r>
              <a:rPr lang="en" sz="1500"/>
              <a:t> day-to-day operational decision</a:t>
            </a:r>
            <a:r>
              <a:rPr lang="en" sz="1500"/>
              <a:t>s</a:t>
            </a:r>
            <a:r>
              <a:rPr lang="en" sz="1500"/>
              <a:t> of the Academy Software Foundation.</a:t>
            </a:r>
            <a:endParaRPr sz="1500"/>
          </a:p>
          <a:p>
            <a:pPr indent="-323850" lvl="0" marL="457200" rtl="0" algn="l">
              <a:spcBef>
                <a:spcPts val="800"/>
              </a:spcBef>
              <a:spcAft>
                <a:spcPts val="0"/>
              </a:spcAft>
              <a:buSzPts val="1500"/>
              <a:buChar char="•"/>
            </a:pPr>
            <a:r>
              <a:rPr lang="en" sz="1500"/>
              <a:t>Work with the foundation staff to prepare the agenda for Governing Board meetings.</a:t>
            </a:r>
            <a:endParaRPr sz="1500"/>
          </a:p>
          <a:p>
            <a:pPr indent="-323850" lvl="0" marL="457200" rtl="0" algn="l">
              <a:spcBef>
                <a:spcPts val="800"/>
              </a:spcBef>
              <a:spcAft>
                <a:spcPts val="0"/>
              </a:spcAft>
              <a:buSzPts val="1500"/>
              <a:buChar char="•"/>
            </a:pPr>
            <a:r>
              <a:rPr lang="en" sz="1500"/>
              <a:t>Be a spokesperson for the Academy Software Foundation and the Governing Board, as needed</a:t>
            </a:r>
            <a:endParaRPr sz="1500"/>
          </a:p>
          <a:p>
            <a:pPr indent="0" lvl="0" marL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lang="en" sz="1500"/>
              <a:t>See </a:t>
            </a:r>
            <a:r>
              <a:rPr lang="en" sz="1500" u="sng">
                <a:solidFill>
                  <a:schemeClr val="hlink"/>
                </a:solidFill>
                <a:hlinkClick r:id="rId3"/>
              </a:rPr>
              <a:t>Section 3(c)</a:t>
            </a:r>
            <a:r>
              <a:rPr lang="en" sz="1500"/>
              <a:t> of the Academy Software Foundation Charter for more information about the chairperson role.</a:t>
            </a:r>
            <a:endParaRPr sz="150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53" name="Shape 6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4" name="Google Shape;654;p95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Treasurer</a:t>
            </a:r>
            <a:endParaRPr/>
          </a:p>
        </p:txBody>
      </p:sp>
      <p:sp>
        <p:nvSpPr>
          <p:cNvPr id="655" name="Google Shape;655;p95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lang="en" sz="1500"/>
              <a:t>Annually in January, the Governing Board will elect a treasurer to serve for the current year.</a:t>
            </a:r>
            <a:endParaRPr sz="1500"/>
          </a:p>
          <a:p>
            <a:pPr indent="0" lvl="0" marL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lang="en" sz="1500"/>
              <a:t>Duties of the Governing Board </a:t>
            </a:r>
            <a:r>
              <a:rPr lang="en" sz="1500"/>
              <a:t>Treasurer</a:t>
            </a:r>
            <a:r>
              <a:rPr lang="en" sz="1500"/>
              <a:t> include:</a:t>
            </a:r>
            <a:endParaRPr sz="1500"/>
          </a:p>
          <a:p>
            <a:pPr indent="-323850" lvl="0" marL="457200" rtl="0" algn="l">
              <a:spcBef>
                <a:spcPts val="800"/>
              </a:spcBef>
              <a:spcAft>
                <a:spcPts val="0"/>
              </a:spcAft>
              <a:buSzPts val="1500"/>
              <a:buChar char="•"/>
            </a:pPr>
            <a:r>
              <a:rPr lang="en" sz="1500"/>
              <a:t>Serve as </a:t>
            </a:r>
            <a:r>
              <a:rPr lang="en" sz="1500"/>
              <a:t>the</a:t>
            </a:r>
            <a:r>
              <a:rPr lang="en" sz="1500"/>
              <a:t> chairperson of the Budget Committee</a:t>
            </a:r>
            <a:endParaRPr sz="1500"/>
          </a:p>
          <a:p>
            <a:pPr indent="-323850" lvl="0" marL="457200" rtl="0" algn="l">
              <a:spcBef>
                <a:spcPts val="800"/>
              </a:spcBef>
              <a:spcAft>
                <a:spcPts val="0"/>
              </a:spcAft>
              <a:buSzPts val="1500"/>
              <a:buChar char="•"/>
            </a:pPr>
            <a:r>
              <a:rPr lang="en" sz="1500"/>
              <a:t>Work with the foundation staff to prepare financial updates and reforecasts to the Budget Committee and Governing Board.</a:t>
            </a:r>
            <a:endParaRPr sz="1500"/>
          </a:p>
          <a:p>
            <a:pPr indent="-323850" lvl="0" marL="457200" rtl="0" algn="l">
              <a:spcBef>
                <a:spcPts val="800"/>
              </a:spcBef>
              <a:spcAft>
                <a:spcPts val="0"/>
              </a:spcAft>
              <a:buSzPts val="1500"/>
              <a:buChar char="•"/>
            </a:pPr>
            <a:r>
              <a:rPr lang="en" sz="1500"/>
              <a:t>Work with the foundation staff in preparing and leading the approval of the annual budget.</a:t>
            </a:r>
            <a:endParaRPr sz="1500"/>
          </a:p>
          <a:p>
            <a:pPr indent="0" lvl="0" marL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lang="en" sz="1500"/>
              <a:t>See </a:t>
            </a:r>
            <a:r>
              <a:rPr lang="en" sz="1500" u="sng">
                <a:solidFill>
                  <a:schemeClr val="hlink"/>
                </a:solidFill>
                <a:hlinkClick r:id="rId3"/>
              </a:rPr>
              <a:t>Section 3(c)</a:t>
            </a:r>
            <a:r>
              <a:rPr lang="en" sz="1500"/>
              <a:t> of the Academy Software Foundation Charter for more information about the treasurer role.</a:t>
            </a:r>
            <a:endParaRPr sz="150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59" name="Shape 6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0" name="Google Shape;660;p96"/>
          <p:cNvSpPr txBox="1"/>
          <p:nvPr>
            <p:ph type="title"/>
          </p:nvPr>
        </p:nvSpPr>
        <p:spPr>
          <a:xfrm>
            <a:off x="628800" y="1158450"/>
            <a:ext cx="7886400" cy="1413300"/>
          </a:xfrm>
          <a:prstGeom prst="rect">
            <a:avLst/>
          </a:prstGeom>
        </p:spPr>
        <p:txBody>
          <a:bodyPr anchorCtr="0" anchor="b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Meetings</a:t>
            </a:r>
            <a:endParaRPr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64" name="Shape 6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5" name="Google Shape;665;p97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311150" lvl="0" marL="457200" rtl="0" algn="l">
              <a:spcBef>
                <a:spcPts val="800"/>
              </a:spcBef>
              <a:spcAft>
                <a:spcPts val="0"/>
              </a:spcAft>
              <a:buSzPts val="1300"/>
              <a:buChar char="●"/>
            </a:pPr>
            <a:r>
              <a:rPr lang="en" sz="1300"/>
              <a:t>The Governing Board has monthly virtual regular meetings, generally on the fourth Thursday of each month.</a:t>
            </a:r>
            <a:endParaRPr sz="1300"/>
          </a:p>
          <a:p>
            <a:pPr indent="-311150" lvl="0" marL="457200" rtl="0" algn="l">
              <a:spcBef>
                <a:spcPts val="800"/>
              </a:spcBef>
              <a:spcAft>
                <a:spcPts val="0"/>
              </a:spcAft>
              <a:buSzPts val="1300"/>
              <a:buChar char="●"/>
            </a:pPr>
            <a:r>
              <a:rPr lang="en" sz="1300"/>
              <a:t>Format for the meetings alternates between a formal business meeting and strategy session</a:t>
            </a:r>
            <a:endParaRPr sz="1300"/>
          </a:p>
          <a:p>
            <a:pPr indent="-292100" lvl="1" marL="914400" rtl="0" algn="l">
              <a:spcBef>
                <a:spcPts val="400"/>
              </a:spcBef>
              <a:spcAft>
                <a:spcPts val="0"/>
              </a:spcAft>
              <a:buSzPts val="1000"/>
              <a:buChar char="○"/>
            </a:pPr>
            <a:r>
              <a:rPr lang="en" sz="1000"/>
              <a:t>At the formal business meetings, voting will often take place.</a:t>
            </a:r>
            <a:endParaRPr sz="1000"/>
          </a:p>
          <a:p>
            <a:pPr indent="-292100" lvl="1" marL="914400" rtl="0" algn="l">
              <a:spcBef>
                <a:spcPts val="400"/>
              </a:spcBef>
              <a:spcAft>
                <a:spcPts val="0"/>
              </a:spcAft>
              <a:buSzPts val="1000"/>
              <a:buChar char="○"/>
            </a:pPr>
            <a:r>
              <a:rPr lang="en" sz="1000"/>
              <a:t>For the strategy meetings, the Governing Board will align on a topic to discuss at the previous business meeting.</a:t>
            </a:r>
            <a:endParaRPr sz="1000"/>
          </a:p>
          <a:p>
            <a:pPr indent="-311150" lvl="0" marL="457200" rtl="0" algn="l">
              <a:spcBef>
                <a:spcPts val="800"/>
              </a:spcBef>
              <a:spcAft>
                <a:spcPts val="0"/>
              </a:spcAft>
              <a:buSzPts val="1300"/>
              <a:buChar char="●"/>
            </a:pPr>
            <a:r>
              <a:rPr lang="en" sz="1300"/>
              <a:t>Additionally, the Governing Board has two hybrid Leadership Meetings sessions per year (at Open Source Forum in February and Open Source Days in August).</a:t>
            </a:r>
            <a:endParaRPr sz="1300"/>
          </a:p>
          <a:p>
            <a:pPr indent="-292100" lvl="1" marL="914400" rtl="0" algn="l">
              <a:spcBef>
                <a:spcPts val="400"/>
              </a:spcBef>
              <a:spcAft>
                <a:spcPts val="0"/>
              </a:spcAft>
              <a:buSzPts val="1000"/>
              <a:buChar char="○"/>
            </a:pPr>
            <a:r>
              <a:rPr lang="en" sz="1000"/>
              <a:t>TAC voting members and a representative from each General Member are invited to Strategy Sessions.</a:t>
            </a:r>
            <a:endParaRPr sz="1000"/>
          </a:p>
          <a:p>
            <a:pPr indent="-311150" lvl="0" marL="457200" rtl="0" algn="l">
              <a:spcBef>
                <a:spcPts val="800"/>
              </a:spcBef>
              <a:spcAft>
                <a:spcPts val="0"/>
              </a:spcAft>
              <a:buSzPts val="1300"/>
              <a:buChar char="●"/>
            </a:pPr>
            <a:r>
              <a:rPr lang="en" sz="1300"/>
              <a:t>In rare and exceptional circumstances (e.g., in an emergency situation), an additional ad hoc </a:t>
            </a:r>
            <a:r>
              <a:rPr lang="en" sz="1300"/>
              <a:t>special meeting</a:t>
            </a:r>
            <a:r>
              <a:rPr lang="en" sz="1300"/>
              <a:t> of the Governing Board may be convened. </a:t>
            </a:r>
            <a:endParaRPr sz="1300"/>
          </a:p>
          <a:p>
            <a:pPr indent="-292100" lvl="1" marL="914400" rtl="0" algn="l">
              <a:spcBef>
                <a:spcPts val="400"/>
              </a:spcBef>
              <a:spcAft>
                <a:spcPts val="0"/>
              </a:spcAft>
              <a:buSzPts val="1000"/>
              <a:buChar char="○"/>
            </a:pPr>
            <a:r>
              <a:rPr lang="en" sz="1000"/>
              <a:t>To request a special meeting, please email your request to the Foundation Staff and Governing Board Chair, and they will decide whether a special meeting is necessary or the proposed agenda item can be discussed by email or at the next regular meeting.</a:t>
            </a:r>
            <a:endParaRPr sz="1000"/>
          </a:p>
        </p:txBody>
      </p:sp>
      <p:sp>
        <p:nvSpPr>
          <p:cNvPr id="666" name="Google Shape;666;p97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Meeting Cadence</a:t>
            </a:r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70" name="Shape 6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1" name="Google Shape;671;p98"/>
          <p:cNvSpPr txBox="1"/>
          <p:nvPr/>
        </p:nvSpPr>
        <p:spPr>
          <a:xfrm>
            <a:off x="649650" y="4377025"/>
            <a:ext cx="7844700" cy="354000"/>
          </a:xfrm>
          <a:prstGeom prst="rect">
            <a:avLst/>
          </a:prstGeom>
          <a:noFill/>
          <a:ln cap="flat" cmpd="sng" w="952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68575" lIns="68575" spcFirstLastPara="1" rIns="68575" wrap="square" tIns="68575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800"/>
              </a:spcBef>
              <a:spcAft>
                <a:spcPts val="120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lang="en">
                <a:solidFill>
                  <a:srgbClr val="595959"/>
                </a:solidFill>
                <a:latin typeface="Calibri"/>
                <a:ea typeface="Calibri"/>
                <a:cs typeface="Calibri"/>
                <a:sym typeface="Calibri"/>
              </a:rPr>
              <a:t>Future M</a:t>
            </a:r>
            <a:r>
              <a:rPr b="1" i="0" lang="en" u="none" cap="none" strike="noStrike">
                <a:solidFill>
                  <a:srgbClr val="595959"/>
                </a:solidFill>
                <a:latin typeface="Calibri"/>
                <a:ea typeface="Calibri"/>
                <a:cs typeface="Calibri"/>
                <a:sym typeface="Calibri"/>
              </a:rPr>
              <a:t>eetings of the Governing Board for 202</a:t>
            </a:r>
            <a:r>
              <a:rPr b="1" lang="en">
                <a:solidFill>
                  <a:srgbClr val="595959"/>
                </a:solidFill>
                <a:latin typeface="Calibri"/>
                <a:ea typeface="Calibri"/>
                <a:cs typeface="Calibri"/>
                <a:sym typeface="Calibri"/>
              </a:rPr>
              <a:t>6</a:t>
            </a:r>
            <a:r>
              <a:rPr b="1" i="0" lang="en" u="none" cap="none" strike="noStrike">
                <a:solidFill>
                  <a:srgbClr val="595959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r>
              <a:rPr b="1" lang="en">
                <a:solidFill>
                  <a:srgbClr val="595959"/>
                </a:solidFill>
                <a:latin typeface="Calibri"/>
                <a:ea typeface="Calibri"/>
                <a:cs typeface="Calibri"/>
                <a:sym typeface="Calibri"/>
              </a:rPr>
              <a:t>will</a:t>
            </a:r>
            <a:r>
              <a:rPr b="1" i="0" lang="en" u="none" cap="none" strike="noStrike">
                <a:solidFill>
                  <a:srgbClr val="595959"/>
                </a:solidFill>
                <a:latin typeface="Calibri"/>
                <a:ea typeface="Calibri"/>
                <a:cs typeface="Calibri"/>
                <a:sym typeface="Calibri"/>
              </a:rPr>
              <a:t> be held</a:t>
            </a:r>
            <a:r>
              <a:rPr b="1" lang="en">
                <a:solidFill>
                  <a:srgbClr val="595959"/>
                </a:solidFill>
                <a:latin typeface="Calibri"/>
                <a:ea typeface="Calibri"/>
                <a:cs typeface="Calibri"/>
                <a:sym typeface="Calibri"/>
              </a:rPr>
              <a:t> at</a:t>
            </a:r>
            <a:r>
              <a:rPr b="1" i="0" lang="en" u="none" cap="none" strike="noStrike">
                <a:solidFill>
                  <a:srgbClr val="595959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r>
              <a:rPr b="1" lang="en">
                <a:solidFill>
                  <a:srgbClr val="595959"/>
                </a:solidFill>
                <a:latin typeface="Calibri"/>
                <a:ea typeface="Calibri"/>
                <a:cs typeface="Calibri"/>
                <a:sym typeface="Calibri"/>
              </a:rPr>
              <a:t>1:</a:t>
            </a:r>
            <a:r>
              <a:rPr b="1" i="0" lang="en" u="none" cap="none" strike="noStrike">
                <a:solidFill>
                  <a:srgbClr val="595959"/>
                </a:solidFill>
                <a:latin typeface="Calibri"/>
                <a:ea typeface="Calibri"/>
                <a:cs typeface="Calibri"/>
                <a:sym typeface="Calibri"/>
              </a:rPr>
              <a:t>00 pm US Pacific Time unless noted</a:t>
            </a:r>
            <a:endParaRPr i="0" sz="17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72" name="Google Shape;672;p98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Font typeface="Arial"/>
              <a:buNone/>
            </a:pPr>
            <a:r>
              <a:rPr lang="en"/>
              <a:t>FY2026 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050"/>
              <a:t>Meeting Schedule</a:t>
            </a:r>
            <a:endParaRPr sz="1050"/>
          </a:p>
        </p:txBody>
      </p:sp>
      <p:cxnSp>
        <p:nvCxnSpPr>
          <p:cNvPr id="673" name="Google Shape;673;p98"/>
          <p:cNvCxnSpPr/>
          <p:nvPr/>
        </p:nvCxnSpPr>
        <p:spPr>
          <a:xfrm>
            <a:off x="917353" y="1411422"/>
            <a:ext cx="7334400" cy="0"/>
          </a:xfrm>
          <a:prstGeom prst="straightConnector1">
            <a:avLst/>
          </a:prstGeom>
          <a:noFill/>
          <a:ln cap="flat" cmpd="sng" w="36200">
            <a:solidFill>
              <a:srgbClr val="168FDF"/>
            </a:solidFill>
            <a:prstDash val="solid"/>
            <a:miter lim="800000"/>
            <a:headEnd len="sm" w="sm" type="none"/>
            <a:tailEnd len="sm" w="sm" type="none"/>
          </a:ln>
        </p:spPr>
      </p:cxnSp>
      <p:sp>
        <p:nvSpPr>
          <p:cNvPr id="674" name="Google Shape;674;p98"/>
          <p:cNvSpPr/>
          <p:nvPr/>
        </p:nvSpPr>
        <p:spPr>
          <a:xfrm>
            <a:off x="820917" y="1315622"/>
            <a:ext cx="192900" cy="192900"/>
          </a:xfrm>
          <a:prstGeom prst="ellipse">
            <a:avLst/>
          </a:prstGeom>
          <a:solidFill>
            <a:srgbClr val="168FDF"/>
          </a:solidFill>
          <a:ln cap="flat" cmpd="sng" w="7150">
            <a:solidFill>
              <a:srgbClr val="168FD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68875" spcFirstLastPara="1" rIns="68875" wrap="square" tIns="34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Calibri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75" name="Google Shape;675;p98"/>
          <p:cNvSpPr/>
          <p:nvPr/>
        </p:nvSpPr>
        <p:spPr>
          <a:xfrm>
            <a:off x="2091659" y="1363444"/>
            <a:ext cx="96600" cy="96600"/>
          </a:xfrm>
          <a:prstGeom prst="ellipse">
            <a:avLst/>
          </a:prstGeom>
          <a:solidFill>
            <a:srgbClr val="8E006C"/>
          </a:solidFill>
          <a:ln>
            <a:noFill/>
          </a:ln>
        </p:spPr>
        <p:txBody>
          <a:bodyPr anchorCtr="0" anchor="ctr" bIns="34425" lIns="68875" spcFirstLastPara="1" rIns="68875" wrap="square" tIns="34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Calibri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76" name="Google Shape;676;p98"/>
          <p:cNvSpPr/>
          <p:nvPr/>
        </p:nvSpPr>
        <p:spPr>
          <a:xfrm>
            <a:off x="3316938" y="1363312"/>
            <a:ext cx="96600" cy="96600"/>
          </a:xfrm>
          <a:prstGeom prst="ellipse">
            <a:avLst/>
          </a:prstGeom>
          <a:solidFill>
            <a:srgbClr val="8E006C"/>
          </a:solidFill>
          <a:ln>
            <a:noFill/>
          </a:ln>
        </p:spPr>
        <p:txBody>
          <a:bodyPr anchorCtr="0" anchor="ctr" bIns="34425" lIns="68875" spcFirstLastPara="1" rIns="68875" wrap="square" tIns="34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Calibri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77" name="Google Shape;677;p98"/>
          <p:cNvSpPr/>
          <p:nvPr/>
        </p:nvSpPr>
        <p:spPr>
          <a:xfrm>
            <a:off x="5147264" y="1363312"/>
            <a:ext cx="96600" cy="96600"/>
          </a:xfrm>
          <a:prstGeom prst="ellipse">
            <a:avLst/>
          </a:prstGeom>
          <a:solidFill>
            <a:srgbClr val="8E006C"/>
          </a:solidFill>
          <a:ln>
            <a:noFill/>
          </a:ln>
        </p:spPr>
        <p:txBody>
          <a:bodyPr anchorCtr="0" anchor="ctr" bIns="34425" lIns="68875" spcFirstLastPara="1" rIns="68875" wrap="square" tIns="34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Calibri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78" name="Google Shape;678;p98"/>
          <p:cNvSpPr/>
          <p:nvPr/>
        </p:nvSpPr>
        <p:spPr>
          <a:xfrm>
            <a:off x="6980855" y="1363312"/>
            <a:ext cx="96600" cy="96600"/>
          </a:xfrm>
          <a:prstGeom prst="ellipse">
            <a:avLst/>
          </a:prstGeom>
          <a:solidFill>
            <a:srgbClr val="8E006C"/>
          </a:solidFill>
          <a:ln>
            <a:noFill/>
          </a:ln>
        </p:spPr>
        <p:txBody>
          <a:bodyPr anchorCtr="0" anchor="ctr" bIns="34425" lIns="68875" spcFirstLastPara="1" rIns="68875" wrap="square" tIns="34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Calibri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79" name="Google Shape;679;p98"/>
          <p:cNvSpPr/>
          <p:nvPr/>
        </p:nvSpPr>
        <p:spPr>
          <a:xfrm>
            <a:off x="2654509" y="1315622"/>
            <a:ext cx="192900" cy="192900"/>
          </a:xfrm>
          <a:prstGeom prst="ellipse">
            <a:avLst/>
          </a:prstGeom>
          <a:solidFill>
            <a:srgbClr val="168FDF"/>
          </a:solidFill>
          <a:ln cap="flat" cmpd="sng" w="7150">
            <a:solidFill>
              <a:srgbClr val="168FD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68875" spcFirstLastPara="1" rIns="68875" wrap="square" tIns="34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Calibri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80" name="Google Shape;680;p98"/>
          <p:cNvSpPr/>
          <p:nvPr/>
        </p:nvSpPr>
        <p:spPr>
          <a:xfrm>
            <a:off x="4488101" y="1315622"/>
            <a:ext cx="192900" cy="192900"/>
          </a:xfrm>
          <a:prstGeom prst="ellipse">
            <a:avLst/>
          </a:prstGeom>
          <a:solidFill>
            <a:srgbClr val="168FDF"/>
          </a:solidFill>
          <a:ln cap="flat" cmpd="sng" w="7150">
            <a:solidFill>
              <a:srgbClr val="168FD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68875" spcFirstLastPara="1" rIns="68875" wrap="square" tIns="34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Calibri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81" name="Google Shape;681;p98"/>
          <p:cNvSpPr/>
          <p:nvPr/>
        </p:nvSpPr>
        <p:spPr>
          <a:xfrm>
            <a:off x="6321692" y="1315622"/>
            <a:ext cx="192900" cy="192900"/>
          </a:xfrm>
          <a:prstGeom prst="ellipse">
            <a:avLst/>
          </a:prstGeom>
          <a:solidFill>
            <a:srgbClr val="168FDF"/>
          </a:solidFill>
          <a:ln cap="flat" cmpd="sng" w="7150">
            <a:solidFill>
              <a:srgbClr val="168FD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68875" spcFirstLastPara="1" rIns="68875" wrap="square" tIns="34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Calibri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82" name="Google Shape;682;p98"/>
          <p:cNvSpPr/>
          <p:nvPr/>
        </p:nvSpPr>
        <p:spPr>
          <a:xfrm>
            <a:off x="8155283" y="1319503"/>
            <a:ext cx="192900" cy="192900"/>
          </a:xfrm>
          <a:prstGeom prst="ellipse">
            <a:avLst/>
          </a:prstGeom>
          <a:solidFill>
            <a:srgbClr val="168FDF"/>
          </a:solidFill>
          <a:ln cap="flat" cmpd="sng" w="7150">
            <a:solidFill>
              <a:srgbClr val="168FD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68875" spcFirstLastPara="1" rIns="68875" wrap="square" tIns="34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Calibri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83" name="Google Shape;683;p98"/>
          <p:cNvSpPr txBox="1"/>
          <p:nvPr/>
        </p:nvSpPr>
        <p:spPr>
          <a:xfrm>
            <a:off x="669137" y="1522979"/>
            <a:ext cx="501000" cy="202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454D55"/>
              </a:buClr>
              <a:buSzPts val="1100"/>
              <a:buFont typeface="Arial"/>
              <a:buNone/>
            </a:pPr>
            <a:r>
              <a:rPr b="0" i="0" lang="en" sz="1100" u="none" cap="none" strike="noStrike">
                <a:solidFill>
                  <a:srgbClr val="454D55"/>
                </a:solidFill>
                <a:latin typeface="Arial"/>
                <a:ea typeface="Arial"/>
                <a:cs typeface="Arial"/>
                <a:sym typeface="Arial"/>
              </a:rPr>
              <a:t>Jan</a:t>
            </a:r>
            <a:endParaRPr b="0" i="0" sz="1100" u="none" cap="none" strike="noStrike">
              <a:solidFill>
                <a:srgbClr val="454D5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84" name="Google Shape;684;p98"/>
          <p:cNvSpPr txBox="1"/>
          <p:nvPr/>
        </p:nvSpPr>
        <p:spPr>
          <a:xfrm>
            <a:off x="8001185" y="1522963"/>
            <a:ext cx="501000" cy="402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454D55"/>
              </a:buClr>
              <a:buSzPts val="1100"/>
              <a:buFont typeface="Arial"/>
              <a:buNone/>
            </a:pPr>
            <a:r>
              <a:rPr b="0" i="0" lang="en" sz="1100" u="none" cap="none" strike="noStrike">
                <a:solidFill>
                  <a:srgbClr val="454D55"/>
                </a:solidFill>
                <a:latin typeface="Arial"/>
                <a:ea typeface="Arial"/>
                <a:cs typeface="Arial"/>
                <a:sym typeface="Arial"/>
              </a:rPr>
              <a:t>Jan</a:t>
            </a:r>
            <a:endParaRPr b="0" i="0" sz="1100" u="none" cap="none" strike="noStrike">
              <a:solidFill>
                <a:srgbClr val="454D5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85" name="Google Shape;685;p98"/>
          <p:cNvSpPr txBox="1"/>
          <p:nvPr/>
        </p:nvSpPr>
        <p:spPr>
          <a:xfrm>
            <a:off x="1280143" y="1522979"/>
            <a:ext cx="501000" cy="402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454D55"/>
              </a:buClr>
              <a:buSzPts val="1100"/>
              <a:buFont typeface="Arial"/>
              <a:buNone/>
            </a:pPr>
            <a:r>
              <a:rPr b="0" i="0" lang="en" sz="1100" u="none" cap="none" strike="noStrike">
                <a:solidFill>
                  <a:srgbClr val="454D55"/>
                </a:solidFill>
                <a:latin typeface="Arial"/>
                <a:ea typeface="Arial"/>
                <a:cs typeface="Arial"/>
                <a:sym typeface="Arial"/>
              </a:rPr>
              <a:t>Feb</a:t>
            </a:r>
            <a:endParaRPr b="0" i="0" sz="1100" u="none" cap="none" strike="noStrike">
              <a:solidFill>
                <a:srgbClr val="454D5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86" name="Google Shape;686;p98"/>
          <p:cNvSpPr txBox="1"/>
          <p:nvPr/>
        </p:nvSpPr>
        <p:spPr>
          <a:xfrm>
            <a:off x="1891149" y="1522970"/>
            <a:ext cx="501000" cy="402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454D55"/>
              </a:buClr>
              <a:buSzPts val="1100"/>
              <a:buFont typeface="Arial"/>
              <a:buNone/>
            </a:pPr>
            <a:r>
              <a:rPr b="0" i="0" lang="en" sz="1100" u="none" cap="none" strike="noStrike">
                <a:solidFill>
                  <a:srgbClr val="454D55"/>
                </a:solidFill>
                <a:latin typeface="Arial"/>
                <a:ea typeface="Arial"/>
                <a:cs typeface="Arial"/>
                <a:sym typeface="Arial"/>
              </a:rPr>
              <a:t>Mar</a:t>
            </a:r>
            <a:endParaRPr b="0" i="0" sz="1100" u="none" cap="none" strike="noStrike">
              <a:solidFill>
                <a:srgbClr val="454D5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87" name="Google Shape;687;p98"/>
          <p:cNvSpPr txBox="1"/>
          <p:nvPr/>
        </p:nvSpPr>
        <p:spPr>
          <a:xfrm>
            <a:off x="2502148" y="1522979"/>
            <a:ext cx="501000" cy="202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454D55"/>
              </a:buClr>
              <a:buSzPts val="1100"/>
              <a:buFont typeface="Arial"/>
              <a:buNone/>
            </a:pPr>
            <a:r>
              <a:rPr b="0" i="0" lang="en" sz="1100" u="none" cap="none" strike="noStrike">
                <a:solidFill>
                  <a:srgbClr val="454D55"/>
                </a:solidFill>
                <a:latin typeface="Arial"/>
                <a:ea typeface="Arial"/>
                <a:cs typeface="Arial"/>
                <a:sym typeface="Arial"/>
              </a:rPr>
              <a:t>Apr</a:t>
            </a:r>
            <a:endParaRPr b="0" i="0" sz="1100" u="none" cap="none" strike="noStrike">
              <a:solidFill>
                <a:srgbClr val="454D5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88" name="Google Shape;688;p98"/>
          <p:cNvSpPr txBox="1"/>
          <p:nvPr/>
        </p:nvSpPr>
        <p:spPr>
          <a:xfrm>
            <a:off x="3113160" y="1522963"/>
            <a:ext cx="501000" cy="402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454D55"/>
              </a:buClr>
              <a:buSzPts val="1100"/>
              <a:buFont typeface="Arial"/>
              <a:buNone/>
            </a:pPr>
            <a:r>
              <a:rPr b="0" i="0" lang="en" sz="1100" u="none" cap="none" strike="noStrike">
                <a:solidFill>
                  <a:srgbClr val="454D55"/>
                </a:solidFill>
                <a:latin typeface="Arial"/>
                <a:ea typeface="Arial"/>
                <a:cs typeface="Arial"/>
                <a:sym typeface="Arial"/>
              </a:rPr>
              <a:t>May</a:t>
            </a:r>
            <a:endParaRPr b="0" i="0" sz="1100" u="none" cap="none" strike="noStrike">
              <a:solidFill>
                <a:srgbClr val="454D5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89" name="Google Shape;689;p98"/>
          <p:cNvSpPr txBox="1"/>
          <p:nvPr/>
        </p:nvSpPr>
        <p:spPr>
          <a:xfrm>
            <a:off x="3724167" y="1522963"/>
            <a:ext cx="501000" cy="402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454D55"/>
              </a:buClr>
              <a:buSzPts val="1100"/>
              <a:buFont typeface="Arial"/>
              <a:buNone/>
            </a:pPr>
            <a:r>
              <a:rPr b="0" i="0" lang="en" sz="1100" u="none" cap="none" strike="noStrike">
                <a:solidFill>
                  <a:srgbClr val="454D55"/>
                </a:solidFill>
                <a:latin typeface="Arial"/>
                <a:ea typeface="Arial"/>
                <a:cs typeface="Arial"/>
                <a:sym typeface="Arial"/>
              </a:rPr>
              <a:t>Jun</a:t>
            </a:r>
            <a:endParaRPr b="0" i="0" sz="1100" u="none" cap="none" strike="noStrike">
              <a:solidFill>
                <a:srgbClr val="454D5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90" name="Google Shape;690;p98"/>
          <p:cNvSpPr txBox="1"/>
          <p:nvPr/>
        </p:nvSpPr>
        <p:spPr>
          <a:xfrm>
            <a:off x="4335160" y="1522979"/>
            <a:ext cx="501000" cy="202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454D55"/>
              </a:buClr>
              <a:buSzPts val="1100"/>
              <a:buFont typeface="Arial"/>
              <a:buNone/>
            </a:pPr>
            <a:r>
              <a:rPr b="0" i="0" lang="en" sz="1100" u="none" cap="none" strike="noStrike">
                <a:solidFill>
                  <a:srgbClr val="454D55"/>
                </a:solidFill>
                <a:latin typeface="Arial"/>
                <a:ea typeface="Arial"/>
                <a:cs typeface="Arial"/>
                <a:sym typeface="Arial"/>
              </a:rPr>
              <a:t>Jul</a:t>
            </a:r>
            <a:endParaRPr b="0" i="0" sz="1100" u="none" cap="none" strike="noStrike">
              <a:solidFill>
                <a:srgbClr val="454D5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91" name="Google Shape;691;p98"/>
          <p:cNvSpPr txBox="1"/>
          <p:nvPr/>
        </p:nvSpPr>
        <p:spPr>
          <a:xfrm>
            <a:off x="4946154" y="1522963"/>
            <a:ext cx="501000" cy="402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454D55"/>
              </a:buClr>
              <a:buSzPts val="1100"/>
              <a:buFont typeface="Arial"/>
              <a:buNone/>
            </a:pPr>
            <a:r>
              <a:rPr b="0" i="0" lang="en" sz="1100" u="none" cap="none" strike="noStrike">
                <a:solidFill>
                  <a:srgbClr val="454D55"/>
                </a:solidFill>
                <a:latin typeface="Arial"/>
                <a:ea typeface="Arial"/>
                <a:cs typeface="Arial"/>
                <a:sym typeface="Arial"/>
              </a:rPr>
              <a:t>Aug</a:t>
            </a:r>
            <a:endParaRPr b="0" i="0" sz="1100" u="none" cap="none" strike="noStrike">
              <a:solidFill>
                <a:srgbClr val="454D5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92" name="Google Shape;692;p98"/>
          <p:cNvSpPr txBox="1"/>
          <p:nvPr/>
        </p:nvSpPr>
        <p:spPr>
          <a:xfrm>
            <a:off x="5557160" y="1522963"/>
            <a:ext cx="501000" cy="402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454D55"/>
              </a:buClr>
              <a:buSzPts val="1100"/>
              <a:buFont typeface="Arial"/>
              <a:buNone/>
            </a:pPr>
            <a:r>
              <a:rPr b="0" i="0" lang="en" sz="1100" u="none" cap="none" strike="noStrike">
                <a:solidFill>
                  <a:srgbClr val="454D55"/>
                </a:solidFill>
                <a:latin typeface="Arial"/>
                <a:ea typeface="Arial"/>
                <a:cs typeface="Arial"/>
                <a:sym typeface="Arial"/>
              </a:rPr>
              <a:t>Sep</a:t>
            </a:r>
            <a:endParaRPr b="0" i="0" sz="1100" u="none" cap="none" strike="noStrike">
              <a:solidFill>
                <a:srgbClr val="454D5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93" name="Google Shape;693;p98"/>
          <p:cNvSpPr txBox="1"/>
          <p:nvPr/>
        </p:nvSpPr>
        <p:spPr>
          <a:xfrm>
            <a:off x="6168172" y="1522979"/>
            <a:ext cx="501000" cy="202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454D55"/>
              </a:buClr>
              <a:buSzPts val="1100"/>
              <a:buFont typeface="Arial"/>
              <a:buNone/>
            </a:pPr>
            <a:r>
              <a:rPr b="0" i="0" lang="en" sz="1100" u="none" cap="none" strike="noStrike">
                <a:solidFill>
                  <a:srgbClr val="454D55"/>
                </a:solidFill>
                <a:latin typeface="Arial"/>
                <a:ea typeface="Arial"/>
                <a:cs typeface="Arial"/>
                <a:sym typeface="Arial"/>
              </a:rPr>
              <a:t>Oct</a:t>
            </a:r>
            <a:endParaRPr b="0" i="0" sz="1100" u="none" cap="none" strike="noStrike">
              <a:solidFill>
                <a:srgbClr val="454D5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94" name="Google Shape;694;p98"/>
          <p:cNvSpPr txBox="1"/>
          <p:nvPr/>
        </p:nvSpPr>
        <p:spPr>
          <a:xfrm>
            <a:off x="6779173" y="1522963"/>
            <a:ext cx="501000" cy="402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454D55"/>
              </a:buClr>
              <a:buSzPts val="1100"/>
              <a:buFont typeface="Arial"/>
              <a:buNone/>
            </a:pPr>
            <a:r>
              <a:rPr b="0" i="0" lang="en" sz="1100" u="none" cap="none" strike="noStrike">
                <a:solidFill>
                  <a:srgbClr val="454D55"/>
                </a:solidFill>
                <a:latin typeface="Arial"/>
                <a:ea typeface="Arial"/>
                <a:cs typeface="Arial"/>
                <a:sym typeface="Arial"/>
              </a:rPr>
              <a:t>Nov</a:t>
            </a:r>
            <a:endParaRPr b="0" i="0" sz="1100" u="none" cap="none" strike="noStrike">
              <a:solidFill>
                <a:srgbClr val="454D5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95" name="Google Shape;695;p98"/>
          <p:cNvSpPr txBox="1"/>
          <p:nvPr/>
        </p:nvSpPr>
        <p:spPr>
          <a:xfrm>
            <a:off x="7390179" y="1522963"/>
            <a:ext cx="501000" cy="402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454D55"/>
              </a:buClr>
              <a:buSzPts val="1100"/>
              <a:buFont typeface="Arial"/>
              <a:buNone/>
            </a:pPr>
            <a:r>
              <a:rPr b="0" i="0" lang="en" sz="1100" u="none" cap="none" strike="noStrike">
                <a:solidFill>
                  <a:srgbClr val="454D55"/>
                </a:solidFill>
                <a:latin typeface="Arial"/>
                <a:ea typeface="Arial"/>
                <a:cs typeface="Arial"/>
                <a:sym typeface="Arial"/>
              </a:rPr>
              <a:t>Dec</a:t>
            </a:r>
            <a:endParaRPr b="0" i="0" sz="1100" u="none" cap="none" strike="noStrike">
              <a:solidFill>
                <a:srgbClr val="454D5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96" name="Google Shape;696;p98"/>
          <p:cNvSpPr txBox="1"/>
          <p:nvPr/>
        </p:nvSpPr>
        <p:spPr>
          <a:xfrm>
            <a:off x="669161" y="1739681"/>
            <a:ext cx="501000" cy="246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1400"/>
              <a:buFont typeface="Arial"/>
              <a:buNone/>
            </a:pPr>
            <a:r>
              <a:rPr b="0" i="0" lang="en" sz="1400" u="none" cap="none" strike="noStrike">
                <a:solidFill>
                  <a:srgbClr val="8E006C"/>
                </a:solidFill>
                <a:latin typeface="Arial"/>
                <a:ea typeface="Arial"/>
                <a:cs typeface="Arial"/>
                <a:sym typeface="Arial"/>
              </a:rPr>
              <a:t>Q1</a:t>
            </a:r>
            <a:endParaRPr b="0" i="0" sz="1400" u="none" cap="none" strike="noStrike">
              <a:solidFill>
                <a:srgbClr val="8E006C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97" name="Google Shape;697;p98"/>
          <p:cNvSpPr txBox="1"/>
          <p:nvPr/>
        </p:nvSpPr>
        <p:spPr>
          <a:xfrm>
            <a:off x="8001183" y="1737970"/>
            <a:ext cx="501000" cy="202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1400"/>
              <a:buFont typeface="Arial"/>
              <a:buNone/>
            </a:pPr>
            <a:r>
              <a:rPr b="0" i="0" lang="en" sz="900" u="none" cap="none" strike="noStrike">
                <a:solidFill>
                  <a:srgbClr val="8E006C"/>
                </a:solidFill>
                <a:latin typeface="Arial"/>
                <a:ea typeface="Arial"/>
                <a:cs typeface="Arial"/>
                <a:sym typeface="Arial"/>
              </a:rPr>
              <a:t>2027</a:t>
            </a:r>
            <a:endParaRPr b="0" i="0" sz="900" u="none" cap="none" strike="noStrike">
              <a:solidFill>
                <a:srgbClr val="8E006C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98" name="Google Shape;698;p98"/>
          <p:cNvSpPr txBox="1"/>
          <p:nvPr/>
        </p:nvSpPr>
        <p:spPr>
          <a:xfrm>
            <a:off x="2502145" y="1739681"/>
            <a:ext cx="501000" cy="246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1400"/>
              <a:buFont typeface="Arial"/>
              <a:buNone/>
            </a:pPr>
            <a:r>
              <a:rPr b="0" i="0" lang="en" sz="1400" u="none" cap="none" strike="noStrike">
                <a:solidFill>
                  <a:srgbClr val="8E006C"/>
                </a:solidFill>
                <a:latin typeface="Arial"/>
                <a:ea typeface="Arial"/>
                <a:cs typeface="Arial"/>
                <a:sym typeface="Arial"/>
              </a:rPr>
              <a:t>Q2</a:t>
            </a:r>
            <a:endParaRPr b="0" i="0" sz="1400" u="none" cap="none" strike="noStrike">
              <a:solidFill>
                <a:srgbClr val="8E006C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99" name="Google Shape;699;p98"/>
          <p:cNvSpPr txBox="1"/>
          <p:nvPr/>
        </p:nvSpPr>
        <p:spPr>
          <a:xfrm>
            <a:off x="4335155" y="1739681"/>
            <a:ext cx="501000" cy="246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1400"/>
              <a:buFont typeface="Arial"/>
              <a:buNone/>
            </a:pPr>
            <a:r>
              <a:rPr b="0" i="0" lang="en" sz="1400" u="none" cap="none" strike="noStrike">
                <a:solidFill>
                  <a:srgbClr val="8E006C"/>
                </a:solidFill>
                <a:latin typeface="Arial"/>
                <a:ea typeface="Arial"/>
                <a:cs typeface="Arial"/>
                <a:sym typeface="Arial"/>
              </a:rPr>
              <a:t>Q3</a:t>
            </a:r>
            <a:endParaRPr b="0" i="0" sz="1400" u="none" cap="none" strike="noStrike">
              <a:solidFill>
                <a:srgbClr val="8E006C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00" name="Google Shape;700;p98"/>
          <p:cNvSpPr txBox="1"/>
          <p:nvPr/>
        </p:nvSpPr>
        <p:spPr>
          <a:xfrm>
            <a:off x="6168166" y="1730134"/>
            <a:ext cx="501000" cy="246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1400"/>
              <a:buFont typeface="Arial"/>
              <a:buNone/>
            </a:pPr>
            <a:r>
              <a:rPr b="0" i="0" lang="en" sz="1400" u="none" cap="none" strike="noStrike">
                <a:solidFill>
                  <a:srgbClr val="8E006C"/>
                </a:solidFill>
                <a:latin typeface="Arial"/>
                <a:ea typeface="Arial"/>
                <a:cs typeface="Arial"/>
                <a:sym typeface="Arial"/>
              </a:rPr>
              <a:t>Q4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01" name="Google Shape;701;p98"/>
          <p:cNvSpPr/>
          <p:nvPr/>
        </p:nvSpPr>
        <p:spPr>
          <a:xfrm>
            <a:off x="1477571" y="1363312"/>
            <a:ext cx="96600" cy="96600"/>
          </a:xfrm>
          <a:prstGeom prst="ellipse">
            <a:avLst/>
          </a:prstGeom>
          <a:solidFill>
            <a:srgbClr val="8E006C"/>
          </a:solidFill>
          <a:ln>
            <a:noFill/>
          </a:ln>
        </p:spPr>
        <p:txBody>
          <a:bodyPr anchorCtr="0" anchor="ctr" bIns="34425" lIns="68875" spcFirstLastPara="1" rIns="68875" wrap="square" tIns="34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Calibri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702" name="Google Shape;702;p98"/>
          <p:cNvCxnSpPr>
            <a:stCxn id="688" idx="2"/>
            <a:endCxn id="703" idx="0"/>
          </p:cNvCxnSpPr>
          <p:nvPr/>
        </p:nvCxnSpPr>
        <p:spPr>
          <a:xfrm>
            <a:off x="3363661" y="1925563"/>
            <a:ext cx="300" cy="1174800"/>
          </a:xfrm>
          <a:prstGeom prst="straightConnector1">
            <a:avLst/>
          </a:prstGeom>
          <a:noFill/>
          <a:ln cap="flat" cmpd="sng" w="9575">
            <a:solidFill>
              <a:srgbClr val="9399A1"/>
            </a:solidFill>
            <a:prstDash val="solid"/>
            <a:miter lim="800000"/>
            <a:headEnd len="sm" w="sm" type="none"/>
            <a:tailEnd len="sm" w="sm" type="none"/>
          </a:ln>
        </p:spPr>
      </p:cxnSp>
      <p:cxnSp>
        <p:nvCxnSpPr>
          <p:cNvPr id="704" name="Google Shape;704;p98"/>
          <p:cNvCxnSpPr>
            <a:stCxn id="692" idx="2"/>
            <a:endCxn id="705" idx="0"/>
          </p:cNvCxnSpPr>
          <p:nvPr/>
        </p:nvCxnSpPr>
        <p:spPr>
          <a:xfrm>
            <a:off x="5807660" y="1925563"/>
            <a:ext cx="1200" cy="1174800"/>
          </a:xfrm>
          <a:prstGeom prst="straightConnector1">
            <a:avLst/>
          </a:prstGeom>
          <a:noFill/>
          <a:ln cap="flat" cmpd="sng" w="9575">
            <a:solidFill>
              <a:srgbClr val="9399A1"/>
            </a:solidFill>
            <a:prstDash val="solid"/>
            <a:miter lim="800000"/>
            <a:headEnd len="sm" w="sm" type="none"/>
            <a:tailEnd len="sm" w="sm" type="none"/>
          </a:ln>
        </p:spPr>
      </p:cxnSp>
      <p:cxnSp>
        <p:nvCxnSpPr>
          <p:cNvPr id="706" name="Google Shape;706;p98"/>
          <p:cNvCxnSpPr>
            <a:stCxn id="700" idx="2"/>
            <a:endCxn id="707" idx="0"/>
          </p:cNvCxnSpPr>
          <p:nvPr/>
        </p:nvCxnSpPr>
        <p:spPr>
          <a:xfrm>
            <a:off x="6418666" y="1976134"/>
            <a:ext cx="2400" cy="448800"/>
          </a:xfrm>
          <a:prstGeom prst="straightConnector1">
            <a:avLst/>
          </a:prstGeom>
          <a:noFill/>
          <a:ln cap="flat" cmpd="sng" w="9575">
            <a:solidFill>
              <a:srgbClr val="9399A1"/>
            </a:solidFill>
            <a:prstDash val="solid"/>
            <a:miter lim="800000"/>
            <a:headEnd len="sm" w="sm" type="none"/>
            <a:tailEnd len="sm" w="sm" type="none"/>
          </a:ln>
        </p:spPr>
      </p:cxnSp>
      <p:cxnSp>
        <p:nvCxnSpPr>
          <p:cNvPr id="708" name="Google Shape;708;p98"/>
          <p:cNvCxnSpPr>
            <a:stCxn id="695" idx="2"/>
            <a:endCxn id="709" idx="0"/>
          </p:cNvCxnSpPr>
          <p:nvPr/>
        </p:nvCxnSpPr>
        <p:spPr>
          <a:xfrm flipH="1">
            <a:off x="7635279" y="1925563"/>
            <a:ext cx="5400" cy="499500"/>
          </a:xfrm>
          <a:prstGeom prst="straightConnector1">
            <a:avLst/>
          </a:prstGeom>
          <a:noFill/>
          <a:ln cap="flat" cmpd="sng" w="9575">
            <a:solidFill>
              <a:srgbClr val="9399A1"/>
            </a:solidFill>
            <a:prstDash val="solid"/>
            <a:miter lim="800000"/>
            <a:headEnd len="sm" w="sm" type="none"/>
            <a:tailEnd len="sm" w="sm" type="none"/>
          </a:ln>
        </p:spPr>
      </p:cxnSp>
      <p:cxnSp>
        <p:nvCxnSpPr>
          <p:cNvPr id="710" name="Google Shape;710;p98"/>
          <p:cNvCxnSpPr>
            <a:stCxn id="689" idx="2"/>
            <a:endCxn id="711" idx="0"/>
          </p:cNvCxnSpPr>
          <p:nvPr/>
        </p:nvCxnSpPr>
        <p:spPr>
          <a:xfrm>
            <a:off x="3974667" y="1925563"/>
            <a:ext cx="4800" cy="499500"/>
          </a:xfrm>
          <a:prstGeom prst="straightConnector1">
            <a:avLst/>
          </a:prstGeom>
          <a:noFill/>
          <a:ln cap="flat" cmpd="sng" w="9575">
            <a:solidFill>
              <a:srgbClr val="9399A1"/>
            </a:solidFill>
            <a:prstDash val="solid"/>
            <a:miter lim="800000"/>
            <a:headEnd len="sm" w="sm" type="none"/>
            <a:tailEnd len="sm" w="sm" type="none"/>
          </a:ln>
        </p:spPr>
      </p:cxnSp>
      <p:cxnSp>
        <p:nvCxnSpPr>
          <p:cNvPr id="712" name="Google Shape;712;p98"/>
          <p:cNvCxnSpPr>
            <a:endCxn id="713" idx="0"/>
          </p:cNvCxnSpPr>
          <p:nvPr/>
        </p:nvCxnSpPr>
        <p:spPr>
          <a:xfrm>
            <a:off x="2135490" y="2007723"/>
            <a:ext cx="6300" cy="1092600"/>
          </a:xfrm>
          <a:prstGeom prst="straightConnector1">
            <a:avLst/>
          </a:prstGeom>
          <a:noFill/>
          <a:ln cap="flat" cmpd="sng" w="9575">
            <a:solidFill>
              <a:srgbClr val="9399A1"/>
            </a:solidFill>
            <a:prstDash val="solid"/>
            <a:miter lim="800000"/>
            <a:headEnd len="sm" w="sm" type="none"/>
            <a:tailEnd len="sm" w="sm" type="none"/>
          </a:ln>
        </p:spPr>
      </p:cxnSp>
      <p:cxnSp>
        <p:nvCxnSpPr>
          <p:cNvPr id="714" name="Google Shape;714;p98"/>
          <p:cNvCxnSpPr>
            <a:stCxn id="698" idx="2"/>
            <a:endCxn id="715" idx="0"/>
          </p:cNvCxnSpPr>
          <p:nvPr/>
        </p:nvCxnSpPr>
        <p:spPr>
          <a:xfrm>
            <a:off x="2752645" y="1985681"/>
            <a:ext cx="0" cy="439500"/>
          </a:xfrm>
          <a:prstGeom prst="straightConnector1">
            <a:avLst/>
          </a:prstGeom>
          <a:noFill/>
          <a:ln cap="flat" cmpd="sng" w="9575">
            <a:solidFill>
              <a:srgbClr val="9399A1"/>
            </a:solidFill>
            <a:prstDash val="solid"/>
            <a:miter lim="800000"/>
            <a:headEnd len="sm" w="sm" type="none"/>
            <a:tailEnd len="sm" w="sm" type="none"/>
          </a:ln>
        </p:spPr>
      </p:cxnSp>
      <p:cxnSp>
        <p:nvCxnSpPr>
          <p:cNvPr id="716" name="Google Shape;716;p98"/>
          <p:cNvCxnSpPr/>
          <p:nvPr/>
        </p:nvCxnSpPr>
        <p:spPr>
          <a:xfrm>
            <a:off x="1530694" y="1985552"/>
            <a:ext cx="0" cy="402600"/>
          </a:xfrm>
          <a:prstGeom prst="straightConnector1">
            <a:avLst/>
          </a:prstGeom>
          <a:noFill/>
          <a:ln cap="flat" cmpd="sng" w="9575">
            <a:solidFill>
              <a:srgbClr val="9399A1"/>
            </a:solidFill>
            <a:prstDash val="solid"/>
            <a:miter lim="800000"/>
            <a:headEnd len="sm" w="sm" type="none"/>
            <a:tailEnd len="sm" w="sm" type="none"/>
          </a:ln>
        </p:spPr>
      </p:cxnSp>
      <p:cxnSp>
        <p:nvCxnSpPr>
          <p:cNvPr id="717" name="Google Shape;717;p98"/>
          <p:cNvCxnSpPr>
            <a:stCxn id="696" idx="2"/>
            <a:endCxn id="718" idx="0"/>
          </p:cNvCxnSpPr>
          <p:nvPr/>
        </p:nvCxnSpPr>
        <p:spPr>
          <a:xfrm>
            <a:off x="919661" y="1985681"/>
            <a:ext cx="11700" cy="1114500"/>
          </a:xfrm>
          <a:prstGeom prst="straightConnector1">
            <a:avLst/>
          </a:prstGeom>
          <a:noFill/>
          <a:ln cap="flat" cmpd="sng" w="9575">
            <a:solidFill>
              <a:srgbClr val="9399A1"/>
            </a:solidFill>
            <a:prstDash val="solid"/>
            <a:miter lim="800000"/>
            <a:headEnd len="sm" w="sm" type="none"/>
            <a:tailEnd len="sm" w="sm" type="none"/>
          </a:ln>
        </p:spPr>
      </p:cxnSp>
      <p:sp>
        <p:nvSpPr>
          <p:cNvPr id="718" name="Google Shape;718;p98"/>
          <p:cNvSpPr txBox="1"/>
          <p:nvPr/>
        </p:nvSpPr>
        <p:spPr>
          <a:xfrm>
            <a:off x="641820" y="3100323"/>
            <a:ext cx="579300" cy="493800"/>
          </a:xfrm>
          <a:prstGeom prst="rect">
            <a:avLst/>
          </a:prstGeom>
          <a:solidFill>
            <a:srgbClr val="FFFFFF"/>
          </a:solidFill>
          <a:ln cap="flat" cmpd="sng" w="9575">
            <a:solidFill>
              <a:srgbClr val="9399A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0" spcFirstLastPara="1" rIns="0" wrap="square" tIns="34425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rgbClr val="8E006C"/>
                </a:solidFill>
                <a:latin typeface="Arial"/>
                <a:ea typeface="Arial"/>
                <a:cs typeface="Arial"/>
                <a:sym typeface="Arial"/>
              </a:rPr>
              <a:t>Governing Board Meeting</a:t>
            </a:r>
            <a:endParaRPr b="1" i="0" sz="800" u="none" cap="none" strike="noStrike">
              <a:solidFill>
                <a:srgbClr val="B49823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Jan 27</a:t>
            </a:r>
            <a:endParaRPr b="1" i="0" sz="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15" name="Google Shape;715;p98"/>
          <p:cNvSpPr txBox="1"/>
          <p:nvPr/>
        </p:nvSpPr>
        <p:spPr>
          <a:xfrm>
            <a:off x="2463133" y="2425082"/>
            <a:ext cx="579300" cy="493800"/>
          </a:xfrm>
          <a:prstGeom prst="rect">
            <a:avLst/>
          </a:prstGeom>
          <a:solidFill>
            <a:srgbClr val="DAE7F0"/>
          </a:solidFill>
          <a:ln cap="flat" cmpd="sng" w="9575">
            <a:solidFill>
              <a:srgbClr val="9399A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0" spcFirstLastPara="1" rIns="0" wrap="square" tIns="34425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B49823"/>
                </a:solidFill>
                <a:latin typeface="Arial"/>
                <a:ea typeface="Arial"/>
                <a:cs typeface="Arial"/>
                <a:sym typeface="Arial"/>
              </a:rPr>
              <a:t>Strategy Meeting</a:t>
            </a:r>
            <a:endParaRPr b="0" i="0" sz="800" u="none" cap="none" strike="noStrike">
              <a:solidFill>
                <a:srgbClr val="8E006C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44546A"/>
                </a:solidFill>
                <a:latin typeface="Arial"/>
                <a:ea typeface="Arial"/>
                <a:cs typeface="Arial"/>
                <a:sym typeface="Arial"/>
              </a:rPr>
              <a:t>Apr 28</a:t>
            </a:r>
            <a:endParaRPr b="1" i="0" sz="800" u="none" cap="none" strike="noStrike">
              <a:solidFill>
                <a:srgbClr val="44546A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19" name="Google Shape;719;p98"/>
          <p:cNvSpPr txBox="1"/>
          <p:nvPr/>
        </p:nvSpPr>
        <p:spPr>
          <a:xfrm>
            <a:off x="1241134" y="2425082"/>
            <a:ext cx="579300" cy="493800"/>
          </a:xfrm>
          <a:prstGeom prst="rect">
            <a:avLst/>
          </a:prstGeom>
          <a:solidFill>
            <a:srgbClr val="DAE7F0"/>
          </a:solidFill>
          <a:ln cap="flat" cmpd="sng" w="9575">
            <a:solidFill>
              <a:srgbClr val="9399A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0" spcFirstLastPara="1" rIns="0" wrap="square" tIns="34425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B49823"/>
                </a:solidFill>
                <a:latin typeface="Arial"/>
                <a:ea typeface="Arial"/>
                <a:cs typeface="Arial"/>
                <a:sym typeface="Arial"/>
              </a:rPr>
              <a:t>Leadership Meeting</a:t>
            </a:r>
            <a:endParaRPr b="0" i="0" sz="800" u="none" cap="none" strike="noStrike">
              <a:solidFill>
                <a:srgbClr val="8E006C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lang="en" sz="800">
                <a:solidFill>
                  <a:srgbClr val="44546A"/>
                </a:solidFill>
              </a:rPr>
              <a:t>Feb 26</a:t>
            </a:r>
            <a:endParaRPr b="0" i="1" sz="600" u="none" cap="none" strike="noStrike">
              <a:solidFill>
                <a:srgbClr val="44546A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13" name="Google Shape;713;p98"/>
          <p:cNvSpPr txBox="1"/>
          <p:nvPr/>
        </p:nvSpPr>
        <p:spPr>
          <a:xfrm>
            <a:off x="1852140" y="3100323"/>
            <a:ext cx="579300" cy="493800"/>
          </a:xfrm>
          <a:prstGeom prst="rect">
            <a:avLst/>
          </a:prstGeom>
          <a:solidFill>
            <a:srgbClr val="FFFFFF"/>
          </a:solidFill>
          <a:ln cap="flat" cmpd="sng" w="9575">
            <a:solidFill>
              <a:srgbClr val="9399A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0" spcFirstLastPara="1" rIns="0" wrap="square" tIns="34425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rgbClr val="8E006C"/>
                </a:solidFill>
                <a:latin typeface="Arial"/>
                <a:ea typeface="Arial"/>
                <a:cs typeface="Arial"/>
                <a:sym typeface="Arial"/>
              </a:rPr>
              <a:t>Governing Board Meeting</a:t>
            </a:r>
            <a:endParaRPr b="1" i="0" sz="800" u="none" cap="none" strike="noStrike">
              <a:solidFill>
                <a:srgbClr val="B49823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Mar 24</a:t>
            </a:r>
            <a:endParaRPr b="1" i="0" sz="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720" name="Google Shape;720;p98"/>
          <p:cNvCxnSpPr>
            <a:stCxn id="694" idx="2"/>
            <a:endCxn id="721" idx="0"/>
          </p:cNvCxnSpPr>
          <p:nvPr/>
        </p:nvCxnSpPr>
        <p:spPr>
          <a:xfrm flipH="1">
            <a:off x="7021273" y="1925563"/>
            <a:ext cx="8400" cy="1174800"/>
          </a:xfrm>
          <a:prstGeom prst="straightConnector1">
            <a:avLst/>
          </a:prstGeom>
          <a:noFill/>
          <a:ln cap="flat" cmpd="sng" w="9575">
            <a:solidFill>
              <a:srgbClr val="9399A1"/>
            </a:solidFill>
            <a:prstDash val="solid"/>
            <a:miter lim="800000"/>
            <a:headEnd len="sm" w="sm" type="none"/>
            <a:tailEnd len="sm" w="sm" type="none"/>
          </a:ln>
        </p:spPr>
      </p:cxnSp>
      <p:sp>
        <p:nvSpPr>
          <p:cNvPr id="703" name="Google Shape;703;p98"/>
          <p:cNvSpPr txBox="1"/>
          <p:nvPr/>
        </p:nvSpPr>
        <p:spPr>
          <a:xfrm>
            <a:off x="3074378" y="3100323"/>
            <a:ext cx="579300" cy="493800"/>
          </a:xfrm>
          <a:prstGeom prst="rect">
            <a:avLst/>
          </a:prstGeom>
          <a:solidFill>
            <a:srgbClr val="FFFFFF"/>
          </a:solidFill>
          <a:ln cap="flat" cmpd="sng" w="9575">
            <a:solidFill>
              <a:srgbClr val="9399A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0" spcFirstLastPara="1" rIns="0" wrap="square" tIns="34425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rgbClr val="8E006C"/>
                </a:solidFill>
                <a:latin typeface="Arial"/>
                <a:ea typeface="Arial"/>
                <a:cs typeface="Arial"/>
                <a:sym typeface="Arial"/>
              </a:rPr>
              <a:t>Governing Board Meeting</a:t>
            </a:r>
            <a:endParaRPr b="1" i="0" sz="800" u="none" cap="none" strike="noStrike">
              <a:solidFill>
                <a:srgbClr val="B49823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May 26</a:t>
            </a:r>
            <a:endParaRPr b="1" i="0" sz="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11" name="Google Shape;711;p98"/>
          <p:cNvSpPr txBox="1"/>
          <p:nvPr/>
        </p:nvSpPr>
        <p:spPr>
          <a:xfrm>
            <a:off x="3689854" y="2425082"/>
            <a:ext cx="579300" cy="493800"/>
          </a:xfrm>
          <a:prstGeom prst="rect">
            <a:avLst/>
          </a:prstGeom>
          <a:solidFill>
            <a:srgbClr val="DAE7F0"/>
          </a:solidFill>
          <a:ln cap="flat" cmpd="sng" w="9575">
            <a:solidFill>
              <a:srgbClr val="9399A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0" spcFirstLastPara="1" rIns="0" wrap="square" tIns="34425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B49823"/>
                </a:solidFill>
                <a:latin typeface="Arial"/>
                <a:ea typeface="Arial"/>
                <a:cs typeface="Arial"/>
                <a:sym typeface="Arial"/>
              </a:rPr>
              <a:t>Strategy Meeting</a:t>
            </a:r>
            <a:endParaRPr b="0" i="0" sz="800" u="none" cap="none" strike="noStrike">
              <a:solidFill>
                <a:srgbClr val="8E006C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1" i="0" lang="en" sz="800" u="none" cap="none" strike="noStrike">
                <a:solidFill>
                  <a:srgbClr val="44546A"/>
                </a:solidFill>
                <a:latin typeface="Arial"/>
                <a:ea typeface="Arial"/>
                <a:cs typeface="Arial"/>
                <a:sym typeface="Arial"/>
              </a:rPr>
              <a:t>Jun 23</a:t>
            </a:r>
            <a:endParaRPr b="1" i="0" sz="800" u="none" cap="none" strike="noStrike">
              <a:solidFill>
                <a:srgbClr val="44546A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05" name="Google Shape;705;p98"/>
          <p:cNvSpPr txBox="1"/>
          <p:nvPr/>
        </p:nvSpPr>
        <p:spPr>
          <a:xfrm>
            <a:off x="5519320" y="3100323"/>
            <a:ext cx="579300" cy="493800"/>
          </a:xfrm>
          <a:prstGeom prst="rect">
            <a:avLst/>
          </a:prstGeom>
          <a:solidFill>
            <a:srgbClr val="FFFFFF"/>
          </a:solidFill>
          <a:ln cap="flat" cmpd="sng" w="9575">
            <a:solidFill>
              <a:srgbClr val="9399A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0" spcFirstLastPara="1" rIns="0" wrap="square" tIns="34425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rgbClr val="8E006C"/>
                </a:solidFill>
                <a:latin typeface="Arial"/>
                <a:ea typeface="Arial"/>
                <a:cs typeface="Arial"/>
                <a:sym typeface="Arial"/>
              </a:rPr>
              <a:t>Governing Board Meeting</a:t>
            </a:r>
            <a:endParaRPr b="1" i="0" sz="800" u="none" cap="none" strike="noStrike">
              <a:solidFill>
                <a:srgbClr val="B49823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Sep 22</a:t>
            </a:r>
            <a:endParaRPr b="1" i="0" sz="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07" name="Google Shape;707;p98"/>
          <p:cNvSpPr txBox="1"/>
          <p:nvPr/>
        </p:nvSpPr>
        <p:spPr>
          <a:xfrm>
            <a:off x="6131267" y="2425082"/>
            <a:ext cx="579300" cy="493800"/>
          </a:xfrm>
          <a:prstGeom prst="rect">
            <a:avLst/>
          </a:prstGeom>
          <a:solidFill>
            <a:srgbClr val="DAE7F0"/>
          </a:solidFill>
          <a:ln cap="flat" cmpd="sng" w="9575">
            <a:solidFill>
              <a:srgbClr val="9399A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0" spcFirstLastPara="1" rIns="0" wrap="square" tIns="34425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B49823"/>
                </a:solidFill>
                <a:latin typeface="Arial"/>
                <a:ea typeface="Arial"/>
                <a:cs typeface="Arial"/>
                <a:sym typeface="Arial"/>
              </a:rPr>
              <a:t>Strategy Meeting</a:t>
            </a:r>
            <a:endParaRPr b="0" i="0" sz="800" u="none" cap="none" strike="noStrike">
              <a:solidFill>
                <a:srgbClr val="8E006C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44546A"/>
                </a:solidFill>
                <a:latin typeface="Arial"/>
                <a:ea typeface="Arial"/>
                <a:cs typeface="Arial"/>
                <a:sym typeface="Arial"/>
              </a:rPr>
              <a:t>Oct 27</a:t>
            </a:r>
            <a:endParaRPr b="1" i="0" sz="800" u="none" cap="none" strike="noStrike">
              <a:solidFill>
                <a:srgbClr val="44546A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09" name="Google Shape;709;p98"/>
          <p:cNvSpPr txBox="1"/>
          <p:nvPr/>
        </p:nvSpPr>
        <p:spPr>
          <a:xfrm>
            <a:off x="7345747" y="2425082"/>
            <a:ext cx="579300" cy="493800"/>
          </a:xfrm>
          <a:prstGeom prst="rect">
            <a:avLst/>
          </a:prstGeom>
          <a:solidFill>
            <a:srgbClr val="DAE7F0"/>
          </a:solidFill>
          <a:ln cap="flat" cmpd="sng" w="9575">
            <a:solidFill>
              <a:srgbClr val="9399A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0" spcFirstLastPara="1" rIns="0" wrap="square" tIns="34425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B49823"/>
                </a:solidFill>
                <a:latin typeface="Arial"/>
                <a:ea typeface="Arial"/>
                <a:cs typeface="Arial"/>
                <a:sym typeface="Arial"/>
              </a:rPr>
              <a:t>Strategy Meeting</a:t>
            </a:r>
            <a:endParaRPr b="0" i="0" sz="800" u="none" cap="none" strike="noStrike">
              <a:solidFill>
                <a:srgbClr val="8E006C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44546A"/>
                </a:solidFill>
                <a:latin typeface="Arial"/>
                <a:ea typeface="Arial"/>
                <a:cs typeface="Arial"/>
                <a:sym typeface="Arial"/>
              </a:rPr>
              <a:t>Dec 15</a:t>
            </a:r>
            <a:endParaRPr b="1" i="0" sz="800" u="none" cap="none" strike="noStrike">
              <a:solidFill>
                <a:srgbClr val="44546A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21" name="Google Shape;721;p98"/>
          <p:cNvSpPr txBox="1"/>
          <p:nvPr/>
        </p:nvSpPr>
        <p:spPr>
          <a:xfrm>
            <a:off x="6731501" y="3100323"/>
            <a:ext cx="579300" cy="493800"/>
          </a:xfrm>
          <a:prstGeom prst="rect">
            <a:avLst/>
          </a:prstGeom>
          <a:solidFill>
            <a:srgbClr val="FFFFFF"/>
          </a:solidFill>
          <a:ln cap="flat" cmpd="sng" w="9575">
            <a:solidFill>
              <a:srgbClr val="9399A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0" spcFirstLastPara="1" rIns="0" wrap="square" tIns="34425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rgbClr val="8E006C"/>
                </a:solidFill>
                <a:latin typeface="Arial"/>
                <a:ea typeface="Arial"/>
                <a:cs typeface="Arial"/>
                <a:sym typeface="Arial"/>
              </a:rPr>
              <a:t>Governing Board Meeting</a:t>
            </a:r>
            <a:endParaRPr b="1" i="0" sz="800" u="none" cap="none" strike="noStrike">
              <a:solidFill>
                <a:srgbClr val="B49823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Nov 17</a:t>
            </a:r>
            <a:endParaRPr b="1" i="0" sz="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722" name="Google Shape;722;p98"/>
          <p:cNvCxnSpPr>
            <a:stCxn id="691" idx="2"/>
            <a:endCxn id="723" idx="0"/>
          </p:cNvCxnSpPr>
          <p:nvPr/>
        </p:nvCxnSpPr>
        <p:spPr>
          <a:xfrm>
            <a:off x="5196654" y="1925563"/>
            <a:ext cx="0" cy="499500"/>
          </a:xfrm>
          <a:prstGeom prst="straightConnector1">
            <a:avLst/>
          </a:prstGeom>
          <a:noFill/>
          <a:ln cap="flat" cmpd="sng" w="9575">
            <a:solidFill>
              <a:srgbClr val="9399A1"/>
            </a:solidFill>
            <a:prstDash val="solid"/>
            <a:miter lim="800000"/>
            <a:headEnd len="sm" w="sm" type="none"/>
            <a:tailEnd len="sm" w="sm" type="none"/>
          </a:ln>
        </p:spPr>
      </p:cxnSp>
      <p:sp>
        <p:nvSpPr>
          <p:cNvPr id="723" name="Google Shape;723;p98"/>
          <p:cNvSpPr txBox="1"/>
          <p:nvPr/>
        </p:nvSpPr>
        <p:spPr>
          <a:xfrm>
            <a:off x="4907146" y="2425082"/>
            <a:ext cx="579300" cy="493800"/>
          </a:xfrm>
          <a:prstGeom prst="rect">
            <a:avLst/>
          </a:prstGeom>
          <a:solidFill>
            <a:srgbClr val="DAE7F0"/>
          </a:solidFill>
          <a:ln cap="flat" cmpd="sng" w="9575">
            <a:solidFill>
              <a:srgbClr val="9399A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0" spcFirstLastPara="1" rIns="0" wrap="square" tIns="34425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B49823"/>
                </a:solidFill>
                <a:latin typeface="Arial"/>
                <a:ea typeface="Arial"/>
                <a:cs typeface="Arial"/>
                <a:sym typeface="Arial"/>
              </a:rPr>
              <a:t>Leadership Meeting</a:t>
            </a:r>
            <a:endParaRPr b="0" i="0" sz="800" u="none" cap="none" strike="noStrike">
              <a:solidFill>
                <a:srgbClr val="8E006C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44546A"/>
                </a:solidFill>
                <a:latin typeface="Arial"/>
                <a:ea typeface="Arial"/>
                <a:cs typeface="Arial"/>
                <a:sym typeface="Arial"/>
              </a:rPr>
              <a:t>TBD</a:t>
            </a:r>
            <a:endParaRPr b="1" i="0" sz="800" u="none" cap="none" strike="noStrike">
              <a:solidFill>
                <a:srgbClr val="44546A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0" i="1" lang="en" sz="500" u="none" cap="none" strike="noStrike">
                <a:solidFill>
                  <a:srgbClr val="44546A"/>
                </a:solidFill>
                <a:latin typeface="Arial"/>
                <a:ea typeface="Arial"/>
                <a:cs typeface="Arial"/>
                <a:sym typeface="Arial"/>
              </a:rPr>
              <a:t>In person at OSD</a:t>
            </a:r>
            <a:endParaRPr b="0" i="1" sz="500" u="none" cap="none" strike="noStrike">
              <a:solidFill>
                <a:srgbClr val="44546A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724" name="Google Shape;724;p98"/>
          <p:cNvCxnSpPr>
            <a:stCxn id="699" idx="2"/>
            <a:endCxn id="725" idx="0"/>
          </p:cNvCxnSpPr>
          <p:nvPr/>
        </p:nvCxnSpPr>
        <p:spPr>
          <a:xfrm>
            <a:off x="4585655" y="1985681"/>
            <a:ext cx="900" cy="1113300"/>
          </a:xfrm>
          <a:prstGeom prst="straightConnector1">
            <a:avLst/>
          </a:prstGeom>
          <a:noFill/>
          <a:ln cap="flat" cmpd="sng" w="9575">
            <a:solidFill>
              <a:srgbClr val="9399A1"/>
            </a:solidFill>
            <a:prstDash val="solid"/>
            <a:miter lim="800000"/>
            <a:headEnd len="sm" w="sm" type="none"/>
            <a:tailEnd len="sm" w="sm" type="none"/>
          </a:ln>
        </p:spPr>
      </p:cxnSp>
      <p:sp>
        <p:nvSpPr>
          <p:cNvPr id="725" name="Google Shape;725;p98"/>
          <p:cNvSpPr txBox="1"/>
          <p:nvPr/>
        </p:nvSpPr>
        <p:spPr>
          <a:xfrm>
            <a:off x="4296833" y="3098941"/>
            <a:ext cx="579300" cy="493800"/>
          </a:xfrm>
          <a:prstGeom prst="rect">
            <a:avLst/>
          </a:prstGeom>
          <a:solidFill>
            <a:srgbClr val="FFFFFF"/>
          </a:solidFill>
          <a:ln cap="flat" cmpd="sng" w="9575">
            <a:solidFill>
              <a:srgbClr val="9399A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0" spcFirstLastPara="1" rIns="0" wrap="square" tIns="34425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rgbClr val="8E006C"/>
                </a:solidFill>
                <a:latin typeface="Arial"/>
                <a:ea typeface="Arial"/>
                <a:cs typeface="Arial"/>
                <a:sym typeface="Arial"/>
              </a:rPr>
              <a:t>Governing Board Meeting</a:t>
            </a:r>
            <a:endParaRPr b="1" i="0" sz="800" u="none" cap="none" strike="noStrike">
              <a:solidFill>
                <a:srgbClr val="B49823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Jul 28</a:t>
            </a:r>
            <a:endParaRPr b="1" i="0" sz="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29" name="Shape 7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0" name="Google Shape;730;p99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323850" lvl="0" marL="457200" rtl="0" algn="l">
              <a:spcBef>
                <a:spcPts val="800"/>
              </a:spcBef>
              <a:spcAft>
                <a:spcPts val="0"/>
              </a:spcAft>
              <a:buSzPts val="1500"/>
              <a:buChar char="●"/>
            </a:pPr>
            <a:r>
              <a:rPr lang="en" sz="1500"/>
              <a:t>If you would like to propose an agenda item for discussion at a Governing Board meeting, please submit your proposal to the Academy Software Foundation Executive Director &amp; </a:t>
            </a:r>
            <a:r>
              <a:rPr lang="en" sz="1500"/>
              <a:t>the Governing Board Chair</a:t>
            </a:r>
            <a:r>
              <a:rPr lang="en" sz="1500"/>
              <a:t>.</a:t>
            </a:r>
            <a:endParaRPr sz="1500"/>
          </a:p>
          <a:p>
            <a:pPr indent="-323850" lvl="0" marL="457200" rtl="0" algn="l">
              <a:spcBef>
                <a:spcPts val="800"/>
              </a:spcBef>
              <a:spcAft>
                <a:spcPts val="0"/>
              </a:spcAft>
              <a:buSzPts val="1500"/>
              <a:buChar char="●"/>
            </a:pPr>
            <a:r>
              <a:rPr lang="en" sz="1500"/>
              <a:t>Please include in your request:</a:t>
            </a:r>
            <a:endParaRPr sz="1500"/>
          </a:p>
          <a:p>
            <a:pPr indent="-304800" lvl="1" marL="914400" rtl="0" algn="l">
              <a:spcBef>
                <a:spcPts val="400"/>
              </a:spcBef>
              <a:spcAft>
                <a:spcPts val="0"/>
              </a:spcAft>
              <a:buSzPts val="1200"/>
              <a:buChar char="○"/>
            </a:pPr>
            <a:r>
              <a:rPr lang="en" sz="1200"/>
              <a:t>A description of the topic</a:t>
            </a:r>
            <a:endParaRPr sz="1200"/>
          </a:p>
          <a:p>
            <a:pPr indent="-304800" lvl="1" marL="914400" rtl="0" algn="l">
              <a:spcBef>
                <a:spcPts val="400"/>
              </a:spcBef>
              <a:spcAft>
                <a:spcPts val="0"/>
              </a:spcAft>
              <a:buSzPts val="1200"/>
              <a:buChar char="○"/>
            </a:pPr>
            <a:r>
              <a:rPr lang="en" sz="1200"/>
              <a:t>Board resolution or discussion-only item</a:t>
            </a:r>
            <a:endParaRPr sz="1200"/>
          </a:p>
          <a:p>
            <a:pPr indent="-304800" lvl="1" marL="914400" rtl="0" algn="l">
              <a:spcBef>
                <a:spcPts val="400"/>
              </a:spcBef>
              <a:spcAft>
                <a:spcPts val="0"/>
              </a:spcAft>
              <a:buSzPts val="1200"/>
              <a:buChar char="○"/>
            </a:pPr>
            <a:r>
              <a:rPr lang="en" sz="1200"/>
              <a:t>Requested amount of time to discuss the item</a:t>
            </a:r>
            <a:endParaRPr sz="1200"/>
          </a:p>
          <a:p>
            <a:pPr indent="-323850" lvl="0" marL="457200" rtl="0" algn="l">
              <a:spcBef>
                <a:spcPts val="800"/>
              </a:spcBef>
              <a:spcAft>
                <a:spcPts val="0"/>
              </a:spcAft>
              <a:buSzPts val="1500"/>
              <a:buChar char="●"/>
            </a:pPr>
            <a:r>
              <a:rPr lang="en" sz="1500"/>
              <a:t>For a regular Governing Board meeting, please submit your proposed agenda item at least 10 days prior to the meeting.</a:t>
            </a:r>
            <a:endParaRPr sz="1500"/>
          </a:p>
          <a:p>
            <a:pPr indent="-323850" lvl="0" marL="457200" rtl="0" algn="l">
              <a:spcBef>
                <a:spcPts val="800"/>
              </a:spcBef>
              <a:spcAft>
                <a:spcPts val="0"/>
              </a:spcAft>
              <a:buSzPts val="1500"/>
              <a:buChar char="●"/>
            </a:pPr>
            <a:r>
              <a:rPr lang="en" sz="1500"/>
              <a:t>For a Strategy Session, please submit your proposed agenda item at least 30 days prior to the meeting.</a:t>
            </a:r>
            <a:endParaRPr sz="1500"/>
          </a:p>
        </p:txBody>
      </p:sp>
      <p:sp>
        <p:nvSpPr>
          <p:cNvPr id="731" name="Google Shape;731;p99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How to propose an agenda item</a:t>
            </a:r>
            <a:endParaRPr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35" name="Shape 7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6" name="Google Shape;736;p100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342900" lvl="0" marL="457200" rtl="0" algn="l">
              <a:spcBef>
                <a:spcPts val="800"/>
              </a:spcBef>
              <a:spcAft>
                <a:spcPts val="0"/>
              </a:spcAft>
              <a:buSzPts val="1800"/>
              <a:buChar char="●"/>
            </a:pPr>
            <a:r>
              <a:rPr lang="en" sz="1800"/>
              <a:t>Please be patient. Our board meeting agendas are often very full. If we cannot accommodate your request in the upcoming meeting we may:</a:t>
            </a:r>
            <a:endParaRPr sz="1800"/>
          </a:p>
          <a:p>
            <a:pPr indent="-323850" lvl="1" marL="914400" rtl="0" algn="l">
              <a:spcBef>
                <a:spcPts val="400"/>
              </a:spcBef>
              <a:spcAft>
                <a:spcPts val="0"/>
              </a:spcAft>
              <a:buSzPts val="1500"/>
              <a:buChar char="○"/>
            </a:pPr>
            <a:r>
              <a:rPr lang="en" sz="1500"/>
              <a:t>Wait until the following meeting to discuss the topic</a:t>
            </a:r>
            <a:endParaRPr sz="1500"/>
          </a:p>
          <a:p>
            <a:pPr indent="-323850" lvl="1" marL="914400" rtl="0" algn="l">
              <a:spcBef>
                <a:spcPts val="400"/>
              </a:spcBef>
              <a:spcAft>
                <a:spcPts val="0"/>
              </a:spcAft>
              <a:buSzPts val="1500"/>
              <a:buChar char="○"/>
            </a:pPr>
            <a:r>
              <a:rPr lang="en" sz="1500"/>
              <a:t>Call a special meeting to discuss your topic, or </a:t>
            </a:r>
            <a:endParaRPr sz="1500"/>
          </a:p>
          <a:p>
            <a:pPr indent="-323850" lvl="1" marL="914400" rtl="0" algn="l">
              <a:spcBef>
                <a:spcPts val="400"/>
              </a:spcBef>
              <a:spcAft>
                <a:spcPts val="0"/>
              </a:spcAft>
              <a:buSzPts val="1500"/>
              <a:buChar char="○"/>
            </a:pPr>
            <a:r>
              <a:rPr lang="en" sz="1500"/>
              <a:t>Refer the topic to the appropriate committee or task force of the Governing Board.</a:t>
            </a:r>
            <a:endParaRPr sz="1500"/>
          </a:p>
          <a:p>
            <a:pPr indent="-342900" lvl="0" marL="457200" rtl="0" algn="l">
              <a:spcBef>
                <a:spcPts val="800"/>
              </a:spcBef>
              <a:spcAft>
                <a:spcPts val="0"/>
              </a:spcAft>
              <a:buSzPts val="1800"/>
              <a:buChar char="●"/>
            </a:pPr>
            <a:r>
              <a:rPr lang="en" sz="1800"/>
              <a:t>We may ask you to provide slides 5 days before the meeting, and slides are subject to change (with your approval) to fit the broader meeting slide deck.</a:t>
            </a:r>
            <a:endParaRPr sz="1800"/>
          </a:p>
        </p:txBody>
      </p:sp>
      <p:sp>
        <p:nvSpPr>
          <p:cNvPr id="737" name="Google Shape;737;p100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Proposing an agenda item (continued)</a:t>
            </a:r>
            <a:endParaRPr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41" name="Shape 7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2" name="Google Shape;742;p101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355600" lvl="0" marL="457200" rtl="0" algn="l">
              <a:spcBef>
                <a:spcPts val="800"/>
              </a:spcBef>
              <a:spcAft>
                <a:spcPts val="0"/>
              </a:spcAft>
              <a:buSzPts val="2000"/>
              <a:buChar char="•"/>
            </a:pPr>
            <a:r>
              <a:rPr lang="en" sz="2000"/>
              <a:t>Agendas and Exhibits for Governing Board meetings will be made available one week prior to the scheduled meeting</a:t>
            </a:r>
            <a:endParaRPr sz="2000"/>
          </a:p>
          <a:p>
            <a:pPr indent="-336550" lvl="1" marL="914400" rtl="0" algn="l">
              <a:spcBef>
                <a:spcPts val="0"/>
              </a:spcBef>
              <a:spcAft>
                <a:spcPts val="0"/>
              </a:spcAft>
              <a:buSzPts val="1700"/>
              <a:buChar char="•"/>
            </a:pPr>
            <a:r>
              <a:rPr lang="en" sz="1700"/>
              <a:t>The FINAL deck will be made available one day prior to the meeting.</a:t>
            </a:r>
            <a:endParaRPr sz="1700"/>
          </a:p>
          <a:p>
            <a:pPr indent="-355600" lvl="0" marL="457200" rtl="0" algn="l">
              <a:spcBef>
                <a:spcPts val="0"/>
              </a:spcBef>
              <a:spcAft>
                <a:spcPts val="0"/>
              </a:spcAft>
              <a:buSzPts val="2000"/>
              <a:buChar char="•"/>
            </a:pPr>
            <a:r>
              <a:rPr lang="en" sz="2000"/>
              <a:t>Past meeting materials can be found </a:t>
            </a:r>
            <a:r>
              <a:rPr lang="en" sz="2000" u="sng">
                <a:solidFill>
                  <a:schemeClr val="hlink"/>
                </a:solidFill>
                <a:hlinkClick r:id="rId3"/>
              </a:rPr>
              <a:t>here</a:t>
            </a:r>
            <a:r>
              <a:rPr lang="en" sz="2000"/>
              <a:t>.</a:t>
            </a:r>
            <a:endParaRPr sz="2000"/>
          </a:p>
          <a:p>
            <a:pPr indent="-355600" lvl="0" marL="457200" rtl="0" algn="l">
              <a:spcBef>
                <a:spcPts val="0"/>
              </a:spcBef>
              <a:spcAft>
                <a:spcPts val="0"/>
              </a:spcAft>
              <a:buSzPts val="2000"/>
              <a:buChar char="•"/>
            </a:pPr>
            <a:r>
              <a:rPr lang="en" sz="2000"/>
              <a:t>All meeting materials are </a:t>
            </a:r>
            <a:r>
              <a:rPr lang="en" sz="2000"/>
              <a:t>confidential</a:t>
            </a:r>
            <a:r>
              <a:rPr lang="en" sz="2000"/>
              <a:t> and for the view of Governing Board representatives and </a:t>
            </a:r>
            <a:r>
              <a:rPr lang="en" sz="2000"/>
              <a:t>their</a:t>
            </a:r>
            <a:r>
              <a:rPr lang="en" sz="2000"/>
              <a:t> alternates ONLY, unless otherwise specified.</a:t>
            </a:r>
            <a:endParaRPr sz="2000"/>
          </a:p>
          <a:p>
            <a:pPr indent="-336550" lvl="1" marL="914400" rtl="0" algn="l">
              <a:spcBef>
                <a:spcPts val="0"/>
              </a:spcBef>
              <a:spcAft>
                <a:spcPts val="0"/>
              </a:spcAft>
              <a:buSzPts val="1700"/>
              <a:buChar char="•"/>
            </a:pPr>
            <a:r>
              <a:rPr lang="en" sz="1700"/>
              <a:t>No meeting of the Governing Board is recorded unless the Governing Board provides </a:t>
            </a:r>
            <a:r>
              <a:rPr lang="en" sz="1700"/>
              <a:t>explicit</a:t>
            </a:r>
            <a:r>
              <a:rPr lang="en" sz="1700"/>
              <a:t> consent to do so.</a:t>
            </a:r>
            <a:r>
              <a:rPr lang="en" sz="1700"/>
              <a:t> </a:t>
            </a:r>
            <a:endParaRPr sz="1700"/>
          </a:p>
        </p:txBody>
      </p:sp>
      <p:sp>
        <p:nvSpPr>
          <p:cNvPr id="743" name="Google Shape;743;p101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Materials</a:t>
            </a:r>
            <a:endParaRPr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47" name="Shape 7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8" name="Google Shape;748;p102"/>
          <p:cNvSpPr txBox="1"/>
          <p:nvPr>
            <p:ph idx="1" type="body"/>
          </p:nvPr>
        </p:nvSpPr>
        <p:spPr>
          <a:xfrm>
            <a:off x="628634" y="1369219"/>
            <a:ext cx="36033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l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Relevant Mailing Lists</a:t>
            </a:r>
            <a:endParaRPr/>
          </a:p>
          <a:p>
            <a:pPr indent="-361950" lvl="0" marL="4572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/>
              <a:t>Governing Board: </a:t>
            </a:r>
            <a:r>
              <a:rPr lang="en" u="sng">
                <a:solidFill>
                  <a:schemeClr val="hlink"/>
                </a:solidFill>
                <a:hlinkClick r:id="rId3"/>
              </a:rPr>
              <a:t>board@lists.aswf.io</a:t>
            </a:r>
            <a:endParaRPr/>
          </a:p>
          <a:p>
            <a:pPr indent="-361950" lvl="0" marL="4572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/>
              <a:t>TAC: </a:t>
            </a:r>
            <a:r>
              <a:rPr lang="en" u="sng">
                <a:solidFill>
                  <a:schemeClr val="hlink"/>
                </a:solidFill>
                <a:hlinkClick r:id="rId4"/>
              </a:rPr>
              <a:t>tac@lists.aswf.io</a:t>
            </a:r>
            <a:endParaRPr/>
          </a:p>
          <a:p>
            <a:pPr indent="-361950" lvl="0" marL="4572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/>
              <a:t>Budget Committee: </a:t>
            </a:r>
            <a:r>
              <a:rPr lang="en" u="sng">
                <a:solidFill>
                  <a:schemeClr val="hlink"/>
                </a:solidFill>
                <a:hlinkClick r:id="rId5"/>
              </a:rPr>
              <a:t>budget@lists.aswf.io</a:t>
            </a:r>
            <a:endParaRPr/>
          </a:p>
          <a:p>
            <a:pPr indent="-361950" lvl="0" marL="4572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/>
              <a:t>Legal Committee: </a:t>
            </a:r>
            <a:r>
              <a:rPr lang="en" u="sng">
                <a:solidFill>
                  <a:schemeClr val="hlink"/>
                </a:solidFill>
                <a:hlinkClick r:id="rId6"/>
              </a:rPr>
              <a:t>legal@lists.aswf.io</a:t>
            </a:r>
            <a:endParaRPr/>
          </a:p>
        </p:txBody>
      </p:sp>
      <p:sp>
        <p:nvSpPr>
          <p:cNvPr id="749" name="Google Shape;749;p102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Discussion Channels</a:t>
            </a:r>
            <a:endParaRPr/>
          </a:p>
        </p:txBody>
      </p:sp>
      <p:sp>
        <p:nvSpPr>
          <p:cNvPr id="750" name="Google Shape;750;p102"/>
          <p:cNvSpPr txBox="1"/>
          <p:nvPr>
            <p:ph idx="2" type="body"/>
          </p:nvPr>
        </p:nvSpPr>
        <p:spPr>
          <a:xfrm>
            <a:off x="4877144" y="1369219"/>
            <a:ext cx="36033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l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Slack Channel</a:t>
            </a:r>
            <a:endParaRPr/>
          </a:p>
          <a:p>
            <a:pPr indent="-361950" lvl="0" marL="4572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/>
              <a:t>You can </a:t>
            </a:r>
            <a:r>
              <a:rPr lang="en" u="sng">
                <a:solidFill>
                  <a:schemeClr val="hlink"/>
                </a:solidFill>
                <a:hlinkClick r:id="rId7"/>
              </a:rPr>
              <a:t>join Academy Software Foundation slack here</a:t>
            </a:r>
            <a:r>
              <a:rPr lang="en"/>
              <a:t>. </a:t>
            </a:r>
            <a:endParaRPr/>
          </a:p>
          <a:p>
            <a:pPr indent="-361950" lvl="0" marL="4572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/>
              <a:t>To join the Governing Board slack channel, make a request at </a:t>
            </a:r>
            <a:r>
              <a:rPr lang="en" u="sng">
                <a:solidFill>
                  <a:schemeClr val="hlink"/>
                </a:solidFill>
                <a:hlinkClick r:id="rId8"/>
              </a:rPr>
              <a:t>members.aswf.io</a:t>
            </a:r>
            <a:r>
              <a:rPr lang="en"/>
              <a:t>.</a:t>
            </a:r>
            <a:endParaRPr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54" name="Shape 7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5" name="Google Shape;755;p103"/>
          <p:cNvSpPr txBox="1"/>
          <p:nvPr>
            <p:ph type="title"/>
          </p:nvPr>
        </p:nvSpPr>
        <p:spPr>
          <a:xfrm>
            <a:off x="628800" y="1275325"/>
            <a:ext cx="7886400" cy="1413300"/>
          </a:xfrm>
          <a:prstGeom prst="rect">
            <a:avLst/>
          </a:prstGeom>
        </p:spPr>
        <p:txBody>
          <a:bodyPr anchorCtr="0" anchor="b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Committees</a:t>
            </a:r>
            <a:endParaRPr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59" name="Shape 7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0" name="Google Shape;760;p104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Budget Committee</a:t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61" name="Google Shape;761;p104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349250" lvl="0" marL="457200" rtl="0" algn="l">
              <a:spcBef>
                <a:spcPts val="80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The Budget Committee is lead by the Governing Board Treasurer and collaborates with the Academy Software Foundation staff to develop and review the Academy Software Foundation budget.</a:t>
            </a:r>
            <a:endParaRPr sz="1900"/>
          </a:p>
          <a:p>
            <a:pPr indent="-349250" lvl="0" marL="457200" rtl="0" algn="l">
              <a:spcBef>
                <a:spcPts val="80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Any Governing Board representative may join ( not alternates )</a:t>
            </a:r>
            <a:endParaRPr sz="1900"/>
          </a:p>
          <a:p>
            <a:pPr indent="-349250" lvl="0" marL="457200" rtl="0" algn="l">
              <a:spcBef>
                <a:spcPts val="80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Meets generally monthly on the Monday of the week before the Governing Board meeting</a:t>
            </a:r>
            <a:endParaRPr sz="1500"/>
          </a:p>
          <a:p>
            <a:pPr indent="0" lvl="0" marL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b="1" lang="en" sz="1900"/>
              <a:t>ACTION: If you want to participate in the Budget Committee, make a request at </a:t>
            </a:r>
            <a:r>
              <a:rPr b="1" lang="en" sz="1900" u="sng">
                <a:solidFill>
                  <a:schemeClr val="hlink"/>
                </a:solidFill>
                <a:hlinkClick r:id="rId3"/>
              </a:rPr>
              <a:t>members.aswf.io</a:t>
            </a:r>
            <a:r>
              <a:rPr b="1" lang="en" sz="1900"/>
              <a:t>.</a:t>
            </a:r>
            <a:endParaRPr b="1" sz="190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65" name="Shape 7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6" name="Google Shape;766;p105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336550" lvl="0" marL="457200" rtl="0" algn="l">
              <a:spcBef>
                <a:spcPts val="80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The Legal Committee makes recommendations to the Governing Board regarding license exception requests from Academy Software Foundation projects and other questions submitted to the Legal Committee by the Governing Board. </a:t>
            </a:r>
            <a:endParaRPr sz="1700"/>
          </a:p>
          <a:p>
            <a:pPr indent="-336550" lvl="0" marL="457200" rtl="0" algn="l">
              <a:spcBef>
                <a:spcPts val="80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The Legal Committee does not represent Academy Software Foundation and does not have an attorney-client relationship with Academy Software Foundation.</a:t>
            </a:r>
            <a:endParaRPr sz="1700"/>
          </a:p>
          <a:p>
            <a:pPr indent="-336550" lvl="0" marL="457200" rtl="0" algn="l">
              <a:spcBef>
                <a:spcPts val="80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Meets on an as needed basis.</a:t>
            </a:r>
            <a:endParaRPr sz="1700"/>
          </a:p>
          <a:p>
            <a:pPr indent="-336550" lvl="0" marL="457200" rtl="0" algn="l">
              <a:spcBef>
                <a:spcPts val="80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Governing Boards may attend only if accompanied by their legal counsel.</a:t>
            </a:r>
            <a:endParaRPr sz="1700"/>
          </a:p>
        </p:txBody>
      </p:sp>
      <p:sp>
        <p:nvSpPr>
          <p:cNvPr id="767" name="Google Shape;767;p105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Legal</a:t>
            </a:r>
            <a:r>
              <a:rPr lang="en"/>
              <a:t> Committee</a:t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71" name="Shape 7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2" name="Google Shape;772;p106"/>
          <p:cNvSpPr txBox="1"/>
          <p:nvPr>
            <p:ph type="title"/>
          </p:nvPr>
        </p:nvSpPr>
        <p:spPr>
          <a:xfrm>
            <a:off x="628800" y="1860750"/>
            <a:ext cx="7886400" cy="711000"/>
          </a:xfrm>
          <a:prstGeom prst="rect">
            <a:avLst/>
          </a:prstGeom>
        </p:spPr>
        <p:txBody>
          <a:bodyPr anchorCtr="0" anchor="b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>
                <a:latin typeface="Montserrat"/>
                <a:ea typeface="Montserrat"/>
                <a:cs typeface="Montserrat"/>
                <a:sym typeface="Montserrat"/>
              </a:rPr>
              <a:t>Policies and Other Resources</a:t>
            </a:r>
            <a:endParaRPr b="1">
              <a:latin typeface="Montserrat"/>
              <a:ea typeface="Montserrat"/>
              <a:cs typeface="Montserrat"/>
              <a:sym typeface="Montserrat"/>
            </a:endParaRP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76" name="Shape 7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7" name="Google Shape;777;p107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2200"/>
              <a:t>Important</a:t>
            </a:r>
            <a:r>
              <a:rPr lang="en" sz="2200"/>
              <a:t> Academy Software Foundation Policies and Resources</a:t>
            </a:r>
            <a:endParaRPr sz="2200"/>
          </a:p>
        </p:txBody>
      </p:sp>
      <p:sp>
        <p:nvSpPr>
          <p:cNvPr id="778" name="Google Shape;778;p107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349250" lvl="0" marL="457200" rtl="0" algn="l">
              <a:spcBef>
                <a:spcPts val="800"/>
              </a:spcBef>
              <a:spcAft>
                <a:spcPts val="0"/>
              </a:spcAft>
              <a:buSzPts val="1900"/>
              <a:buChar char="●"/>
            </a:pPr>
            <a:r>
              <a:rPr lang="en" sz="1900" u="sng">
                <a:solidFill>
                  <a:schemeClr val="hlink"/>
                </a:solidFill>
                <a:hlinkClick r:id="rId3"/>
              </a:rPr>
              <a:t>Academy Software Foundation Charter</a:t>
            </a:r>
            <a:endParaRPr sz="1900"/>
          </a:p>
          <a:p>
            <a:pPr indent="-349250" lvl="0" marL="457200" rtl="0" algn="l">
              <a:spcBef>
                <a:spcPts val="800"/>
              </a:spcBef>
              <a:spcAft>
                <a:spcPts val="0"/>
              </a:spcAft>
              <a:buSzPts val="1900"/>
              <a:buChar char="●"/>
            </a:pPr>
            <a:r>
              <a:rPr lang="en" sz="1900" u="sng">
                <a:solidFill>
                  <a:schemeClr val="hlink"/>
                </a:solidFill>
                <a:hlinkClick r:id="rId4"/>
              </a:rPr>
              <a:t>Linux Foundation Antitrust Policy</a:t>
            </a:r>
            <a:endParaRPr sz="1900"/>
          </a:p>
          <a:p>
            <a:pPr indent="-349250" lvl="0" marL="457200" rtl="0" algn="l">
              <a:spcBef>
                <a:spcPts val="800"/>
              </a:spcBef>
              <a:spcAft>
                <a:spcPts val="0"/>
              </a:spcAft>
              <a:buSzPts val="1900"/>
              <a:buChar char="●"/>
            </a:pPr>
            <a:r>
              <a:rPr lang="en" sz="1900" u="sng">
                <a:solidFill>
                  <a:schemeClr val="hlink"/>
                </a:solidFill>
                <a:hlinkClick r:id="rId5"/>
              </a:rPr>
              <a:t>Foundation GitHub repository</a:t>
            </a:r>
            <a:r>
              <a:rPr lang="en" sz="1900"/>
              <a:t> with many other public facing policies and materials including…</a:t>
            </a:r>
            <a:endParaRPr sz="1900"/>
          </a:p>
          <a:p>
            <a:pPr indent="-330200" lvl="1" marL="914400" rtl="0" algn="l">
              <a:spcBef>
                <a:spcPts val="400"/>
              </a:spcBef>
              <a:spcAft>
                <a:spcPts val="0"/>
              </a:spcAft>
              <a:buSzPts val="1600"/>
              <a:buChar char="○"/>
            </a:pPr>
            <a:r>
              <a:rPr lang="en" sz="1600" u="sng">
                <a:solidFill>
                  <a:schemeClr val="hlink"/>
                </a:solidFill>
                <a:hlinkClick r:id="rId6"/>
              </a:rPr>
              <a:t>Elections Process</a:t>
            </a:r>
            <a:endParaRPr sz="1600"/>
          </a:p>
          <a:p>
            <a:pPr indent="-330200" lvl="1" marL="914400" rtl="0" algn="l">
              <a:spcBef>
                <a:spcPts val="400"/>
              </a:spcBef>
              <a:spcAft>
                <a:spcPts val="0"/>
              </a:spcAft>
              <a:buSzPts val="1600"/>
              <a:buChar char="○"/>
            </a:pPr>
            <a:r>
              <a:rPr lang="en" sz="1600" u="sng">
                <a:solidFill>
                  <a:schemeClr val="hlink"/>
                </a:solidFill>
                <a:hlinkClick r:id="rId7"/>
              </a:rPr>
              <a:t>Academy Software Foundation hosted project charters</a:t>
            </a:r>
            <a:r>
              <a:rPr lang="en" sz="1600"/>
              <a:t>, which define each project’s intellectual property and licensing policies.</a:t>
            </a:r>
            <a:endParaRPr sz="1600"/>
          </a:p>
          <a:p>
            <a:pPr indent="-349250" lvl="0" marL="457200" rtl="0" algn="l">
              <a:spcBef>
                <a:spcPts val="800"/>
              </a:spcBef>
              <a:spcAft>
                <a:spcPts val="0"/>
              </a:spcAft>
              <a:buSzPts val="1900"/>
              <a:buChar char="●"/>
            </a:pPr>
            <a:r>
              <a:rPr lang="en" sz="1900" u="sng">
                <a:solidFill>
                  <a:schemeClr val="hlink"/>
                </a:solidFill>
                <a:hlinkClick r:id="rId8"/>
              </a:rPr>
              <a:t>ASWF Landscape</a:t>
            </a:r>
            <a:endParaRPr sz="1900"/>
          </a:p>
          <a:p>
            <a:pPr indent="-349250" lvl="0" marL="457200" rtl="0" algn="l">
              <a:spcBef>
                <a:spcPts val="800"/>
              </a:spcBef>
              <a:spcAft>
                <a:spcPts val="0"/>
              </a:spcAft>
              <a:buSzPts val="1900"/>
              <a:buChar char="●"/>
            </a:pPr>
            <a:r>
              <a:rPr lang="en" sz="1900" u="sng">
                <a:solidFill>
                  <a:schemeClr val="hlink"/>
                </a:solidFill>
                <a:hlinkClick r:id="rId9"/>
              </a:rPr>
              <a:t>High Level Overview</a:t>
            </a:r>
            <a:endParaRPr sz="190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82" name="Shape 7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3" name="Google Shape;783;p108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lang="en" sz="1800" u="sng">
                <a:solidFill>
                  <a:schemeClr val="hlink"/>
                </a:solidFill>
                <a:hlinkClick r:id="rId3"/>
              </a:rPr>
              <a:t>LFX Organization Dashboard</a:t>
            </a:r>
            <a:r>
              <a:rPr lang="en" sz="1800"/>
              <a:t> provides access to key membership materials, including…</a:t>
            </a:r>
            <a:endParaRPr sz="1800"/>
          </a:p>
          <a:p>
            <a:pPr indent="-323850" lvl="1" marL="457200" rtl="0" algn="l">
              <a:spcBef>
                <a:spcPts val="400"/>
              </a:spcBef>
              <a:spcAft>
                <a:spcPts val="0"/>
              </a:spcAft>
              <a:buSzPts val="1500"/>
              <a:buChar char="•"/>
            </a:pPr>
            <a:r>
              <a:rPr lang="en" sz="1500"/>
              <a:t>Member contacts, which you can change at any time ( look under ‘Users’ &gt; and then under the ‘Key People’ tab )</a:t>
            </a:r>
            <a:endParaRPr sz="1500"/>
          </a:p>
          <a:p>
            <a:pPr indent="-323850" lvl="1" marL="457200" rtl="0" algn="l">
              <a:spcBef>
                <a:spcPts val="0"/>
              </a:spcBef>
              <a:spcAft>
                <a:spcPts val="0"/>
              </a:spcAft>
              <a:buSzPts val="1500"/>
              <a:buChar char="•"/>
            </a:pPr>
            <a:r>
              <a:rPr lang="en" sz="1500"/>
              <a:t>Membership details ( look under ‘Membership’ &gt; ‘Academy Software Foundation’ ), including…</a:t>
            </a:r>
            <a:endParaRPr sz="1500"/>
          </a:p>
          <a:p>
            <a:pPr indent="-304800" lvl="2" marL="914400" rtl="0" algn="l">
              <a:spcBef>
                <a:spcPts val="0"/>
              </a:spcBef>
              <a:spcAft>
                <a:spcPts val="0"/>
              </a:spcAft>
              <a:buSzPts val="1200"/>
              <a:buChar char="•"/>
            </a:pPr>
            <a:r>
              <a:rPr lang="en" sz="1200"/>
              <a:t>Membership Overview Deck and High Level Overview Deck ( look under the ‘Resources’ tab )</a:t>
            </a:r>
            <a:endParaRPr sz="1200"/>
          </a:p>
          <a:p>
            <a:pPr indent="-304800" lvl="2" marL="914400" rtl="0" algn="l">
              <a:spcBef>
                <a:spcPts val="0"/>
              </a:spcBef>
              <a:spcAft>
                <a:spcPts val="0"/>
              </a:spcAft>
              <a:buSzPts val="1200"/>
              <a:buChar char="•"/>
            </a:pPr>
            <a:r>
              <a:rPr lang="en" sz="1200"/>
              <a:t>Your fully executed membership agreement ( look under the ‘Membership’ tab )</a:t>
            </a:r>
            <a:endParaRPr sz="1200"/>
          </a:p>
          <a:p>
            <a:pPr indent="-304800" lvl="2" marL="914400" rtl="0" algn="l">
              <a:spcBef>
                <a:spcPts val="0"/>
              </a:spcBef>
              <a:spcAft>
                <a:spcPts val="0"/>
              </a:spcAft>
              <a:buSzPts val="1200"/>
              <a:buChar char="•"/>
            </a:pPr>
            <a:r>
              <a:rPr lang="en" sz="1200"/>
              <a:t>Details on how to leverage membership benefits ( look under the ‘Benefits’ tab )</a:t>
            </a:r>
            <a:endParaRPr sz="1200"/>
          </a:p>
          <a:p>
            <a:pPr indent="-304800" lvl="2" marL="914400" rtl="0" algn="l">
              <a:spcBef>
                <a:spcPts val="0"/>
              </a:spcBef>
              <a:spcAft>
                <a:spcPts val="0"/>
              </a:spcAft>
              <a:buSzPts val="1200"/>
              <a:buChar char="•"/>
            </a:pPr>
            <a:r>
              <a:rPr lang="en" sz="1200"/>
              <a:t>Insights on contributors from your organization ( look under the ‘Project Contributors’ tab )</a:t>
            </a:r>
            <a:endParaRPr sz="1200"/>
          </a:p>
          <a:p>
            <a:pPr indent="0" lvl="0" marL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b="1" lang="en" sz="1800"/>
              <a:t>ACTION: Request access to LFX Organizational Dashboard </a:t>
            </a:r>
            <a:r>
              <a:rPr b="1" lang="en" sz="1800" u="sng">
                <a:solidFill>
                  <a:schemeClr val="hlink"/>
                </a:solidFill>
                <a:hlinkClick r:id="rId4"/>
              </a:rPr>
              <a:t>here</a:t>
            </a:r>
            <a:r>
              <a:rPr b="1" lang="en" sz="1800"/>
              <a:t>.</a:t>
            </a:r>
            <a:endParaRPr b="1" sz="1800"/>
          </a:p>
        </p:txBody>
      </p:sp>
      <p:sp>
        <p:nvSpPr>
          <p:cNvPr id="784" name="Google Shape;784;p108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LFX Organization Dashboard</a:t>
            </a:r>
            <a:endParaRPr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88" name="Shape 7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9" name="Google Shape;789;p109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Font typeface="Arial"/>
              <a:buNone/>
            </a:pPr>
            <a:r>
              <a:rPr lang="en"/>
              <a:t>Foundation Staff</a:t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Font typeface="Arial"/>
              <a:buNone/>
            </a:pPr>
            <a:r>
              <a:t/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90" name="Google Shape;790;p109"/>
          <p:cNvSpPr txBox="1"/>
          <p:nvPr/>
        </p:nvSpPr>
        <p:spPr>
          <a:xfrm>
            <a:off x="-22425" y="4415419"/>
            <a:ext cx="9166500" cy="550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2000"/>
              <a:t>Contact the staff at </a:t>
            </a:r>
            <a:r>
              <a:rPr b="1" lang="en" sz="2000" u="sng">
                <a:solidFill>
                  <a:schemeClr val="hlink"/>
                </a:solidFill>
                <a:hlinkClick r:id="rId3"/>
              </a:rPr>
              <a:t>members.aswf.io</a:t>
            </a:r>
            <a:endParaRPr b="1" sz="2000"/>
          </a:p>
        </p:txBody>
      </p:sp>
      <p:pic>
        <p:nvPicPr>
          <p:cNvPr id="791" name="Google Shape;791;p109" title="Screenshot 2026-01-07 at 9.57.14 AM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565438" y="1514651"/>
            <a:ext cx="8013116" cy="212226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95" name="Shape 7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6" name="Google Shape;796;p110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SzPts val="990"/>
              <a:buNone/>
            </a:pPr>
            <a:r>
              <a:rPr lang="en" sz="2200"/>
              <a:t>Who’s Who in the </a:t>
            </a:r>
            <a:r>
              <a:rPr lang="en" sz="2200"/>
              <a:t>Academy Software Foundation</a:t>
            </a:r>
            <a:endParaRPr sz="2200"/>
          </a:p>
        </p:txBody>
      </p:sp>
      <p:sp>
        <p:nvSpPr>
          <p:cNvPr id="797" name="Google Shape;797;p110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361950" lvl="0" marL="4572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 u="sng">
                <a:solidFill>
                  <a:schemeClr val="hlink"/>
                </a:solidFill>
                <a:hlinkClick r:id="rId3"/>
              </a:rPr>
              <a:t>Academy Software Foundation Members</a:t>
            </a:r>
            <a:endParaRPr/>
          </a:p>
          <a:p>
            <a:pPr indent="-361950" lvl="0" marL="4572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/>
              <a:t>Staff: </a:t>
            </a:r>
            <a:r>
              <a:rPr lang="en" u="sng">
                <a:solidFill>
                  <a:schemeClr val="hlink"/>
                </a:solidFill>
                <a:hlinkClick r:id="rId4"/>
              </a:rPr>
              <a:t>Academy Software Foundation Staff</a:t>
            </a:r>
            <a:r>
              <a:rPr lang="en"/>
              <a:t>, </a:t>
            </a:r>
            <a:r>
              <a:rPr lang="en" u="sng">
                <a:solidFill>
                  <a:schemeClr val="hlink"/>
                </a:solidFill>
                <a:hlinkClick r:id="rId5"/>
              </a:rPr>
              <a:t>Linux Foundation Leadership</a:t>
            </a:r>
            <a:endParaRPr/>
          </a:p>
          <a:p>
            <a:pPr indent="-361950" lvl="0" marL="4572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 u="sng">
                <a:solidFill>
                  <a:schemeClr val="hlink"/>
                </a:solidFill>
                <a:hlinkClick r:id="rId6"/>
              </a:rPr>
              <a:t>Governing Board Members</a:t>
            </a:r>
            <a:endParaRPr/>
          </a:p>
          <a:p>
            <a:pPr indent="-361950" lvl="0" marL="4572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 u="sng">
                <a:solidFill>
                  <a:schemeClr val="hlink"/>
                </a:solidFill>
                <a:hlinkClick r:id="rId7"/>
              </a:rPr>
              <a:t>Technical Advisory Council Members</a:t>
            </a:r>
            <a:endParaRPr/>
          </a:p>
          <a:p>
            <a:pPr indent="-361950" lvl="0" marL="4572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 u="sng">
                <a:solidFill>
                  <a:schemeClr val="hlink"/>
                </a:solidFill>
                <a:hlinkClick r:id="rId8"/>
              </a:rPr>
              <a:t>Academy Software Foundation Project and Working Group Leads</a:t>
            </a:r>
            <a:endParaRPr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01" name="Shape 8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2" name="Google Shape;802;p111"/>
          <p:cNvSpPr txBox="1"/>
          <p:nvPr>
            <p:ph type="title"/>
          </p:nvPr>
        </p:nvSpPr>
        <p:spPr>
          <a:xfrm>
            <a:off x="4352550" y="525788"/>
            <a:ext cx="4535400" cy="2137500"/>
          </a:xfrm>
          <a:prstGeom prst="rect">
            <a:avLst/>
          </a:prstGeom>
        </p:spPr>
        <p:txBody>
          <a:bodyPr anchorCtr="0" anchor="b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Thank you!</a:t>
            </a:r>
            <a:endParaRPr/>
          </a:p>
        </p:txBody>
      </p:sp>
      <p:sp>
        <p:nvSpPr>
          <p:cNvPr id="803" name="Google Shape;803;p111"/>
          <p:cNvSpPr txBox="1"/>
          <p:nvPr>
            <p:ph idx="1" type="subTitle"/>
          </p:nvPr>
        </p:nvSpPr>
        <p:spPr>
          <a:xfrm>
            <a:off x="4352550" y="2852944"/>
            <a:ext cx="4535400" cy="695100"/>
          </a:xfrm>
          <a:prstGeom prst="rect">
            <a:avLst/>
          </a:prstGeom>
        </p:spPr>
        <p:txBody>
          <a:bodyPr anchorCtr="0" anchor="t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If you have any questions, feel free to contact the staff at </a:t>
            </a:r>
            <a:r>
              <a:rPr lang="en" u="sng">
                <a:solidFill>
                  <a:schemeClr val="hlink"/>
                </a:solidFill>
                <a:hlinkClick r:id="rId3"/>
              </a:rPr>
              <a:t>members.aswf.io</a:t>
            </a:r>
            <a:r>
              <a:rPr lang="en"/>
              <a:t>.</a:t>
            </a:r>
            <a:endParaRPr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ASWF 2023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3.xml><?xml version="1.0" encoding="utf-8"?>
<a:theme xmlns:a="http://schemas.openxmlformats.org/drawingml/2006/main" xmlns:r="http://schemas.openxmlformats.org/officeDocument/2006/relationships" name="ASWF 2023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4.xml><?xml version="1.0" encoding="utf-8"?>
<a:theme xmlns:a="http://schemas.openxmlformats.org/drawingml/2006/main" xmlns:r="http://schemas.openxmlformats.org/officeDocument/2006/relationships" name="ASWF 2023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