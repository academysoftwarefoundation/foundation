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9.png"/><Relationship Id="rId4" Type="http://schemas.openxmlformats.org/officeDocument/2006/relationships/image" Target="../media/image37.png"/><Relationship Id="rId5" Type="http://schemas.openxmlformats.org/officeDocument/2006/relationships/image" Target="../media/image10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37.png"/><Relationship Id="rId4" Type="http://schemas.openxmlformats.org/officeDocument/2006/relationships/image" Target="../media/image10.png"/><Relationship Id="rId5" Type="http://schemas.openxmlformats.org/officeDocument/2006/relationships/image" Target="../media/image9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5.png"/><Relationship Id="rId4" Type="http://schemas.openxmlformats.org/officeDocument/2006/relationships/image" Target="../media/image10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5.png"/><Relationship Id="rId4" Type="http://schemas.openxmlformats.org/officeDocument/2006/relationships/image" Target="../media/image10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3.png"/><Relationship Id="rId4" Type="http://schemas.openxmlformats.org/officeDocument/2006/relationships/image" Target="../media/image10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37.png"/><Relationship Id="rId4" Type="http://schemas.openxmlformats.org/officeDocument/2006/relationships/image" Target="../media/image10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10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10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10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3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7.png"/><Relationship Id="rId3" Type="http://schemas.openxmlformats.org/officeDocument/2006/relationships/image" Target="../media/image3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3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1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37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6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9.jpg"/><Relationship Id="rId3" Type="http://schemas.openxmlformats.org/officeDocument/2006/relationships/image" Target="../media/image10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Relationship Id="rId3" Type="http://schemas.openxmlformats.org/officeDocument/2006/relationships/image" Target="../media/image9.png"/><Relationship Id="rId4" Type="http://schemas.openxmlformats.org/officeDocument/2006/relationships/image" Target="../media/image37.png"/><Relationship Id="rId5" Type="http://schemas.openxmlformats.org/officeDocument/2006/relationships/image" Target="../media/image10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Relationship Id="rId3" Type="http://schemas.openxmlformats.org/officeDocument/2006/relationships/image" Target="../media/image37.png"/><Relationship Id="rId4" Type="http://schemas.openxmlformats.org/officeDocument/2006/relationships/image" Target="../media/image10.png"/><Relationship Id="rId5" Type="http://schemas.openxmlformats.org/officeDocument/2006/relationships/image" Target="../media/image9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Relationship Id="rId3" Type="http://schemas.openxmlformats.org/officeDocument/2006/relationships/image" Target="../media/image5.png"/><Relationship Id="rId4" Type="http://schemas.openxmlformats.org/officeDocument/2006/relationships/image" Target="../media/image10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35.png"/><Relationship Id="rId4" Type="http://schemas.openxmlformats.org/officeDocument/2006/relationships/image" Target="../media/image10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Relationship Id="rId3" Type="http://schemas.openxmlformats.org/officeDocument/2006/relationships/image" Target="../media/image3.png"/><Relationship Id="rId4" Type="http://schemas.openxmlformats.org/officeDocument/2006/relationships/image" Target="../media/image10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Relationship Id="rId3" Type="http://schemas.openxmlformats.org/officeDocument/2006/relationships/image" Target="../media/image37.png"/><Relationship Id="rId4" Type="http://schemas.openxmlformats.org/officeDocument/2006/relationships/image" Target="../media/image10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Relationship Id="rId3" Type="http://schemas.openxmlformats.org/officeDocument/2006/relationships/image" Target="../media/image10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Relationship Id="rId3" Type="http://schemas.openxmlformats.org/officeDocument/2006/relationships/image" Target="../media/image10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Relationship Id="rId3" Type="http://schemas.openxmlformats.org/officeDocument/2006/relationships/image" Target="../media/image10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7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3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7.png"/><Relationship Id="rId3" Type="http://schemas.openxmlformats.org/officeDocument/2006/relationships/image" Target="../media/image31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3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1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2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8.png"/><Relationship Id="rId3" Type="http://schemas.openxmlformats.org/officeDocument/2006/relationships/image" Target="../media/image9.png"/><Relationship Id="rId4" Type="http://schemas.openxmlformats.org/officeDocument/2006/relationships/image" Target="../media/image37.png"/><Relationship Id="rId5" Type="http://schemas.openxmlformats.org/officeDocument/2006/relationships/image" Target="../media/image10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8.png"/><Relationship Id="rId3" Type="http://schemas.openxmlformats.org/officeDocument/2006/relationships/image" Target="../media/image37.png"/><Relationship Id="rId4" Type="http://schemas.openxmlformats.org/officeDocument/2006/relationships/image" Target="../media/image10.png"/><Relationship Id="rId5" Type="http://schemas.openxmlformats.org/officeDocument/2006/relationships/image" Target="../media/image9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Relationship Id="rId3" Type="http://schemas.openxmlformats.org/officeDocument/2006/relationships/image" Target="../media/image5.png"/><Relationship Id="rId4" Type="http://schemas.openxmlformats.org/officeDocument/2006/relationships/image" Target="../media/image10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35.png"/><Relationship Id="rId4" Type="http://schemas.openxmlformats.org/officeDocument/2006/relationships/image" Target="../media/image10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6.png"/><Relationship Id="rId3" Type="http://schemas.openxmlformats.org/officeDocument/2006/relationships/image" Target="../media/image3.png"/><Relationship Id="rId4" Type="http://schemas.openxmlformats.org/officeDocument/2006/relationships/image" Target="../media/image10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79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79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Relationship Id="rId3" Type="http://schemas.openxmlformats.org/officeDocument/2006/relationships/image" Target="../media/image79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Relationship Id="rId3" Type="http://schemas.openxmlformats.org/officeDocument/2006/relationships/image" Target="../media/image37.png"/><Relationship Id="rId4" Type="http://schemas.openxmlformats.org/officeDocument/2006/relationships/image" Target="../media/image10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Relationship Id="rId3" Type="http://schemas.openxmlformats.org/officeDocument/2006/relationships/image" Target="../media/image37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Relationship Id="rId3" Type="http://schemas.openxmlformats.org/officeDocument/2006/relationships/image" Target="../media/image10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Relationship Id="rId3" Type="http://schemas.openxmlformats.org/officeDocument/2006/relationships/image" Target="../media/image10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Relationship Id="rId3" Type="http://schemas.openxmlformats.org/officeDocument/2006/relationships/image" Target="../media/image10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5.png"/><Relationship Id="rId3" Type="http://schemas.openxmlformats.org/officeDocument/2006/relationships/image" Target="../media/image87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7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3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6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4.jpg"/><Relationship Id="rId3" Type="http://schemas.openxmlformats.org/officeDocument/2006/relationships/image" Target="../media/image10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2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1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0.png"/><Relationship Id="rId3" Type="http://schemas.openxmlformats.org/officeDocument/2006/relationships/image" Target="../media/image88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9.png"/><Relationship Id="rId3" Type="http://schemas.openxmlformats.org/officeDocument/2006/relationships/image" Target="../media/image88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6.png"/><Relationship Id="rId3" Type="http://schemas.openxmlformats.org/officeDocument/2006/relationships/image" Target="../media/image88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9.png"/><Relationship Id="rId3" Type="http://schemas.openxmlformats.org/officeDocument/2006/relationships/image" Target="../media/image88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5.png"/><Relationship Id="rId3" Type="http://schemas.openxmlformats.org/officeDocument/2006/relationships/image" Target="../media/image94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5.png"/><Relationship Id="rId3" Type="http://schemas.openxmlformats.org/officeDocument/2006/relationships/image" Target="../media/image94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5.png"/><Relationship Id="rId3" Type="http://schemas.openxmlformats.org/officeDocument/2006/relationships/image" Target="../media/image94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5.png"/><Relationship Id="rId3" Type="http://schemas.openxmlformats.org/officeDocument/2006/relationships/image" Target="../media/image94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0.png"/><Relationship Id="rId3" Type="http://schemas.openxmlformats.org/officeDocument/2006/relationships/image" Target="../media/image94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0.png"/><Relationship Id="rId3" Type="http://schemas.openxmlformats.org/officeDocument/2006/relationships/image" Target="../media/image94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2.png"/><Relationship Id="rId3" Type="http://schemas.openxmlformats.org/officeDocument/2006/relationships/image" Target="../media/image94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2.png"/><Relationship Id="rId3" Type="http://schemas.openxmlformats.org/officeDocument/2006/relationships/image" Target="../media/image94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2.png"/><Relationship Id="rId3" Type="http://schemas.openxmlformats.org/officeDocument/2006/relationships/image" Target="../media/image10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.png"/><Relationship Id="rId3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.png"/><Relationship Id="rId3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2.png"/><Relationship Id="rId3" Type="http://schemas.openxmlformats.org/officeDocument/2006/relationships/image" Target="../media/image5.png"/><Relationship Id="rId4" Type="http://schemas.openxmlformats.org/officeDocument/2006/relationships/image" Target="../media/image10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0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29.jpg"/><Relationship Id="rId3" Type="http://schemas.openxmlformats.org/officeDocument/2006/relationships/image" Target="../media/image10.png"/><Relationship Id="rId4" Type="http://schemas.openxmlformats.org/officeDocument/2006/relationships/image" Target="../media/image131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6.png"/><Relationship Id="rId3" Type="http://schemas.openxmlformats.org/officeDocument/2006/relationships/image" Target="../media/image3.png"/><Relationship Id="rId4" Type="http://schemas.openxmlformats.org/officeDocument/2006/relationships/image" Target="../media/image10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3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5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4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2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4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18.png"/><Relationship Id="rId4" Type="http://schemas.openxmlformats.org/officeDocument/2006/relationships/image" Target="../media/image11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2.png"/><Relationship Id="rId4" Type="http://schemas.openxmlformats.org/officeDocument/2006/relationships/image" Target="../media/image116.png"/><Relationship Id="rId5" Type="http://schemas.openxmlformats.org/officeDocument/2006/relationships/image" Target="../media/image11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5.png"/><Relationship Id="rId4" Type="http://schemas.openxmlformats.org/officeDocument/2006/relationships/image" Target="../media/image150.png"/><Relationship Id="rId5" Type="http://schemas.openxmlformats.org/officeDocument/2006/relationships/image" Target="../media/image14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33.png"/><Relationship Id="rId22" Type="http://schemas.openxmlformats.org/officeDocument/2006/relationships/image" Target="../media/image128.png"/><Relationship Id="rId21" Type="http://schemas.openxmlformats.org/officeDocument/2006/relationships/image" Target="../media/image125.png"/><Relationship Id="rId24" Type="http://schemas.openxmlformats.org/officeDocument/2006/relationships/image" Target="../media/image136.png"/><Relationship Id="rId23" Type="http://schemas.openxmlformats.org/officeDocument/2006/relationships/image" Target="../media/image138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8.png"/><Relationship Id="rId4" Type="http://schemas.openxmlformats.org/officeDocument/2006/relationships/image" Target="../media/image140.png"/><Relationship Id="rId9" Type="http://schemas.openxmlformats.org/officeDocument/2006/relationships/image" Target="../media/image119.png"/><Relationship Id="rId26" Type="http://schemas.openxmlformats.org/officeDocument/2006/relationships/image" Target="../media/image137.png"/><Relationship Id="rId25" Type="http://schemas.openxmlformats.org/officeDocument/2006/relationships/image" Target="../media/image139.png"/><Relationship Id="rId28" Type="http://schemas.openxmlformats.org/officeDocument/2006/relationships/image" Target="../media/image145.png"/><Relationship Id="rId27" Type="http://schemas.openxmlformats.org/officeDocument/2006/relationships/image" Target="../media/image148.png"/><Relationship Id="rId5" Type="http://schemas.openxmlformats.org/officeDocument/2006/relationships/image" Target="../media/image111.png"/><Relationship Id="rId6" Type="http://schemas.openxmlformats.org/officeDocument/2006/relationships/image" Target="../media/image109.png"/><Relationship Id="rId29" Type="http://schemas.openxmlformats.org/officeDocument/2006/relationships/image" Target="../media/image132.png"/><Relationship Id="rId7" Type="http://schemas.openxmlformats.org/officeDocument/2006/relationships/image" Target="../media/image112.png"/><Relationship Id="rId8" Type="http://schemas.openxmlformats.org/officeDocument/2006/relationships/image" Target="../media/image120.jpg"/><Relationship Id="rId11" Type="http://schemas.openxmlformats.org/officeDocument/2006/relationships/image" Target="../media/image147.png"/><Relationship Id="rId10" Type="http://schemas.openxmlformats.org/officeDocument/2006/relationships/image" Target="../media/image117.jpg"/><Relationship Id="rId13" Type="http://schemas.openxmlformats.org/officeDocument/2006/relationships/image" Target="../media/image134.png"/><Relationship Id="rId12" Type="http://schemas.openxmlformats.org/officeDocument/2006/relationships/image" Target="../media/image122.png"/><Relationship Id="rId15" Type="http://schemas.openxmlformats.org/officeDocument/2006/relationships/image" Target="../media/image123.png"/><Relationship Id="rId14" Type="http://schemas.openxmlformats.org/officeDocument/2006/relationships/image" Target="../media/image141.png"/><Relationship Id="rId17" Type="http://schemas.openxmlformats.org/officeDocument/2006/relationships/image" Target="../media/image124.png"/><Relationship Id="rId16" Type="http://schemas.openxmlformats.org/officeDocument/2006/relationships/image" Target="../media/image121.png"/><Relationship Id="rId19" Type="http://schemas.openxmlformats.org/officeDocument/2006/relationships/image" Target="../media/image146.png"/><Relationship Id="rId18" Type="http://schemas.openxmlformats.org/officeDocument/2006/relationships/image" Target="../media/image126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4.png"/><Relationship Id="rId4" Type="http://schemas.openxmlformats.org/officeDocument/2006/relationships/image" Target="../media/image14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3.png"/><Relationship Id="rId4" Type="http://schemas.openxmlformats.org/officeDocument/2006/relationships/image" Target="../media/image14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51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