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37.xml"/>
  <Override ContentType="application/vnd.openxmlformats-officedocument.presentationml.slideLayout+xml" PartName="/ppt/slideLayouts/slideLayout62.xml"/>
  <Override ContentType="application/vnd.openxmlformats-officedocument.presentationml.slideLayout+xml" PartName="/ppt/slideLayouts/slideLayout5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46.xml"/>
  <Override ContentType="application/vnd.openxmlformats-officedocument.presentationml.slideLayout+xml" PartName="/ppt/slideLayouts/slideLayout70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55.xml"/>
  <Override ContentType="application/vnd.openxmlformats-officedocument.presentationml.slideLayout+xml" PartName="/ppt/slideLayouts/slideLayout61.xml"/>
  <Override ContentType="application/vnd.openxmlformats-officedocument.presentationml.slideLayout+xml" PartName="/ppt/slideLayouts/slideLayout38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52.xml"/>
  <Override ContentType="application/vnd.openxmlformats-officedocument.presentationml.slideLayout+xml" PartName="/ppt/slideLayouts/slideLayout64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60.xml"/>
  <Override ContentType="application/vnd.openxmlformats-officedocument.presentationml.slideLayout+xml" PartName="/ppt/slideLayouts/slideLayout47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65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48.xml"/>
  <Override ContentType="application/vnd.openxmlformats-officedocument.presentationml.slideLayout+xml" PartName="/ppt/slideLayouts/slideLayout72.xml"/>
  <Override ContentType="application/vnd.openxmlformats-officedocument.presentationml.slideLayout+xml" PartName="/ppt/slideLayouts/slideLayout4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66.xml"/>
  <Override ContentType="application/vnd.openxmlformats-officedocument.presentationml.slideLayout+xml" PartName="/ppt/slideLayouts/slideLayout53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1.xml"/>
  <Override ContentType="application/vnd.openxmlformats-officedocument.presentationml.slideLayout+xml" PartName="/ppt/slideLayouts/slideLayout41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67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40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59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42.xml"/>
  <Override ContentType="application/vnd.openxmlformats-officedocument.presentationml.slideLayout+xml" PartName="/ppt/slideLayouts/slideLayout68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56.xml"/>
  <Override ContentType="application/vnd.openxmlformats-officedocument.presentationml.slideLayout+xml" PartName="/ppt/slideLayouts/slideLayout43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51.xml"/>
  <Override ContentType="application/vnd.openxmlformats-officedocument.presentationml.slideLayout+xml" PartName="/ppt/slideLayouts/slideLayout69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39.xml"/>
  <Override ContentType="application/vnd.openxmlformats-officedocument.presentationml.slideLayout+xml" PartName="/ppt/slideLayouts/slideLayout57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50.xml"/>
  <Override ContentType="application/vnd.openxmlformats-officedocument.presentationml.slideLayout+xml" PartName="/ppt/slideLayouts/slideLayout4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63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58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45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3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theme+xml" PartName="/ppt/theme/theme4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720" r:id="rId4"/>
    <p:sldMasterId id="2147483721" r:id="rId5"/>
    <p:sldMasterId id="2147483722" r:id="rId6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">
          <p15:clr>
            <a:srgbClr val="A4A3A4"/>
          </p15:clr>
        </p15:guide>
        <p15:guide id="2" pos="288">
          <p15:clr>
            <a:srgbClr val="A4A3A4"/>
          </p15:clr>
        </p15:guide>
        <p15:guide id="3" pos="5472">
          <p15:clr>
            <a:srgbClr val="9AA0A6"/>
          </p15:clr>
        </p15:guide>
        <p15:guide id="4" orient="horz" pos="2952">
          <p15:clr>
            <a:srgbClr val="9AA0A6"/>
          </p15:clr>
        </p15:guide>
        <p15:guide id="5" pos="4896">
          <p15:clr>
            <a:srgbClr val="9AA0A6"/>
          </p15:clr>
        </p15:guide>
        <p15:guide id="6" orient="horz" pos="917">
          <p15:clr>
            <a:srgbClr val="9AA0A6"/>
          </p15:clr>
        </p15:guide>
        <p15:guide id="7" pos="4320">
          <p15:clr>
            <a:srgbClr val="9AA0A6"/>
          </p15:clr>
        </p15:guide>
        <p15:guide id="8" pos="3744">
          <p15:clr>
            <a:srgbClr val="9AA0A6"/>
          </p15:clr>
        </p15:guide>
        <p15:guide id="9" pos="3168">
          <p15:clr>
            <a:srgbClr val="9AA0A6"/>
          </p15:clr>
        </p15:guide>
        <p15:guide id="10" pos="2592">
          <p15:clr>
            <a:srgbClr val="9AA0A6"/>
          </p15:clr>
        </p15:guide>
        <p15:guide id="11" pos="2016">
          <p15:clr>
            <a:srgbClr val="9AA0A6"/>
          </p15:clr>
        </p15:guide>
        <p15:guide id="12" pos="1440">
          <p15:clr>
            <a:srgbClr val="9AA0A6"/>
          </p15:clr>
        </p15:guide>
        <p15:guide id="13" pos="864">
          <p15:clr>
            <a:srgbClr val="9AA0A6"/>
          </p15:clr>
        </p15:guide>
        <p15:guide id="14" orient="horz" pos="1546">
          <p15:clr>
            <a:srgbClr val="9AA0A6"/>
          </p15:clr>
        </p15:guide>
        <p15:guide id="15" orient="horz" pos="1694">
          <p15:clr>
            <a:srgbClr val="9AA0A6"/>
          </p15:clr>
        </p15:guide>
        <p15:guide id="16" orient="horz" pos="2323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" orient="horz"/>
        <p:guide pos="288"/>
        <p:guide pos="5472"/>
        <p:guide pos="2952" orient="horz"/>
        <p:guide pos="4896"/>
        <p:guide pos="917" orient="horz"/>
        <p:guide pos="4320"/>
        <p:guide pos="3744"/>
        <p:guide pos="3168"/>
        <p:guide pos="2592"/>
        <p:guide pos="2016"/>
        <p:guide pos="1440"/>
        <p:guide pos="864"/>
        <p:guide pos="1546" orient="horz"/>
        <p:guide pos="1694" orient="horz"/>
        <p:guide pos="2323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3.xml"/><Relationship Id="rId20" Type="http://schemas.openxmlformats.org/officeDocument/2006/relationships/slide" Target="slides/slide13.xml"/><Relationship Id="rId42" Type="http://schemas.openxmlformats.org/officeDocument/2006/relationships/slide" Target="slides/slide35.xml"/><Relationship Id="rId41" Type="http://schemas.openxmlformats.org/officeDocument/2006/relationships/slide" Target="slides/slide34.xml"/><Relationship Id="rId22" Type="http://schemas.openxmlformats.org/officeDocument/2006/relationships/slide" Target="slides/slide15.xml"/><Relationship Id="rId21" Type="http://schemas.openxmlformats.org/officeDocument/2006/relationships/slide" Target="slides/slide14.xml"/><Relationship Id="rId43" Type="http://schemas.openxmlformats.org/officeDocument/2006/relationships/slide" Target="slides/slide36.xml"/><Relationship Id="rId24" Type="http://schemas.openxmlformats.org/officeDocument/2006/relationships/slide" Target="slides/slide17.xml"/><Relationship Id="rId23" Type="http://schemas.openxmlformats.org/officeDocument/2006/relationships/slide" Target="slides/slide16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2.xml"/><Relationship Id="rId26" Type="http://schemas.openxmlformats.org/officeDocument/2006/relationships/slide" Target="slides/slide19.xml"/><Relationship Id="rId25" Type="http://schemas.openxmlformats.org/officeDocument/2006/relationships/slide" Target="slides/slide18.xml"/><Relationship Id="rId28" Type="http://schemas.openxmlformats.org/officeDocument/2006/relationships/slide" Target="slides/slide21.xml"/><Relationship Id="rId27" Type="http://schemas.openxmlformats.org/officeDocument/2006/relationships/slide" Target="slides/slide20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29" Type="http://schemas.openxmlformats.org/officeDocument/2006/relationships/slide" Target="slides/slide22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31" Type="http://schemas.openxmlformats.org/officeDocument/2006/relationships/slide" Target="slides/slide24.xml"/><Relationship Id="rId30" Type="http://schemas.openxmlformats.org/officeDocument/2006/relationships/slide" Target="slides/slide23.xml"/><Relationship Id="rId11" Type="http://schemas.openxmlformats.org/officeDocument/2006/relationships/slide" Target="slides/slide4.xml"/><Relationship Id="rId33" Type="http://schemas.openxmlformats.org/officeDocument/2006/relationships/slide" Target="slides/slide26.xml"/><Relationship Id="rId10" Type="http://schemas.openxmlformats.org/officeDocument/2006/relationships/slide" Target="slides/slide3.xml"/><Relationship Id="rId32" Type="http://schemas.openxmlformats.org/officeDocument/2006/relationships/slide" Target="slides/slide25.xml"/><Relationship Id="rId13" Type="http://schemas.openxmlformats.org/officeDocument/2006/relationships/slide" Target="slides/slide6.xml"/><Relationship Id="rId35" Type="http://schemas.openxmlformats.org/officeDocument/2006/relationships/slide" Target="slides/slide28.xml"/><Relationship Id="rId12" Type="http://schemas.openxmlformats.org/officeDocument/2006/relationships/slide" Target="slides/slide5.xml"/><Relationship Id="rId34" Type="http://schemas.openxmlformats.org/officeDocument/2006/relationships/slide" Target="slides/slide27.xml"/><Relationship Id="rId15" Type="http://schemas.openxmlformats.org/officeDocument/2006/relationships/slide" Target="slides/slide8.xml"/><Relationship Id="rId37" Type="http://schemas.openxmlformats.org/officeDocument/2006/relationships/slide" Target="slides/slide30.xml"/><Relationship Id="rId14" Type="http://schemas.openxmlformats.org/officeDocument/2006/relationships/slide" Target="slides/slide7.xml"/><Relationship Id="rId36" Type="http://schemas.openxmlformats.org/officeDocument/2006/relationships/slide" Target="slides/slide29.xml"/><Relationship Id="rId17" Type="http://schemas.openxmlformats.org/officeDocument/2006/relationships/slide" Target="slides/slide10.xml"/><Relationship Id="rId39" Type="http://schemas.openxmlformats.org/officeDocument/2006/relationships/slide" Target="slides/slide32.xml"/><Relationship Id="rId16" Type="http://schemas.openxmlformats.org/officeDocument/2006/relationships/slide" Target="slides/slide9.xml"/><Relationship Id="rId38" Type="http://schemas.openxmlformats.org/officeDocument/2006/relationships/slide" Target="slides/slide31.xml"/><Relationship Id="rId19" Type="http://schemas.openxmlformats.org/officeDocument/2006/relationships/slide" Target="slides/slide12.xml"/><Relationship Id="rId18" Type="http://schemas.openxmlformats.org/officeDocument/2006/relationships/slide" Target="slides/slide11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landscape.aswf.io/embed/embed.html?base-path=&amp;key=aswf-member-company&amp;headers=true&amp;category-header=false&amp;category-in-subcategory=false&amp;title-uppercase=false&amp;title-alignment=left&amp;title-font-family=sans-serif&amp;title-font-size=13&amp;style=clean&amp;bg-color=%232b8ca0&amp;fg-color=%23ffffff&amp;item-modal=false&amp;item-name=false&amp;size=lg&amp;items-alignment=left" TargetMode="Externa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governing-board" TargetMode="Externa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governing-board_slidedeck_alternates" TargetMode="Externa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staff_slidedeck_all" TargetMode="Externa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6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8" name="Google Shape;288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g23bf50b1865_1_67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5" name="Google Shape;295;g23bf50b1865_1_67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8" name="Shape 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Google Shape;299;g2641a776a3e_0_23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"/>
              <a:t>The Academy Software Foundation was developed in a partnership between the Academy of Motion Picture Arts and Sciences and the Linux Foundation, both partners bringing a unique blend of film industry knowledge and open source technical and organizational expertise to create a unique organization dedicated to accelerate software development and innovation in the motion picture industry. </a:t>
            </a:r>
            <a:endParaRPr/>
          </a:p>
        </p:txBody>
      </p:sp>
      <p:sp>
        <p:nvSpPr>
          <p:cNvPr id="300" name="Google Shape;300;g2641a776a3e_0_23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3421fcf442e_0_492:notes"/>
          <p:cNvSpPr/>
          <p:nvPr>
            <p:ph idx="2" type="sldImg"/>
          </p:nvPr>
        </p:nvSpPr>
        <p:spPr>
          <a:xfrm>
            <a:off x="1143225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08" name="Google Shape;308;g3421fcf442e_0_4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/>
              <a:t>davidmorin@davidmorin.com</a:t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67" name="Shape 4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g39243639d82_0_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9" name="Google Shape;469;g39243639d82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Source: </a:t>
            </a:r>
            <a:r>
              <a:rPr lang="en" u="sng">
                <a:solidFill>
                  <a:schemeClr val="hlink"/>
                </a:solidFill>
                <a:hlinkClick r:id="rId2"/>
              </a:rPr>
              <a:t>https://landscape.aswf.io/embed/embed.html?base-path=&amp;key=aswf-member-company&amp;headers=true&amp;category-header=false&amp;category-in-subcategory=false&amp;title-uppercase=false&amp;title-alignment=left&amp;title-font-family=sans-serif&amp;title-font-size=13&amp;style=clean&amp;bg-color=%232b8ca0&amp;fg-color=%23ffffff&amp;item-modal=false&amp;item-name=false&amp;size=lg&amp;items-alignment=left</a:t>
            </a:r>
            <a:r>
              <a:rPr lang="en">
                <a:solidFill>
                  <a:schemeClr val="dk1"/>
                </a:solidFill>
              </a:rPr>
              <a:t> 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80" name="Shape 4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1" name="Google Shape;481;g23bf50b1865_1_7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2" name="Google Shape;482;g23bf50b1865_1_7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86" name="Shape 4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7" name="Google Shape;487;g34244d2d04a_0_1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488" name="Google Shape;488;g34244d2d04a_0_157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8" name="Shape 5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9" name="Google Shape;579;g23bf50b1865_1_96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80" name="Google Shape;580;g23bf50b1865_1_96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4" name="Shape 5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5" name="Google Shape;585;g239fda6744f_0_120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6" name="Google Shape;586;g239fda6744f_0_120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9" name="Shape 5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0" name="Google Shape;590;g26dc2bfbbcd_0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91" name="Google Shape;591;g26dc2bfbbcd_0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5" name="Shape 5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6" name="Google Shape;596;g23bf50b1865_1_7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7" name="Google Shape;597;g23bf50b1865_1_7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01" name="Shape 6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2" name="Google Shape;602;g239fda6744f_0_120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3" name="Google Shape;603;g239fda6744f_0_120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06" name="Shape 6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7" name="Google Shape;607;g239fda6744f_0_12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08" name="Google Shape;608;g239fda6744f_0_121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2" name="Shape 6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3" name="Google Shape;613;g37265111e78_0_20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4" name="Google Shape;614;g37265111e78_0_202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https://jmertic.github.io/committee-gallery/academy-software-foundation-governing-board</a:t>
            </a:r>
            <a:r>
              <a:rPr lang="en"/>
              <a:t> </a:t>
            </a:r>
            <a:endParaRPr/>
          </a:p>
        </p:txBody>
      </p:sp>
      <p:sp>
        <p:nvSpPr>
          <p:cNvPr id="615" name="Google Shape;615;g37265111e78_0_202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9" name="Shape 6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0" name="Google Shape;620;g34f81ee9535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1" name="Google Shape;621;g34f81ee9535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5" name="Shape 6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6" name="Google Shape;626;g239fda6744f_0_1257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27" name="Google Shape;627;g239fda6744f_0_1257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2" name="Shape 6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3" name="Google Shape;633;g37265111e78_0_20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4" name="Google Shape;634;g37265111e78_0_20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https://jmertic.github.io/committee-gallery/academy-software-foundation-governing-board_slidedeck_alternates</a:t>
            </a:r>
            <a:endParaRPr/>
          </a:p>
        </p:txBody>
      </p:sp>
      <p:sp>
        <p:nvSpPr>
          <p:cNvPr id="635" name="Google Shape;635;g37265111e78_0_209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8" name="Shape 6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9" name="Google Shape;639;g2641a776a3e_0_6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0" name="Google Shape;640;g2641a776a3e_0_6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4" name="Shape 6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" name="Google Shape;645;g2b86e582f31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6" name="Google Shape;646;g2b86e582f31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0" name="Shape 6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1" name="Google Shape;651;g2b86e582f31_0_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2" name="Google Shape;652;g2b86e582f31_0_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6" name="Shape 6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7" name="Google Shape;657;g2641a776a3e_0_6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8" name="Google Shape;658;g2641a776a3e_0_6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1" name="Shape 6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2" name="Google Shape;662;g23bf50b1865_1_79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63" name="Google Shape;663;g23bf50b1865_1_7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7" name="Shape 6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8" name="Google Shape;668;g3a66f2283a8_0_59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9" name="Google Shape;669;g3a66f2283a8_0_59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6" name="Shape 7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7" name="Google Shape;727;g239fda6744f_0_125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28" name="Google Shape;728;g239fda6744f_0_125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2" name="Shape 7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3" name="Google Shape;733;g23bf50b1865_1_93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4" name="Google Shape;734;g23bf50b1865_1_93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8" name="Shape 7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9" name="Google Shape;739;g239fda6744f_0_126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40" name="Google Shape;740;g239fda6744f_0_126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4" name="Shape 7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5" name="Google Shape;745;g239fda6744f_0_127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46" name="Google Shape;746;g239fda6744f_0_127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1" name="Shape 7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2" name="Google Shape;752;g2641a776a3e_0_6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3" name="Google Shape;753;g2641a776a3e_0_6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6" name="Shape 7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7" name="Google Shape;757;g2641a776a3e_0_10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8" name="Google Shape;758;g2641a776a3e_0_10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2" name="Shape 7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3" name="Google Shape;763;g144a5df102b_3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64" name="Google Shape;764;g144a5df102b_3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8" name="Shape 7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9" name="Google Shape;769;g23bf50b1865_1_8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0" name="Google Shape;770;g23bf50b1865_1_8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3" name="Shape 7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4" name="Google Shape;774;g23bf50b1865_1_6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5" name="Google Shape;775;g23bf50b1865_1_6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9" name="Shape 7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0" name="Google Shape;780;g2641a776a3e_0_9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81" name="Google Shape;781;g2641a776a3e_0_9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85" name="Shape 7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6" name="Google Shape;786;g2641a776a3e_0_7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87" name="Google Shape;787;g2641a776a3e_0_7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 u="sng">
                <a:solidFill>
                  <a:srgbClr val="2200CC"/>
                </a:solidFill>
                <a:hlinkClick r:id="rId2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https://jmertic.github.io/committee-gallery/academy-software-foundation-staff_slidedeck_all</a:t>
            </a:r>
            <a:r>
              <a:rPr lang="en">
                <a:solidFill>
                  <a:schemeClr val="dk1"/>
                </a:solidFill>
              </a:rPr>
              <a:t> </a:t>
            </a:r>
            <a:endParaRPr b="1"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2" name="Shape 7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3" name="Google Shape;793;g23bf50b1865_1_9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4" name="Google Shape;794;g23bf50b1865_1_9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8" name="Shape 7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9" name="Google Shape;799;g1375398be20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0" name="Google Shape;800;g1375398be20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Relationship Id="rId3" Type="http://schemas.openxmlformats.org/officeDocument/2006/relationships/image" Target="../media/image1.png"/><Relationship Id="rId4" Type="http://schemas.openxmlformats.org/officeDocument/2006/relationships/image" Target="../media/image28.png"/><Relationship Id="rId5" Type="http://schemas.openxmlformats.org/officeDocument/2006/relationships/image" Target="../media/image5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Relationship Id="rId3" Type="http://schemas.openxmlformats.org/officeDocument/2006/relationships/image" Target="../media/image28.png"/><Relationship Id="rId4" Type="http://schemas.openxmlformats.org/officeDocument/2006/relationships/image" Target="../media/image5.png"/><Relationship Id="rId5" Type="http://schemas.openxmlformats.org/officeDocument/2006/relationships/image" Target="../media/image1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Relationship Id="rId3" Type="http://schemas.openxmlformats.org/officeDocument/2006/relationships/image" Target="../media/image5.png"/><Relationship Id="rId4" Type="http://schemas.openxmlformats.org/officeDocument/2006/relationships/image" Target="../media/image8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41.png"/><Relationship Id="rId4" Type="http://schemas.openxmlformats.org/officeDocument/2006/relationships/image" Target="../media/image5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6.png"/><Relationship Id="rId3" Type="http://schemas.openxmlformats.org/officeDocument/2006/relationships/image" Target="../media/image20.png"/><Relationship Id="rId4" Type="http://schemas.openxmlformats.org/officeDocument/2006/relationships/image" Target="../media/image5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2.png"/><Relationship Id="rId3" Type="http://schemas.openxmlformats.org/officeDocument/2006/relationships/image" Target="../media/image11.png"/><Relationship Id="rId4" Type="http://schemas.openxmlformats.org/officeDocument/2006/relationships/image" Target="../media/image5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6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28.png"/><Relationship Id="rId4" Type="http://schemas.openxmlformats.org/officeDocument/2006/relationships/image" Target="../media/image5.pn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Relationship Id="rId3" Type="http://schemas.openxmlformats.org/officeDocument/2006/relationships/image" Target="../media/image5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Relationship Id="rId3" Type="http://schemas.openxmlformats.org/officeDocument/2006/relationships/image" Target="../media/image5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5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5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5.png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7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0.png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3.png"/><Relationship Id="rId3" Type="http://schemas.openxmlformats.org/officeDocument/2006/relationships/image" Target="../media/image13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5.png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2.png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4.png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28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0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Relationship Id="rId3" Type="http://schemas.openxmlformats.org/officeDocument/2006/relationships/image" Target="../media/image5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Relationship Id="rId3" Type="http://schemas.openxmlformats.org/officeDocument/2006/relationships/image" Target="../media/image5.png"/><Relationship Id="rId4" Type="http://schemas.openxmlformats.org/officeDocument/2006/relationships/image" Target="../media/image8.png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2.png"/><Relationship Id="rId3" Type="http://schemas.openxmlformats.org/officeDocument/2006/relationships/image" Target="../media/image1.png"/><Relationship Id="rId4" Type="http://schemas.openxmlformats.org/officeDocument/2006/relationships/image" Target="../media/image28.png"/><Relationship Id="rId5" Type="http://schemas.openxmlformats.org/officeDocument/2006/relationships/image" Target="../media/image5.png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2.png"/><Relationship Id="rId3" Type="http://schemas.openxmlformats.org/officeDocument/2006/relationships/image" Target="../media/image28.png"/><Relationship Id="rId4" Type="http://schemas.openxmlformats.org/officeDocument/2006/relationships/image" Target="../media/image5.png"/><Relationship Id="rId5" Type="http://schemas.openxmlformats.org/officeDocument/2006/relationships/image" Target="../media/image1.png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0.png"/><Relationship Id="rId3" Type="http://schemas.openxmlformats.org/officeDocument/2006/relationships/image" Target="../media/image5.png"/><Relationship Id="rId4" Type="http://schemas.openxmlformats.org/officeDocument/2006/relationships/image" Target="../media/image8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.png"/><Relationship Id="rId3" Type="http://schemas.openxmlformats.org/officeDocument/2006/relationships/image" Target="../media/image41.png"/><Relationship Id="rId4" Type="http://schemas.openxmlformats.org/officeDocument/2006/relationships/image" Target="../media/image5.png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6.png"/><Relationship Id="rId3" Type="http://schemas.openxmlformats.org/officeDocument/2006/relationships/image" Target="../media/image20.png"/><Relationship Id="rId4" Type="http://schemas.openxmlformats.org/officeDocument/2006/relationships/image" Target="../media/image5.png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2.png"/><Relationship Id="rId3" Type="http://schemas.openxmlformats.org/officeDocument/2006/relationships/image" Target="../media/image11.png"/><Relationship Id="rId4" Type="http://schemas.openxmlformats.org/officeDocument/2006/relationships/image" Target="../media/image5.png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0.png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6.png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.png"/></Relationships>
</file>

<file path=ppt/slideLayouts/_rels/slideLayout3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Relationship Id="rId3" Type="http://schemas.openxmlformats.org/officeDocument/2006/relationships/image" Target="../media/image28.png"/><Relationship Id="rId4" Type="http://schemas.openxmlformats.org/officeDocument/2006/relationships/image" Target="../media/image5.png"/></Relationships>
</file>

<file path=ppt/slideLayouts/_rels/slideLayout3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0.png"/><Relationship Id="rId3" Type="http://schemas.openxmlformats.org/officeDocument/2006/relationships/image" Target="../media/image5.png"/></Relationships>
</file>

<file path=ppt/slideLayouts/_rels/slideLayout3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0.png"/><Relationship Id="rId3" Type="http://schemas.openxmlformats.org/officeDocument/2006/relationships/image" Target="../media/image5.png"/></Relationships>
</file>

<file path=ppt/slideLayouts/_rels/slideLayout4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.png"/><Relationship Id="rId3" Type="http://schemas.openxmlformats.org/officeDocument/2006/relationships/image" Target="../media/image5.png"/></Relationships>
</file>

<file path=ppt/slideLayouts/_rels/slideLayout4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.png"/><Relationship Id="rId3" Type="http://schemas.openxmlformats.org/officeDocument/2006/relationships/image" Target="../media/image5.png"/></Relationships>
</file>

<file path=ppt/slideLayouts/_rels/slideLayout4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.png"/><Relationship Id="rId3" Type="http://schemas.openxmlformats.org/officeDocument/2006/relationships/image" Target="../media/image5.png"/></Relationships>
</file>

<file path=ppt/slideLayouts/_rels/slideLayout4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/Relationships>
</file>

<file path=ppt/slideLayouts/_rels/slideLayout4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7.png"/></Relationships>
</file>

<file path=ppt/slideLayouts/_rels/slideLayout4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0.png"/></Relationships>
</file>

<file path=ppt/slideLayouts/_rels/slideLayout4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3.png"/><Relationship Id="rId3" Type="http://schemas.openxmlformats.org/officeDocument/2006/relationships/image" Target="../media/image13.png"/></Relationships>
</file>

<file path=ppt/slideLayouts/_rels/slideLayout4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15.png"/></Relationships>
</file>

<file path=ppt/slideLayouts/_rels/slideLayout4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12.png"/></Relationships>
</file>

<file path=ppt/slideLayouts/_rels/slideLayout5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4.png"/></Relationships>
</file>

<file path=ppt/slideLayouts/_rels/slideLayout5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2.png"/><Relationship Id="rId3" Type="http://schemas.openxmlformats.org/officeDocument/2006/relationships/image" Target="../media/image1.png"/><Relationship Id="rId4" Type="http://schemas.openxmlformats.org/officeDocument/2006/relationships/image" Target="../media/image28.png"/><Relationship Id="rId5" Type="http://schemas.openxmlformats.org/officeDocument/2006/relationships/image" Target="../media/image5.png"/></Relationships>
</file>

<file path=ppt/slideLayouts/_rels/slideLayout5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2.png"/><Relationship Id="rId3" Type="http://schemas.openxmlformats.org/officeDocument/2006/relationships/image" Target="../media/image28.png"/><Relationship Id="rId4" Type="http://schemas.openxmlformats.org/officeDocument/2006/relationships/image" Target="../media/image5.png"/><Relationship Id="rId5" Type="http://schemas.openxmlformats.org/officeDocument/2006/relationships/image" Target="../media/image1.png"/></Relationships>
</file>

<file path=ppt/slideLayouts/_rels/slideLayout5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0.png"/><Relationship Id="rId3" Type="http://schemas.openxmlformats.org/officeDocument/2006/relationships/image" Target="../media/image5.png"/><Relationship Id="rId4" Type="http://schemas.openxmlformats.org/officeDocument/2006/relationships/image" Target="../media/image8.png"/></Relationships>
</file>

<file path=ppt/slideLayouts/_rels/slideLayout5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.png"/><Relationship Id="rId3" Type="http://schemas.openxmlformats.org/officeDocument/2006/relationships/image" Target="../media/image41.png"/><Relationship Id="rId4" Type="http://schemas.openxmlformats.org/officeDocument/2006/relationships/image" Target="../media/image5.png"/></Relationships>
</file>

<file path=ppt/slideLayouts/_rels/slideLayout5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6.png"/><Relationship Id="rId3" Type="http://schemas.openxmlformats.org/officeDocument/2006/relationships/image" Target="../media/image20.png"/><Relationship Id="rId4" Type="http://schemas.openxmlformats.org/officeDocument/2006/relationships/image" Target="../media/image5.png"/></Relationships>
</file>

<file path=ppt/slideLayouts/_rels/slideLayout5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2.png"/><Relationship Id="rId3" Type="http://schemas.openxmlformats.org/officeDocument/2006/relationships/image" Target="../media/image11.png"/><Relationship Id="rId4" Type="http://schemas.openxmlformats.org/officeDocument/2006/relationships/image" Target="../media/image5.png"/></Relationships>
</file>

<file path=ppt/slideLayouts/_rels/slideLayout5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0.png"/><Relationship Id="rId3" Type="http://schemas.openxmlformats.org/officeDocument/2006/relationships/image" Target="../media/image73.png"/></Relationships>
</file>

<file path=ppt/slideLayouts/_rels/slideLayout5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6.png"/><Relationship Id="rId3" Type="http://schemas.openxmlformats.org/officeDocument/2006/relationships/image" Target="../media/image73.png"/></Relationships>
</file>

<file path=ppt/slideLayouts/_rels/slideLayout5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.png"/><Relationship Id="rId3" Type="http://schemas.openxmlformats.org/officeDocument/2006/relationships/image" Target="../media/image73.png"/></Relationships>
</file>

<file path=ppt/slideLayouts/_rels/slideLayout6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.png"/><Relationship Id="rId3" Type="http://schemas.openxmlformats.org/officeDocument/2006/relationships/image" Target="../media/image28.png"/><Relationship Id="rId4" Type="http://schemas.openxmlformats.org/officeDocument/2006/relationships/image" Target="../media/image5.png"/></Relationships>
</file>

<file path=ppt/slideLayouts/_rels/slideLayout6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.png"/><Relationship Id="rId3" Type="http://schemas.openxmlformats.org/officeDocument/2006/relationships/image" Target="../media/image28.png"/></Relationships>
</file>

<file path=ppt/slideLayouts/_rels/slideLayout6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0.png"/><Relationship Id="rId3" Type="http://schemas.openxmlformats.org/officeDocument/2006/relationships/image" Target="../media/image5.png"/></Relationships>
</file>

<file path=ppt/slideLayouts/_rels/slideLayout6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0.png"/><Relationship Id="rId3" Type="http://schemas.openxmlformats.org/officeDocument/2006/relationships/image" Target="../media/image5.png"/></Relationships>
</file>

<file path=ppt/slideLayouts/_rels/slideLayout6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.png"/><Relationship Id="rId3" Type="http://schemas.openxmlformats.org/officeDocument/2006/relationships/image" Target="../media/image5.png"/></Relationships>
</file>

<file path=ppt/slideLayouts/_rels/slideLayout6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.png"/><Relationship Id="rId3" Type="http://schemas.openxmlformats.org/officeDocument/2006/relationships/image" Target="../media/image5.png"/></Relationships>
</file>

<file path=ppt/slideLayouts/_rels/slideLayout6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.png"/><Relationship Id="rId3" Type="http://schemas.openxmlformats.org/officeDocument/2006/relationships/image" Target="../media/image5.png"/></Relationships>
</file>

<file path=ppt/slideLayouts/_rels/slideLayout6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2.png"/><Relationship Id="rId3" Type="http://schemas.openxmlformats.org/officeDocument/2006/relationships/image" Target="../media/image97.png"/></Relationships>
</file>

<file path=ppt/slideLayouts/_rels/slideLayout6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.png"/></Relationships>
</file>

<file path=ppt/slideLayouts/_rels/slideLayout6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7.png"/></Relationships>
</file>

<file path=ppt/slideLayouts/_rels/slideLayout7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0.png"/></Relationships>
</file>

<file path=ppt/slideLayouts/_rels/slideLayout7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10.png"/></Relationships>
</file>

<file path=ppt/slideLayouts/_rels/slideLayout7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05.jpg"/><Relationship Id="rId3" Type="http://schemas.openxmlformats.org/officeDocument/2006/relationships/image" Target="../media/image5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" name="Shape 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oogle Shape;7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Google Shape;8;p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9" name="Google Shape;9;p2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Google Shape;11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2" name="Google Shape;12;p3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Google Shape;13;p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4" name="Google Shape;14;p3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5" name="Google Shape;15;p3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8" name="Google Shape;18;p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9" name="Google Shape;19;p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0" name="Google Shape;20;p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Google Shape;22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3" name="Google Shape;23;p5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4" name="Google Shape;24;p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5" name="Google Shape;25;p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8" name="Google Shape;28;p6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9" name="Google Shape;29;p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0" name="Google Shape;30;p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Google Shape;32;p7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3" name="Google Shape;33;p7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4" name="Google Shape;34;p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" name="Google Shape;35;p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8" name="Google Shape;38;p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9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1" name="Google Shape;41;p9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2" name="Google Shape;42;p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5" name="Google Shape;45;p1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" name="Google Shape;47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48" name="Google Shape;48;p11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49" name="Google Shape;49;p11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1" name="Google Shape;51;p1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52" name="Google Shape;52;p1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3" name="Google Shape;53;p1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5" name="Google Shape;55;p1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1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7" name="Google Shape;57;p1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9" name="Google Shape;59;p1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0" name="Google Shape;60;p1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1" name="Google Shape;61;p1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63" name="Google Shape;63;p1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4" name="Google Shape;64;p1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5" name="Google Shape;65;p1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67" name="Google Shape;67;p16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" name="Google Shape;72;p1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3" name="Google Shape;73;p19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74" name="Google Shape;74;p19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75" name="Google Shape;75;p19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 type="title">
  <p:cSld name="TITL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20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8" name="Google Shape;78;p20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79" name="Google Shape;79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21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2" name="Google Shape;82;p21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83" name="Google Shape;83;p21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84" name="Google Shape;84;p2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_1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2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4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10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0" name="Google Shape;90;p24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1" name="Google Shape;91;p24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92" name="Google Shape;92;p24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93" name="Google Shape;93;p24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94" name="Google Shape;94;p2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6" name="Google Shape;96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97" name="Google Shape;97;p25"/>
          <p:cNvSpPr txBox="1"/>
          <p:nvPr>
            <p:ph type="title"/>
          </p:nvPr>
        </p:nvSpPr>
        <p:spPr>
          <a:xfrm>
            <a:off x="628625" y="986875"/>
            <a:ext cx="7886400" cy="14133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8" name="Google Shape;98;p25"/>
          <p:cNvSpPr txBox="1"/>
          <p:nvPr>
            <p:ph idx="1" type="subTitle"/>
          </p:nvPr>
        </p:nvSpPr>
        <p:spPr>
          <a:xfrm>
            <a:off x="628625" y="2571775"/>
            <a:ext cx="7886400" cy="15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2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4" y="1"/>
            <a:ext cx="91440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- Alternate 6">
  <p:cSld name="7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02" name="Google Shape;102;p2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2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04" name="Google Shape;104;p27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5" name="Google Shape;105;p27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4_Title and Content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07" name="Google Shape;107;p2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08" name="Google Shape;108;p2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09" name="Google Shape;109;p28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2" name="Google Shape;112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3" name="Google Shape;113;p3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14" name="Google Shape;114;p30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3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17" name="Google Shape;117;p31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118" name="Google Shape;118;p31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19" name="Google Shape;119;p31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20" name="Google Shape;120;p31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3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23" name="Google Shape;123;p3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24" name="Google Shape;124;p3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25" name="Google Shape;125;p32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7" name="Google Shape;127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28" name="Google Shape;128;p33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29" name="Google Shape;129;p33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30" name="Google Shape;130;p3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3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133" name="Google Shape;133;p34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34" name="Google Shape;134;p34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35" name="Google Shape;135;p3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7" name="Google Shape;137;p35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38" name="Google Shape;138;p35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39" name="Google Shape;139;p3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0" name="Google Shape;140;p3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3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3" name="Google Shape;143;p3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37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6" name="Google Shape;146;p37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7" name="Google Shape;147;p3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3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50" name="Google Shape;150;p3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2" name="Google Shape;152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53" name="Google Shape;153;p39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154" name="Google Shape;154;p39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56" name="Google Shape;156;p40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57" name="Google Shape;157;p4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58" name="Google Shape;158;p4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0" name="Google Shape;160;p41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1" name="Google Shape;161;p4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2" name="Google Shape;162;p4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4" name="Google Shape;164;p4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5" name="Google Shape;165;p4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6" name="Google Shape;166;p4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8" name="Google Shape;168;p4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9" name="Google Shape;169;p4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0" name="Google Shape;170;p4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72" name="Google Shape;172;p4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73" name="Google Shape;173;p4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4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7" name="Google Shape;177;p4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78" name="Google Shape;178;p47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179" name="Google Shape;179;p47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180" name="Google Shape;180;p47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 type="title">
  <p:cSld name="TITL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p48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83" name="Google Shape;183;p48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184" name="Google Shape;184;p4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49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87" name="Google Shape;187;p49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188" name="Google Shape;188;p49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7150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189" name="Google Shape;189;p4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_1"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50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52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10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95" name="Google Shape;195;p52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96" name="Google Shape;196;p52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197" name="Google Shape;197;p52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7150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198" name="Google Shape;198;p52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99" name="Google Shape;199;p5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2" name="Google Shape;202;p5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203" name="Google Shape;203;p5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04" name="Google Shape;204;p54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5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6" name="Google Shape;206;p5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07" name="Google Shape;207;p55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208" name="Google Shape;208;p55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209" name="Google Shape;209;p55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0" name="Google Shape;210;p55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5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1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5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13" name="Google Shape;213;p56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14" name="Google Shape;214;p5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15" name="Google Shape;215;p56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5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18" name="Google Shape;218;p5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19" name="Google Shape;219;p57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20" name="Google Shape;220;p5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5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23" name="Google Shape;223;p58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24" name="Google Shape;224;p58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25" name="Google Shape;225;p5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5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28" name="Google Shape;228;p59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29" name="Google Shape;229;p59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30" name="Google Shape;230;p5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6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33" name="Google Shape;233;p6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34" name="Google Shape;234;p6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61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37" name="Google Shape;237;p61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38" name="Google Shape;238;p6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39" name="Google Shape;239;p61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40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6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42" name="Google Shape;242;p6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43" name="Google Shape;243;p6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5" name="Google Shape;245;p6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46" name="Google Shape;246;p63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247" name="Google Shape;247;p63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6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 1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9" name="Google Shape;249;p6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250" name="Google Shape;250;p64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6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6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53" name="Google Shape;253;p6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54" name="Google Shape;254;p6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6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57" name="Google Shape;257;p66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58" name="Google Shape;258;p6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6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1" name="Google Shape;261;p6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62" name="Google Shape;262;p6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6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5" name="Google Shape;265;p6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66" name="Google Shape;266;p6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7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268" name="Google Shape;268;p69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69" name="Google Shape;269;p6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 1">
  <p:cSld name="1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70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72" name="Google Shape;272;p7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460166" y="143882"/>
            <a:ext cx="1421746" cy="689820"/>
          </a:xfrm>
          <a:prstGeom prst="rect">
            <a:avLst/>
          </a:prstGeom>
          <a:noFill/>
          <a:ln>
            <a:noFill/>
          </a:ln>
        </p:spPr>
      </p:pic>
      <p:sp>
        <p:nvSpPr>
          <p:cNvPr id="273" name="Google Shape;273;p70"/>
          <p:cNvSpPr txBox="1"/>
          <p:nvPr>
            <p:ph type="title"/>
          </p:nvPr>
        </p:nvSpPr>
        <p:spPr>
          <a:xfrm>
            <a:off x="628650" y="273844"/>
            <a:ext cx="78867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6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276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7" name="Google Shape;277;p7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78" name="Google Shape;278;p73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279" name="Google Shape;279;p73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280" name="Google Shape;280;p73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2" name="Google Shape;282;p7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4" y="1"/>
            <a:ext cx="91440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Theme 1">
  <p:cSld name="Title and Content_2_1_1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83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284" name="Google Shape;284;p75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8389634" y="78623"/>
            <a:ext cx="612780" cy="689837"/>
          </a:xfrm>
          <a:prstGeom prst="rect">
            <a:avLst/>
          </a:prstGeom>
          <a:noFill/>
          <a:ln>
            <a:noFill/>
          </a:ln>
        </p:spPr>
      </p:pic>
      <p:sp>
        <p:nvSpPr>
          <p:cNvPr id="285" name="Google Shape;285;p75"/>
          <p:cNvSpPr txBox="1"/>
          <p:nvPr/>
        </p:nvSpPr>
        <p:spPr>
          <a:xfrm>
            <a:off x="111956" y="4855069"/>
            <a:ext cx="3456300" cy="17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8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5.xml"/><Relationship Id="rId28" Type="http://schemas.openxmlformats.org/officeDocument/2006/relationships/theme" Target="../theme/theme2.xml"/><Relationship Id="rId27" Type="http://schemas.openxmlformats.org/officeDocument/2006/relationships/slideLayout" Target="../slideLayouts/slideLayout27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_rels/slideMaster2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47.xml"/><Relationship Id="rId22" Type="http://schemas.openxmlformats.org/officeDocument/2006/relationships/slideLayout" Target="../slideLayouts/slideLayout49.xml"/><Relationship Id="rId21" Type="http://schemas.openxmlformats.org/officeDocument/2006/relationships/slideLayout" Target="../slideLayouts/slideLayout48.xml"/><Relationship Id="rId24" Type="http://schemas.openxmlformats.org/officeDocument/2006/relationships/theme" Target="../theme/theme3.xml"/><Relationship Id="rId23" Type="http://schemas.openxmlformats.org/officeDocument/2006/relationships/slideLayout" Target="../slideLayouts/slideLayout50.xml"/><Relationship Id="rId1" Type="http://schemas.openxmlformats.org/officeDocument/2006/relationships/slideLayout" Target="../slideLayouts/slideLayout28.xml"/><Relationship Id="rId2" Type="http://schemas.openxmlformats.org/officeDocument/2006/relationships/slideLayout" Target="../slideLayouts/slideLayout29.xml"/><Relationship Id="rId3" Type="http://schemas.openxmlformats.org/officeDocument/2006/relationships/slideLayout" Target="../slideLayouts/slideLayout30.xml"/><Relationship Id="rId4" Type="http://schemas.openxmlformats.org/officeDocument/2006/relationships/slideLayout" Target="../slideLayouts/slideLayout31.xml"/><Relationship Id="rId9" Type="http://schemas.openxmlformats.org/officeDocument/2006/relationships/slideLayout" Target="../slideLayouts/slideLayout36.xml"/><Relationship Id="rId5" Type="http://schemas.openxmlformats.org/officeDocument/2006/relationships/slideLayout" Target="../slideLayouts/slideLayout32.xml"/><Relationship Id="rId6" Type="http://schemas.openxmlformats.org/officeDocument/2006/relationships/slideLayout" Target="../slideLayouts/slideLayout33.xml"/><Relationship Id="rId7" Type="http://schemas.openxmlformats.org/officeDocument/2006/relationships/slideLayout" Target="../slideLayouts/slideLayout34.xml"/><Relationship Id="rId8" Type="http://schemas.openxmlformats.org/officeDocument/2006/relationships/slideLayout" Target="../slideLayouts/slideLayout35.xml"/><Relationship Id="rId11" Type="http://schemas.openxmlformats.org/officeDocument/2006/relationships/slideLayout" Target="../slideLayouts/slideLayout38.xml"/><Relationship Id="rId10" Type="http://schemas.openxmlformats.org/officeDocument/2006/relationships/slideLayout" Target="../slideLayouts/slideLayout37.xml"/><Relationship Id="rId13" Type="http://schemas.openxmlformats.org/officeDocument/2006/relationships/slideLayout" Target="../slideLayouts/slideLayout40.xml"/><Relationship Id="rId12" Type="http://schemas.openxmlformats.org/officeDocument/2006/relationships/slideLayout" Target="../slideLayouts/slideLayout39.xml"/><Relationship Id="rId15" Type="http://schemas.openxmlformats.org/officeDocument/2006/relationships/slideLayout" Target="../slideLayouts/slideLayout42.xml"/><Relationship Id="rId14" Type="http://schemas.openxmlformats.org/officeDocument/2006/relationships/slideLayout" Target="../slideLayouts/slideLayout41.xml"/><Relationship Id="rId17" Type="http://schemas.openxmlformats.org/officeDocument/2006/relationships/slideLayout" Target="../slideLayouts/slideLayout44.xml"/><Relationship Id="rId16" Type="http://schemas.openxmlformats.org/officeDocument/2006/relationships/slideLayout" Target="../slideLayouts/slideLayout43.xml"/><Relationship Id="rId19" Type="http://schemas.openxmlformats.org/officeDocument/2006/relationships/slideLayout" Target="../slideLayouts/slideLayout46.xml"/><Relationship Id="rId18" Type="http://schemas.openxmlformats.org/officeDocument/2006/relationships/slideLayout" Target="../slideLayouts/slideLayout45.xml"/></Relationships>
</file>

<file path=ppt/slideMasters/_rels/slideMaster3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70.xml"/><Relationship Id="rId22" Type="http://schemas.openxmlformats.org/officeDocument/2006/relationships/slideLayout" Target="../slideLayouts/slideLayout72.xml"/><Relationship Id="rId21" Type="http://schemas.openxmlformats.org/officeDocument/2006/relationships/slideLayout" Target="../slideLayouts/slideLayout71.xml"/><Relationship Id="rId23" Type="http://schemas.openxmlformats.org/officeDocument/2006/relationships/theme" Target="../theme/theme4.xml"/><Relationship Id="rId1" Type="http://schemas.openxmlformats.org/officeDocument/2006/relationships/slideLayout" Target="../slideLayouts/slideLayout51.xml"/><Relationship Id="rId2" Type="http://schemas.openxmlformats.org/officeDocument/2006/relationships/slideLayout" Target="../slideLayouts/slideLayout52.xml"/><Relationship Id="rId3" Type="http://schemas.openxmlformats.org/officeDocument/2006/relationships/slideLayout" Target="../slideLayouts/slideLayout53.xml"/><Relationship Id="rId4" Type="http://schemas.openxmlformats.org/officeDocument/2006/relationships/slideLayout" Target="../slideLayouts/slideLayout54.xml"/><Relationship Id="rId9" Type="http://schemas.openxmlformats.org/officeDocument/2006/relationships/slideLayout" Target="../slideLayouts/slideLayout59.xml"/><Relationship Id="rId5" Type="http://schemas.openxmlformats.org/officeDocument/2006/relationships/slideLayout" Target="../slideLayouts/slideLayout55.xml"/><Relationship Id="rId6" Type="http://schemas.openxmlformats.org/officeDocument/2006/relationships/slideLayout" Target="../slideLayouts/slideLayout56.xml"/><Relationship Id="rId7" Type="http://schemas.openxmlformats.org/officeDocument/2006/relationships/slideLayout" Target="../slideLayouts/slideLayout57.xml"/><Relationship Id="rId8" Type="http://schemas.openxmlformats.org/officeDocument/2006/relationships/slideLayout" Target="../slideLayouts/slideLayout58.xml"/><Relationship Id="rId11" Type="http://schemas.openxmlformats.org/officeDocument/2006/relationships/slideLayout" Target="../slideLayouts/slideLayout61.xml"/><Relationship Id="rId10" Type="http://schemas.openxmlformats.org/officeDocument/2006/relationships/slideLayout" Target="../slideLayouts/slideLayout60.xml"/><Relationship Id="rId13" Type="http://schemas.openxmlformats.org/officeDocument/2006/relationships/slideLayout" Target="../slideLayouts/slideLayout63.xml"/><Relationship Id="rId12" Type="http://schemas.openxmlformats.org/officeDocument/2006/relationships/slideLayout" Target="../slideLayouts/slideLayout62.xml"/><Relationship Id="rId15" Type="http://schemas.openxmlformats.org/officeDocument/2006/relationships/slideLayout" Target="../slideLayouts/slideLayout65.xml"/><Relationship Id="rId14" Type="http://schemas.openxmlformats.org/officeDocument/2006/relationships/slideLayout" Target="../slideLayouts/slideLayout64.xml"/><Relationship Id="rId17" Type="http://schemas.openxmlformats.org/officeDocument/2006/relationships/slideLayout" Target="../slideLayouts/slideLayout67.xml"/><Relationship Id="rId16" Type="http://schemas.openxmlformats.org/officeDocument/2006/relationships/slideLayout" Target="../slideLayouts/slideLayout66.xml"/><Relationship Id="rId19" Type="http://schemas.openxmlformats.org/officeDocument/2006/relationships/slideLayout" Target="../slideLayouts/slideLayout69.xml"/><Relationship Id="rId18" Type="http://schemas.openxmlformats.org/officeDocument/2006/relationships/slideLayout" Target="../slideLayouts/slideLayout6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75" r:id="rId1"/>
    <p:sldLayoutId id="2147483676" r:id="rId2"/>
    <p:sldLayoutId id="2147483677" r:id="rId3"/>
    <p:sldLayoutId id="2147483678" r:id="rId4"/>
    <p:sldLayoutId id="2147483679" r:id="rId5"/>
    <p:sldLayoutId id="2147483680" r:id="rId6"/>
    <p:sldLayoutId id="2147483681" r:id="rId7"/>
    <p:sldLayoutId id="2147483682" r:id="rId8"/>
    <p:sldLayoutId id="2147483683" r:id="rId9"/>
    <p:sldLayoutId id="2147483684" r:id="rId10"/>
    <p:sldLayoutId id="2147483685" r:id="rId11"/>
    <p:sldLayoutId id="2147483686" r:id="rId12"/>
    <p:sldLayoutId id="2147483687" r:id="rId13"/>
    <p:sldLayoutId id="2147483688" r:id="rId14"/>
    <p:sldLayoutId id="2147483689" r:id="rId15"/>
    <p:sldLayoutId id="2147483690" r:id="rId16"/>
    <p:sldLayoutId id="2147483691" r:id="rId17"/>
    <p:sldLayoutId id="2147483692" r:id="rId18"/>
    <p:sldLayoutId id="2147483693" r:id="rId19"/>
    <p:sldLayoutId id="2147483694" r:id="rId20"/>
    <p:sldLayoutId id="2147483695" r:id="rId21"/>
    <p:sldLayoutId id="2147483696" r:id="rId22"/>
    <p:sldLayoutId id="2147483697" r:id="rId23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98" r:id="rId1"/>
    <p:sldLayoutId id="2147483699" r:id="rId2"/>
    <p:sldLayoutId id="2147483700" r:id="rId3"/>
    <p:sldLayoutId id="2147483701" r:id="rId4"/>
    <p:sldLayoutId id="2147483702" r:id="rId5"/>
    <p:sldLayoutId id="2147483703" r:id="rId6"/>
    <p:sldLayoutId id="2147483704" r:id="rId7"/>
    <p:sldLayoutId id="2147483705" r:id="rId8"/>
    <p:sldLayoutId id="2147483706" r:id="rId9"/>
    <p:sldLayoutId id="2147483707" r:id="rId10"/>
    <p:sldLayoutId id="2147483708" r:id="rId11"/>
    <p:sldLayoutId id="2147483709" r:id="rId12"/>
    <p:sldLayoutId id="2147483710" r:id="rId13"/>
    <p:sldLayoutId id="2147483711" r:id="rId14"/>
    <p:sldLayoutId id="2147483712" r:id="rId15"/>
    <p:sldLayoutId id="2147483713" r:id="rId16"/>
    <p:sldLayoutId id="2147483714" r:id="rId17"/>
    <p:sldLayoutId id="2147483715" r:id="rId18"/>
    <p:sldLayoutId id="2147483716" r:id="rId19"/>
    <p:sldLayoutId id="2147483717" r:id="rId20"/>
    <p:sldLayoutId id="2147483718" r:id="rId21"/>
    <p:sldLayoutId id="2147483719" r:id="rId22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79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77.png"/><Relationship Id="rId4" Type="http://schemas.openxmlformats.org/officeDocument/2006/relationships/image" Target="../media/image8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5.png"/><Relationship Id="rId4" Type="http://schemas.openxmlformats.org/officeDocument/2006/relationships/image" Target="../media/image8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6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4.png"/><Relationship Id="rId4" Type="http://schemas.openxmlformats.org/officeDocument/2006/relationships/image" Target="../media/image111.png"/><Relationship Id="rId5" Type="http://schemas.openxmlformats.org/officeDocument/2006/relationships/image" Target="../media/image108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6.xml"/><Relationship Id="rId3" Type="http://schemas.openxmlformats.org/officeDocument/2006/relationships/hyperlink" Target="https://www.linuxfoundation.org/" TargetMode="External"/><Relationship Id="rId4" Type="http://schemas.openxmlformats.org/officeDocument/2006/relationships/hyperlink" Target="https://charter.aswf.io" TargetMode="Externa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0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91.png"/><Relationship Id="rId4" Type="http://schemas.openxmlformats.org/officeDocument/2006/relationships/image" Target="../media/image104.png"/><Relationship Id="rId9" Type="http://schemas.openxmlformats.org/officeDocument/2006/relationships/image" Target="../media/image88.png"/><Relationship Id="rId5" Type="http://schemas.openxmlformats.org/officeDocument/2006/relationships/image" Target="../media/image89.png"/><Relationship Id="rId6" Type="http://schemas.openxmlformats.org/officeDocument/2006/relationships/image" Target="../media/image95.png"/><Relationship Id="rId7" Type="http://schemas.openxmlformats.org/officeDocument/2006/relationships/image" Target="../media/image86.png"/><Relationship Id="rId8" Type="http://schemas.openxmlformats.org/officeDocument/2006/relationships/image" Target="../media/image87.png"/><Relationship Id="rId11" Type="http://schemas.openxmlformats.org/officeDocument/2006/relationships/image" Target="../media/image101.png"/><Relationship Id="rId10" Type="http://schemas.openxmlformats.org/officeDocument/2006/relationships/image" Target="../media/image90.png"/><Relationship Id="rId13" Type="http://schemas.openxmlformats.org/officeDocument/2006/relationships/image" Target="../media/image99.png"/><Relationship Id="rId12" Type="http://schemas.openxmlformats.org/officeDocument/2006/relationships/image" Target="../media/image107.png"/><Relationship Id="rId15" Type="http://schemas.openxmlformats.org/officeDocument/2006/relationships/image" Target="../media/image93.png"/><Relationship Id="rId14" Type="http://schemas.openxmlformats.org/officeDocument/2006/relationships/image" Target="../media/image96.png"/><Relationship Id="rId17" Type="http://schemas.openxmlformats.org/officeDocument/2006/relationships/image" Target="../media/image100.png"/><Relationship Id="rId16" Type="http://schemas.openxmlformats.org/officeDocument/2006/relationships/image" Target="../media/image94.png"/><Relationship Id="rId19" Type="http://schemas.openxmlformats.org/officeDocument/2006/relationships/image" Target="../media/image98.png"/><Relationship Id="rId18" Type="http://schemas.openxmlformats.org/officeDocument/2006/relationships/image" Target="../media/image102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tac.aswf.io" TargetMode="External"/><Relationship Id="rId4" Type="http://schemas.openxmlformats.org/officeDocument/2006/relationships/hyperlink" Target="https://tac.aswf.io/meetings/" TargetMode="External"/><Relationship Id="rId5" Type="http://schemas.openxmlformats.org/officeDocument/2006/relationships/hyperlink" Target="https://lists.aswf.io/g/tac" TargetMode="External"/><Relationship Id="rId6" Type="http://schemas.openxmlformats.org/officeDocument/2006/relationships/hyperlink" Target="https://tac.aswf.io/engagement/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charter.aswf.io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tac.aswf.io" TargetMode="Externa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3.xml"/><Relationship Id="rId3" Type="http://schemas.openxmlformats.org/officeDocument/2006/relationships/hyperlink" Target="https://charter.aswf.io" TargetMode="Externa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6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03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16.xml"/><Relationship Id="rId3" Type="http://schemas.openxmlformats.org/officeDocument/2006/relationships/hyperlink" Target="https://members.aswf.io" TargetMode="External"/><Relationship Id="rId4" Type="http://schemas.openxmlformats.org/officeDocument/2006/relationships/hyperlink" Target="https://openprofile.dev/" TargetMode="External"/><Relationship Id="rId5" Type="http://schemas.openxmlformats.org/officeDocument/2006/relationships/hyperlink" Target="https://members.aswf.io" TargetMode="Externa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6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9.xml"/><Relationship Id="rId3" Type="http://schemas.openxmlformats.org/officeDocument/2006/relationships/hyperlink" Target="https://charter.aswf.io" TargetMode="Externa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0.xml"/><Relationship Id="rId3" Type="http://schemas.openxmlformats.org/officeDocument/2006/relationships/hyperlink" Target="https://charter.aswf.io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7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s://lists.aswf.io/g/board/files/Meetings" TargetMode="Externa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27.xml"/><Relationship Id="rId3" Type="http://schemas.openxmlformats.org/officeDocument/2006/relationships/hyperlink" Target="mailto:board@lists.aswf.io" TargetMode="External"/><Relationship Id="rId4" Type="http://schemas.openxmlformats.org/officeDocument/2006/relationships/hyperlink" Target="mailto:tac@lists.aswf.io" TargetMode="External"/><Relationship Id="rId5" Type="http://schemas.openxmlformats.org/officeDocument/2006/relationships/hyperlink" Target="mailto:budget@lists.aswf.io" TargetMode="External"/><Relationship Id="rId6" Type="http://schemas.openxmlformats.org/officeDocument/2006/relationships/hyperlink" Target="mailto:legal@lists.aswf.io" TargetMode="External"/><Relationship Id="rId7" Type="http://schemas.openxmlformats.org/officeDocument/2006/relationships/hyperlink" Target="https://slack.aswf.io" TargetMode="External"/><Relationship Id="rId8" Type="http://schemas.openxmlformats.org/officeDocument/2006/relationships/hyperlink" Target="https://members.aswf.io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members.aswf.io" TargetMode="Externa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2.xml"/><Relationship Id="rId3" Type="http://schemas.openxmlformats.org/officeDocument/2006/relationships/hyperlink" Target="https://charter.aswf.io" TargetMode="External"/><Relationship Id="rId4" Type="http://schemas.openxmlformats.org/officeDocument/2006/relationships/hyperlink" Target="https://www.linuxfoundation.org/legal/antitrust-policy" TargetMode="External"/><Relationship Id="rId9" Type="http://schemas.openxmlformats.org/officeDocument/2006/relationships/hyperlink" Target="https://overviewdeck.aswf.io" TargetMode="External"/><Relationship Id="rId5" Type="http://schemas.openxmlformats.org/officeDocument/2006/relationships/hyperlink" Target="https://github.com/AcademySoftwareFoundation/foundation" TargetMode="External"/><Relationship Id="rId6" Type="http://schemas.openxmlformats.org/officeDocument/2006/relationships/hyperlink" Target="https://github.com/AcademySoftwareFoundation/foundation/blob/main/elections.md" TargetMode="External"/><Relationship Id="rId7" Type="http://schemas.openxmlformats.org/officeDocument/2006/relationships/hyperlink" Target="https://github.com/AcademySoftwareFoundation/foundation/tree/main/project_charters" TargetMode="External"/><Relationship Id="rId8" Type="http://schemas.openxmlformats.org/officeDocument/2006/relationships/hyperlink" Target="https://landscape.aswf.io/" TargetMode="Externa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3.xml"/><Relationship Id="rId3" Type="http://schemas.openxmlformats.org/officeDocument/2006/relationships/hyperlink" Target="https://myorg.lfx.dev" TargetMode="External"/><Relationship Id="rId4" Type="http://schemas.openxmlformats.org/officeDocument/2006/relationships/hyperlink" Target="https://jira.linuxfoundation.org/plugins/servlet/desk/portal/4/create/464" TargetMode="Externa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2.xml"/><Relationship Id="rId2" Type="http://schemas.openxmlformats.org/officeDocument/2006/relationships/notesSlide" Target="../notesSlides/notesSlide34.xml"/><Relationship Id="rId3" Type="http://schemas.openxmlformats.org/officeDocument/2006/relationships/hyperlink" Target="https://members.aswf.io" TargetMode="External"/><Relationship Id="rId4" Type="http://schemas.openxmlformats.org/officeDocument/2006/relationships/image" Target="../media/image109.png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5.xml"/><Relationship Id="rId3" Type="http://schemas.openxmlformats.org/officeDocument/2006/relationships/hyperlink" Target="https://aswf.io/about/members/" TargetMode="External"/><Relationship Id="rId4" Type="http://schemas.openxmlformats.org/officeDocument/2006/relationships/hyperlink" Target="https://www.aswf.io/about/staff/" TargetMode="External"/><Relationship Id="rId5" Type="http://schemas.openxmlformats.org/officeDocument/2006/relationships/hyperlink" Target="https://www.linuxfoundation.org/about/leadership" TargetMode="External"/><Relationship Id="rId6" Type="http://schemas.openxmlformats.org/officeDocument/2006/relationships/hyperlink" Target="https://www.aswf.io/about/governing-board/" TargetMode="External"/><Relationship Id="rId7" Type="http://schemas.openxmlformats.org/officeDocument/2006/relationships/hyperlink" Target="https://www.aswf.io/about/technical-advisory-council/" TargetMode="External"/><Relationship Id="rId8" Type="http://schemas.openxmlformats.org/officeDocument/2006/relationships/hyperlink" Target="https://tac.aswf.io/engagement/#mailing-lists-and-slack-channels-for-hosted-projects" TargetMode="Externa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Relationship Id="rId3" Type="http://schemas.openxmlformats.org/officeDocument/2006/relationships/hyperlink" Target="https://members.aswf.io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9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0" name="Google Shape;290;p7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560012" y="4564388"/>
            <a:ext cx="253575" cy="243825"/>
          </a:xfrm>
          <a:prstGeom prst="rect">
            <a:avLst/>
          </a:prstGeom>
          <a:noFill/>
          <a:ln>
            <a:noFill/>
          </a:ln>
        </p:spPr>
      </p:pic>
      <p:sp>
        <p:nvSpPr>
          <p:cNvPr id="291" name="Google Shape;291;p76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Overview</a:t>
            </a:r>
            <a:endParaRPr/>
          </a:p>
        </p:txBody>
      </p:sp>
      <p:sp>
        <p:nvSpPr>
          <p:cNvPr id="292" name="Google Shape;292;p76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77"/>
          <p:cNvSpPr txBox="1"/>
          <p:nvPr>
            <p:ph type="title"/>
          </p:nvPr>
        </p:nvSpPr>
        <p:spPr>
          <a:xfrm>
            <a:off x="691950" y="162767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Academy Software Foundation Overview and Governance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78"/>
          <p:cNvSpPr txBox="1"/>
          <p:nvPr>
            <p:ph type="title"/>
          </p:nvPr>
        </p:nvSpPr>
        <p:spPr>
          <a:xfrm>
            <a:off x="628650" y="398531"/>
            <a:ext cx="7886700" cy="510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50" lIns="34250" spcFirstLastPara="1" rIns="34250" wrap="square" tIns="34250">
            <a:norm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300"/>
              <a:buFont typeface="Arial"/>
              <a:buNone/>
            </a:pPr>
            <a:r>
              <a:rPr lang="en" sz="2300">
                <a:solidFill>
                  <a:schemeClr val="lt1"/>
                </a:solidFill>
              </a:rPr>
              <a:t>An Open Source Foundation Developed in Partnership</a:t>
            </a:r>
            <a:endParaRPr sz="1100">
              <a:solidFill>
                <a:schemeClr val="lt1"/>
              </a:solidFill>
            </a:endParaRPr>
          </a:p>
        </p:txBody>
      </p:sp>
      <p:pic>
        <p:nvPicPr>
          <p:cNvPr descr="Google Shape;303;p2" id="303" name="Google Shape;303;p7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685900" y="2156525"/>
            <a:ext cx="1812801" cy="595975"/>
          </a:xfrm>
          <a:prstGeom prst="rect">
            <a:avLst/>
          </a:prstGeom>
          <a:noFill/>
          <a:ln>
            <a:noFill/>
          </a:ln>
          <a:effectLst>
            <a:outerShdw blurRad="228600" rotWithShape="0" dir="5400000" dist="82779">
              <a:srgbClr val="000000">
                <a:alpha val="64313"/>
              </a:srgbClr>
            </a:outerShdw>
          </a:effectLst>
        </p:spPr>
      </p:pic>
      <p:pic>
        <p:nvPicPr>
          <p:cNvPr descr="Google Shape;305;p2" id="304" name="Google Shape;304;p7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219725" y="1999550"/>
            <a:ext cx="1081376" cy="1081376"/>
          </a:xfrm>
          <a:prstGeom prst="rect">
            <a:avLst/>
          </a:prstGeom>
          <a:noFill/>
          <a:ln>
            <a:noFill/>
          </a:ln>
          <a:effectLst>
            <a:outerShdw blurRad="228600" rotWithShape="0" dir="5400000" dist="82779">
              <a:srgbClr val="000000"/>
            </a:outerShdw>
          </a:effectLst>
        </p:spPr>
      </p:pic>
      <p:sp>
        <p:nvSpPr>
          <p:cNvPr id="305" name="Google Shape;305;p78"/>
          <p:cNvSpPr txBox="1"/>
          <p:nvPr/>
        </p:nvSpPr>
        <p:spPr>
          <a:xfrm>
            <a:off x="3079114" y="1588299"/>
            <a:ext cx="3003000" cy="2146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Academy Software Foundation provides a neutral forum for open source software developers in the motion picture and broader media industries to share resources and collaborate on technologies for image creation, visual effects, animation and sound. </a:t>
            </a:r>
            <a:endParaRPr b="0" i="0" sz="11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>
    <mc:Choice Requires="p14">
      <p:transition p14:dur="200">
        <p:fade/>
      </p:transition>
    </mc:Choice>
    <mc:Fallback>
      <p:transition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79" title="Milestone Number"/>
          <p:cNvSpPr/>
          <p:nvPr/>
        </p:nvSpPr>
        <p:spPr>
          <a:xfrm>
            <a:off x="959904" y="314245"/>
            <a:ext cx="220800" cy="230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5400" rotWithShape="0" algn="tl" dir="2700000" dist="12700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595959"/>
                </a:solidFill>
                <a:latin typeface="Trebuchet MS"/>
                <a:ea typeface="Trebuchet MS"/>
                <a:cs typeface="Trebuchet MS"/>
                <a:sym typeface="Trebuchet MS"/>
              </a:rPr>
              <a:t>01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1" name="Google Shape;311;p79" title="Milestone Tall Arrow"/>
          <p:cNvSpPr/>
          <p:nvPr/>
        </p:nvSpPr>
        <p:spPr>
          <a:xfrm>
            <a:off x="928819" y="168656"/>
            <a:ext cx="349200" cy="40602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C3602C"/>
              </a:gs>
              <a:gs pos="45000">
                <a:srgbClr val="FFD965"/>
              </a:gs>
              <a:gs pos="94000">
                <a:srgbClr val="F2F2F2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312" name="Google Shape;312;p79"/>
          <p:cNvSpPr txBox="1"/>
          <p:nvPr/>
        </p:nvSpPr>
        <p:spPr>
          <a:xfrm>
            <a:off x="-210240" y="140458"/>
            <a:ext cx="1087500" cy="192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" sz="14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rPr>
              <a:t>ASWF created</a:t>
            </a:r>
            <a:endParaRPr b="1" i="0" sz="1400" u="none" cap="none" strike="noStrike">
              <a:solidFill>
                <a:srgbClr val="FFD96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3" name="Google Shape;313;p79"/>
          <p:cNvSpPr txBox="1"/>
          <p:nvPr/>
        </p:nvSpPr>
        <p:spPr>
          <a:xfrm>
            <a:off x="-66642" y="542265"/>
            <a:ext cx="930300" cy="10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August 10, 2018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1" lang="en" sz="7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Founding members:</a:t>
            </a:r>
            <a:endParaRPr b="0" i="1" sz="7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Animal Logic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Autodesk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Blue Sky Studios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Cisco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DNEG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DreamWorks Animation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Epic Games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Foundry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Google Cloud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Intel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SideFX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The Walt Disney Studios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rPr>
              <a:t>Weta Digital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314" name="Google Shape;314;p79" title="Milestone Arrow"/>
          <p:cNvSpPr/>
          <p:nvPr/>
        </p:nvSpPr>
        <p:spPr>
          <a:xfrm>
            <a:off x="1348459" y="2101556"/>
            <a:ext cx="326700" cy="21183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C3602C"/>
              </a:gs>
              <a:gs pos="45000">
                <a:srgbClr val="FFD965"/>
              </a:gs>
              <a:gs pos="94000">
                <a:srgbClr val="F2F2F2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315" name="Google Shape;315;p79" title="Milestone Number"/>
          <p:cNvSpPr/>
          <p:nvPr/>
        </p:nvSpPr>
        <p:spPr>
          <a:xfrm>
            <a:off x="1408683" y="2217023"/>
            <a:ext cx="206400" cy="2064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5400" rotWithShape="0" algn="tl" dir="2700000" dist="12700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595959"/>
                </a:solidFill>
                <a:latin typeface="Trebuchet MS"/>
                <a:ea typeface="Trebuchet MS"/>
                <a:cs typeface="Trebuchet MS"/>
                <a:sym typeface="Trebuchet MS"/>
              </a:rPr>
              <a:t>02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316" name="Google Shape;316;p79" title="Milestone Text"/>
          <p:cNvGrpSpPr/>
          <p:nvPr/>
        </p:nvGrpSpPr>
        <p:grpSpPr>
          <a:xfrm>
            <a:off x="1349652" y="457106"/>
            <a:ext cx="1193601" cy="524180"/>
            <a:chOff x="2084853" y="-1437412"/>
            <a:chExt cx="1718400" cy="754650"/>
          </a:xfrm>
        </p:grpSpPr>
        <p:sp>
          <p:nvSpPr>
            <p:cNvPr id="317" name="Google Shape;317;p79"/>
            <p:cNvSpPr txBox="1"/>
            <p:nvPr/>
          </p:nvSpPr>
          <p:spPr>
            <a:xfrm>
              <a:off x="2084853" y="-1437412"/>
              <a:ext cx="10998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2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First project</a:t>
              </a:r>
              <a:endParaRPr b="0" i="0" sz="1200" u="none" cap="none" strike="noStrike">
                <a:solidFill>
                  <a:srgbClr val="FFD96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8" name="Google Shape;318;p79"/>
            <p:cNvSpPr txBox="1"/>
            <p:nvPr/>
          </p:nvSpPr>
          <p:spPr>
            <a:xfrm>
              <a:off x="2084853" y="-836662"/>
              <a:ext cx="17184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October 23,2018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OpenVDB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1" lang="en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New members:</a:t>
              </a:r>
              <a:endParaRPr b="0" i="1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Sony Pictures Entertainment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Warner Bros.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Blender Foundation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Visual Effects Society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319" name="Google Shape;319;p79" title="Milestone 4"/>
          <p:cNvGrpSpPr/>
          <p:nvPr/>
        </p:nvGrpSpPr>
        <p:grpSpPr>
          <a:xfrm>
            <a:off x="2152238" y="2446146"/>
            <a:ext cx="1071454" cy="1778765"/>
            <a:chOff x="5194569" y="2879132"/>
            <a:chExt cx="1542548" cy="2560848"/>
          </a:xfrm>
        </p:grpSpPr>
        <p:sp>
          <p:nvSpPr>
            <p:cNvPr id="320" name="Google Shape;320;p79" title="Milestone Arrow"/>
            <p:cNvSpPr/>
            <p:nvPr/>
          </p:nvSpPr>
          <p:spPr>
            <a:xfrm>
              <a:off x="5195414" y="4074980"/>
              <a:ext cx="470400" cy="13650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C3602C"/>
                </a:gs>
                <a:gs pos="45000">
                  <a:srgbClr val="FFD965"/>
                </a:gs>
                <a:gs pos="94000">
                  <a:srgbClr val="F2F2F2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321" name="Google Shape;321;p79" title="Milestone Number"/>
            <p:cNvSpPr/>
            <p:nvPr/>
          </p:nvSpPr>
          <p:spPr>
            <a:xfrm>
              <a:off x="5282129" y="4203577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5400" rotWithShape="0" algn="tl" dir="2700000" dist="12700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595959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04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322" name="Google Shape;322;p79" title="Milestone Text"/>
            <p:cNvGrpSpPr/>
            <p:nvPr/>
          </p:nvGrpSpPr>
          <p:grpSpPr>
            <a:xfrm>
              <a:off x="5194569" y="2879132"/>
              <a:ext cx="1542548" cy="559915"/>
              <a:chOff x="1900453" y="1419541"/>
              <a:chExt cx="1542548" cy="559915"/>
            </a:xfrm>
          </p:grpSpPr>
          <p:sp>
            <p:nvSpPr>
              <p:cNvPr id="323" name="Google Shape;323;p79"/>
              <p:cNvSpPr txBox="1"/>
              <p:nvPr/>
            </p:nvSpPr>
            <p:spPr>
              <a:xfrm>
                <a:off x="2097501" y="1702556"/>
                <a:ext cx="1345500" cy="276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t/>
                </a:r>
                <a:endParaRPr b="0" i="0" sz="13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24" name="Google Shape;324;p79"/>
              <p:cNvSpPr txBox="1"/>
              <p:nvPr/>
            </p:nvSpPr>
            <p:spPr>
              <a:xfrm>
                <a:off x="1900467" y="1419541"/>
                <a:ext cx="12948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May 1 2019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600" u="none" cap="none" strike="noStrike">
                  <a:solidFill>
                    <a:srgbClr val="00B0F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325" name="Google Shape;325;p79"/>
              <p:cNvSpPr txBox="1"/>
              <p:nvPr/>
            </p:nvSpPr>
            <p:spPr>
              <a:xfrm>
                <a:off x="1900453" y="1619351"/>
                <a:ext cx="1294800" cy="235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C3602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OpenEXR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C3602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OpenCue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B49823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chemeClr val="lt1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NVIDIA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chemeClr val="lt1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ftrack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chemeClr val="lt1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Red Hat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grpSp>
        <p:nvGrpSpPr>
          <p:cNvPr id="326" name="Google Shape;326;p79" title="Milestone 8"/>
          <p:cNvGrpSpPr/>
          <p:nvPr/>
        </p:nvGrpSpPr>
        <p:grpSpPr>
          <a:xfrm>
            <a:off x="3381284" y="3775194"/>
            <a:ext cx="304845" cy="330341"/>
            <a:chOff x="7791443" y="4810913"/>
            <a:chExt cx="538500" cy="608700"/>
          </a:xfrm>
        </p:grpSpPr>
        <p:sp>
          <p:nvSpPr>
            <p:cNvPr id="327" name="Google Shape;327;p79" title="Short Milestone Arrow"/>
            <p:cNvSpPr/>
            <p:nvPr/>
          </p:nvSpPr>
          <p:spPr>
            <a:xfrm>
              <a:off x="7825702" y="4810913"/>
              <a:ext cx="470100" cy="608700"/>
            </a:xfrm>
            <a:prstGeom prst="downArrow">
              <a:avLst>
                <a:gd fmla="val 100000" name="adj1"/>
                <a:gd fmla="val 50000" name="adj2"/>
              </a:avLst>
            </a:prstGeom>
            <a:solidFill>
              <a:srgbClr val="BFBFBF">
                <a:alpha val="0"/>
              </a:srgbClr>
            </a:solidFill>
            <a:ln cap="flat" cmpd="sng" w="9525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328" name="Google Shape;328;p79"/>
            <p:cNvSpPr txBox="1"/>
            <p:nvPr/>
          </p:nvSpPr>
          <p:spPr>
            <a:xfrm>
              <a:off x="7791443" y="4894528"/>
              <a:ext cx="538500" cy="276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B49823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COVID</a:t>
              </a:r>
              <a:endParaRPr b="0" i="0" sz="10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B49823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19</a:t>
              </a:r>
              <a:endParaRPr b="0" i="0" sz="7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329" name="Google Shape;329;p79" title="Milestone 3"/>
          <p:cNvGrpSpPr/>
          <p:nvPr/>
        </p:nvGrpSpPr>
        <p:grpSpPr>
          <a:xfrm>
            <a:off x="1748212" y="2071221"/>
            <a:ext cx="1193751" cy="2136336"/>
            <a:chOff x="3350604" y="2363462"/>
            <a:chExt cx="1718617" cy="3075635"/>
          </a:xfrm>
        </p:grpSpPr>
        <p:sp>
          <p:nvSpPr>
            <p:cNvPr id="330" name="Google Shape;330;p79" title="Milestone Arrow"/>
            <p:cNvSpPr/>
            <p:nvPr/>
          </p:nvSpPr>
          <p:spPr>
            <a:xfrm>
              <a:off x="3350604" y="2911597"/>
              <a:ext cx="470400" cy="25275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C3602C"/>
                </a:gs>
                <a:gs pos="45000">
                  <a:srgbClr val="FFD965"/>
                </a:gs>
                <a:gs pos="94000">
                  <a:srgbClr val="F2F2F2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331" name="Google Shape;331;p79" title="Milestone Number"/>
            <p:cNvSpPr/>
            <p:nvPr/>
          </p:nvSpPr>
          <p:spPr>
            <a:xfrm>
              <a:off x="3442121" y="3049950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5400" rotWithShape="0" algn="tl" dir="2700000" dist="12700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595959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03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32" name="Google Shape;332;p79"/>
            <p:cNvSpPr txBox="1"/>
            <p:nvPr/>
          </p:nvSpPr>
          <p:spPr>
            <a:xfrm>
              <a:off x="3350821" y="2363462"/>
              <a:ext cx="17184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February 8, 2019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OpenColorIO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333" name="Google Shape;333;p79" title="Milestone 3"/>
          <p:cNvGrpSpPr/>
          <p:nvPr/>
        </p:nvGrpSpPr>
        <p:grpSpPr>
          <a:xfrm>
            <a:off x="2613007" y="470656"/>
            <a:ext cx="1194791" cy="3749283"/>
            <a:chOff x="3222037" y="41689"/>
            <a:chExt cx="1720114" cy="5397758"/>
          </a:xfrm>
        </p:grpSpPr>
        <p:sp>
          <p:nvSpPr>
            <p:cNvPr id="334" name="Google Shape;334;p79" title="Milestone Arrow"/>
            <p:cNvSpPr/>
            <p:nvPr/>
          </p:nvSpPr>
          <p:spPr>
            <a:xfrm>
              <a:off x="3222037" y="1923747"/>
              <a:ext cx="470400" cy="35157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C3602C"/>
                </a:gs>
                <a:gs pos="45000">
                  <a:srgbClr val="FFD965"/>
                </a:gs>
                <a:gs pos="94000">
                  <a:srgbClr val="F2F2F2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335" name="Google Shape;335;p79" title="Milestone Number"/>
            <p:cNvSpPr/>
            <p:nvPr/>
          </p:nvSpPr>
          <p:spPr>
            <a:xfrm>
              <a:off x="3308744" y="2078215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5400" rotWithShape="0" algn="tl" dir="2700000" dist="12700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595959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05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336" name="Google Shape;336;p79" title="Milestone Text"/>
            <p:cNvGrpSpPr/>
            <p:nvPr/>
          </p:nvGrpSpPr>
          <p:grpSpPr>
            <a:xfrm>
              <a:off x="3223751" y="41689"/>
              <a:ext cx="1718400" cy="777640"/>
              <a:chOff x="1884312" y="-1417902"/>
              <a:chExt cx="1718400" cy="777640"/>
            </a:xfrm>
          </p:grpSpPr>
          <p:sp>
            <p:nvSpPr>
              <p:cNvPr id="337" name="Google Shape;337;p79"/>
              <p:cNvSpPr txBox="1"/>
              <p:nvPr/>
            </p:nvSpPr>
            <p:spPr>
              <a:xfrm>
                <a:off x="1884312" y="-1417902"/>
                <a:ext cx="16092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11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 2019</a:t>
                </a:r>
                <a:endParaRPr b="0" i="0" sz="11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38" name="Google Shape;338;p79"/>
              <p:cNvSpPr txBox="1"/>
              <p:nvPr/>
            </p:nvSpPr>
            <p:spPr>
              <a:xfrm>
                <a:off x="1884312" y="-794162"/>
                <a:ext cx="1718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29, 2019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C3602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OpenTimelineIO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Netflix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Amazon Web Services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Rodeo FX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MovieLabs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sp>
        <p:nvSpPr>
          <p:cNvPr id="339" name="Google Shape;339;p79" title="Milestone Arrow"/>
          <p:cNvSpPr/>
          <p:nvPr/>
        </p:nvSpPr>
        <p:spPr>
          <a:xfrm>
            <a:off x="3000389" y="2258806"/>
            <a:ext cx="326700" cy="19488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C3602C"/>
              </a:gs>
              <a:gs pos="45000">
                <a:srgbClr val="FFD965"/>
              </a:gs>
              <a:gs pos="94000">
                <a:srgbClr val="F2F2F2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340" name="Google Shape;340;p79" title="Milestone Number"/>
          <p:cNvSpPr/>
          <p:nvPr/>
        </p:nvSpPr>
        <p:spPr>
          <a:xfrm>
            <a:off x="3069177" y="2341854"/>
            <a:ext cx="206400" cy="2064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5400" rotWithShape="0" algn="tl" dir="2700000" dist="12700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595959"/>
                </a:solidFill>
                <a:latin typeface="Trebuchet MS"/>
                <a:ea typeface="Trebuchet MS"/>
                <a:cs typeface="Trebuchet MS"/>
                <a:sym typeface="Trebuchet MS"/>
              </a:rPr>
              <a:t>06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1" name="Google Shape;341;p79"/>
          <p:cNvSpPr txBox="1"/>
          <p:nvPr/>
        </p:nvSpPr>
        <p:spPr>
          <a:xfrm>
            <a:off x="3022357" y="1770881"/>
            <a:ext cx="757200" cy="10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rPr>
              <a:t>Sept 13, 2019</a:t>
            </a:r>
            <a:endParaRPr b="0" i="0" sz="800" u="none" cap="none" strike="noStrike">
              <a:solidFill>
                <a:srgbClr val="FFD966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rPr>
              <a:t>Apple</a:t>
            </a:r>
            <a:endParaRPr b="0" i="0" sz="800" u="none" cap="none" strike="noStrike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rPr>
              <a:t>Microsoft</a:t>
            </a:r>
            <a:endParaRPr b="0" i="0" sz="800" u="none" cap="none" strike="noStrike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t/>
            </a:r>
            <a:endParaRPr b="0" i="0" sz="8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grpSp>
        <p:nvGrpSpPr>
          <p:cNvPr id="342" name="Google Shape;342;p79" title="Milestone 3"/>
          <p:cNvGrpSpPr/>
          <p:nvPr/>
        </p:nvGrpSpPr>
        <p:grpSpPr>
          <a:xfrm>
            <a:off x="3743314" y="1524288"/>
            <a:ext cx="386337" cy="2683459"/>
            <a:chOff x="3360040" y="1779237"/>
            <a:chExt cx="556200" cy="3863316"/>
          </a:xfrm>
        </p:grpSpPr>
        <p:sp>
          <p:nvSpPr>
            <p:cNvPr id="343" name="Google Shape;343;p79" title="Milestone Arrow"/>
            <p:cNvSpPr/>
            <p:nvPr/>
          </p:nvSpPr>
          <p:spPr>
            <a:xfrm>
              <a:off x="3360040" y="3114153"/>
              <a:ext cx="470400" cy="25284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C3602C"/>
                </a:gs>
                <a:gs pos="45000">
                  <a:srgbClr val="FFD965"/>
                </a:gs>
                <a:gs pos="94000">
                  <a:srgbClr val="F2F2F2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344" name="Google Shape;344;p79" title="Milestone Number"/>
            <p:cNvSpPr/>
            <p:nvPr/>
          </p:nvSpPr>
          <p:spPr>
            <a:xfrm>
              <a:off x="3446741" y="3369142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5400" rotWithShape="0" algn="tl" dir="2700000" dist="12700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595959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07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5" name="Google Shape;345;p79"/>
            <p:cNvSpPr txBox="1"/>
            <p:nvPr/>
          </p:nvSpPr>
          <p:spPr>
            <a:xfrm>
              <a:off x="3360040" y="1779237"/>
              <a:ext cx="556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April 16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 2020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</a:t>
              </a:r>
              <a:endParaRPr b="1" i="0" sz="7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Shading </a:t>
              </a:r>
              <a:endParaRPr b="1" i="0" sz="7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Language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AMD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DockYard</a:t>
              </a:r>
              <a:endParaRPr b="0" i="0" sz="7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346" name="Google Shape;346;p79"/>
          <p:cNvGrpSpPr/>
          <p:nvPr/>
        </p:nvGrpSpPr>
        <p:grpSpPr>
          <a:xfrm>
            <a:off x="4170435" y="446289"/>
            <a:ext cx="934085" cy="3761054"/>
            <a:chOff x="6941408" y="649743"/>
            <a:chExt cx="1245446" cy="5014739"/>
          </a:xfrm>
        </p:grpSpPr>
        <p:grpSp>
          <p:nvGrpSpPr>
            <p:cNvPr id="347" name="Google Shape;347;p79"/>
            <p:cNvGrpSpPr/>
            <p:nvPr/>
          </p:nvGrpSpPr>
          <p:grpSpPr>
            <a:xfrm>
              <a:off x="6941408" y="649743"/>
              <a:ext cx="1245446" cy="5014739"/>
              <a:chOff x="7627208" y="649743"/>
              <a:chExt cx="1245446" cy="5014739"/>
            </a:xfrm>
          </p:grpSpPr>
          <p:sp>
            <p:nvSpPr>
              <p:cNvPr id="348" name="Google Shape;348;p79" title="Milestone Arrow"/>
              <p:cNvSpPr/>
              <p:nvPr/>
            </p:nvSpPr>
            <p:spPr>
              <a:xfrm>
                <a:off x="7639239" y="2242082"/>
                <a:ext cx="435600" cy="34224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gradFill>
                <a:gsLst>
                  <a:gs pos="0">
                    <a:srgbClr val="C3602C"/>
                  </a:gs>
                  <a:gs pos="45000">
                    <a:srgbClr val="FFD965"/>
                  </a:gs>
                  <a:gs pos="94000">
                    <a:srgbClr val="F2F2F2"/>
                  </a:gs>
                  <a:gs pos="100000">
                    <a:srgbClr val="F2F2F2"/>
                  </a:gs>
                </a:gsLst>
                <a:lin ang="5400700" scaled="0"/>
              </a:gra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grpSp>
            <p:nvGrpSpPr>
              <p:cNvPr id="349" name="Google Shape;349;p79" title="Milestone Text"/>
              <p:cNvGrpSpPr/>
              <p:nvPr/>
            </p:nvGrpSpPr>
            <p:grpSpPr>
              <a:xfrm>
                <a:off x="7627208" y="649743"/>
                <a:ext cx="1245446" cy="740434"/>
                <a:chOff x="2070091" y="-1059208"/>
                <a:chExt cx="1344829" cy="771446"/>
              </a:xfrm>
            </p:grpSpPr>
            <p:sp>
              <p:nvSpPr>
                <p:cNvPr id="350" name="Google Shape;350;p79"/>
                <p:cNvSpPr txBox="1"/>
                <p:nvPr/>
              </p:nvSpPr>
              <p:spPr>
                <a:xfrm>
                  <a:off x="2075420" y="-1059208"/>
                  <a:ext cx="1339500" cy="5571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300"/>
                    <a:buFont typeface="Arial"/>
                    <a:buNone/>
                  </a:pPr>
                  <a:r>
                    <a:rPr b="0" i="0" lang="en" sz="1100" u="none" cap="none" strike="noStrike">
                      <a:solidFill>
                        <a:srgbClr val="FFD965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Open Source Days 2020</a:t>
                  </a:r>
                  <a:endParaRPr b="0" i="0" sz="1100" u="none" cap="none" strike="noStrike">
                    <a:solidFill>
                      <a:srgbClr val="FFD965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351" name="Google Shape;351;p79"/>
                <p:cNvSpPr txBox="1"/>
                <p:nvPr/>
              </p:nvSpPr>
              <p:spPr>
                <a:xfrm>
                  <a:off x="2070091" y="-441662"/>
                  <a:ext cx="1339500" cy="1539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FFD966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August 19-20 2020</a:t>
                  </a:r>
                  <a:endParaRPr b="0" i="0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200"/>
                    <a:buFont typeface="Arial"/>
                    <a:buNone/>
                  </a:pPr>
                  <a:r>
                    <a:t/>
                  </a:r>
                  <a:endParaRPr b="0" i="0" sz="200" u="none" cap="none" strike="noStrike">
                    <a:solidFill>
                      <a:srgbClr val="4EB7C5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200"/>
                    <a:buFont typeface="Arial"/>
                    <a:buNone/>
                  </a:pPr>
                  <a:r>
                    <a:t/>
                  </a:r>
                  <a:endParaRPr b="0" i="0" sz="2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FFFFFF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Unity 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FFFFFF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Conductor Technologies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FFFFFF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SMPTE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t/>
                  </a:r>
                  <a:endParaRPr b="0" i="0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</p:txBody>
            </p:sp>
          </p:grpSp>
        </p:grpSp>
        <p:sp>
          <p:nvSpPr>
            <p:cNvPr id="352" name="Google Shape;352;p79" title="Milestone Number"/>
            <p:cNvSpPr/>
            <p:nvPr/>
          </p:nvSpPr>
          <p:spPr>
            <a:xfrm>
              <a:off x="7044368" y="2405066"/>
              <a:ext cx="275400" cy="2754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5400" rotWithShape="0" algn="tl" dir="2700000" dist="12700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595959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08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353" name="Google Shape;353;p79"/>
          <p:cNvGrpSpPr/>
          <p:nvPr/>
        </p:nvGrpSpPr>
        <p:grpSpPr>
          <a:xfrm>
            <a:off x="140773" y="2770888"/>
            <a:ext cx="569903" cy="1468924"/>
            <a:chOff x="1439424" y="3403934"/>
            <a:chExt cx="820476" cy="2114777"/>
          </a:xfrm>
        </p:grpSpPr>
        <p:grpSp>
          <p:nvGrpSpPr>
            <p:cNvPr id="354" name="Google Shape;354;p79"/>
            <p:cNvGrpSpPr/>
            <p:nvPr/>
          </p:nvGrpSpPr>
          <p:grpSpPr>
            <a:xfrm>
              <a:off x="1439424" y="3945707"/>
              <a:ext cx="818400" cy="1573004"/>
              <a:chOff x="96469" y="3863942"/>
              <a:chExt cx="818400" cy="1573004"/>
            </a:xfrm>
          </p:grpSpPr>
          <p:sp>
            <p:nvSpPr>
              <p:cNvPr id="355" name="Google Shape;355;p79" title="Milestone Arrow"/>
              <p:cNvSpPr/>
              <p:nvPr/>
            </p:nvSpPr>
            <p:spPr>
              <a:xfrm>
                <a:off x="436075" y="4839046"/>
                <a:ext cx="470400" cy="5979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solidFill>
                <a:srgbClr val="C7AB66"/>
              </a:soli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grpSp>
            <p:nvGrpSpPr>
              <p:cNvPr id="356" name="Google Shape;356;p79" title="Milestone Text"/>
              <p:cNvGrpSpPr/>
              <p:nvPr/>
            </p:nvGrpSpPr>
            <p:grpSpPr>
              <a:xfrm>
                <a:off x="96469" y="3863942"/>
                <a:ext cx="818400" cy="872733"/>
                <a:chOff x="1147427" y="3655833"/>
                <a:chExt cx="818400" cy="872733"/>
              </a:xfrm>
            </p:grpSpPr>
            <p:sp>
              <p:nvSpPr>
                <p:cNvPr id="357" name="Google Shape;357;p79"/>
                <p:cNvSpPr txBox="1"/>
                <p:nvPr/>
              </p:nvSpPr>
              <p:spPr>
                <a:xfrm>
                  <a:off x="1147427" y="4066866"/>
                  <a:ext cx="818400" cy="4617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700" u="none" cap="none" strike="noStrike">
                      <a:solidFill>
                        <a:srgbClr val="B49823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Open source</a:t>
                  </a:r>
                  <a:endParaRPr b="0" i="0" sz="1300" u="none" cap="none" strike="noStrike">
                    <a:solidFill>
                      <a:srgbClr val="B49823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700" u="none" cap="none" strike="noStrike">
                      <a:solidFill>
                        <a:srgbClr val="B49823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Investigation </a:t>
                  </a:r>
                  <a:endParaRPr b="0" i="0" sz="1300" u="none" cap="none" strike="noStrike">
                    <a:solidFill>
                      <a:srgbClr val="B49823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700" u="none" cap="none" strike="noStrike">
                      <a:solidFill>
                        <a:srgbClr val="B49823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concludes</a:t>
                  </a:r>
                  <a:endParaRPr b="0" i="0" sz="1300" u="none" cap="none" strike="noStrike">
                    <a:solidFill>
                      <a:srgbClr val="B49823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358" name="Google Shape;358;p79"/>
                <p:cNvSpPr txBox="1"/>
                <p:nvPr/>
              </p:nvSpPr>
              <p:spPr>
                <a:xfrm>
                  <a:off x="1326502" y="3655833"/>
                  <a:ext cx="623700" cy="4308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000"/>
                    <a:buFont typeface="Arial"/>
                    <a:buNone/>
                  </a:pPr>
                  <a:r>
                    <a:rPr b="0" i="0" lang="en" sz="1000" u="none" cap="none" strike="noStrike">
                      <a:solidFill>
                        <a:srgbClr val="C7AB66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Scitech </a:t>
                  </a:r>
                  <a:endParaRPr b="0" i="0" sz="13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000"/>
                    <a:buFont typeface="Arial"/>
                    <a:buNone/>
                  </a:pPr>
                  <a:r>
                    <a:rPr b="0" i="0" lang="en" sz="1000" u="none" cap="none" strike="noStrike">
                      <a:solidFill>
                        <a:srgbClr val="C7AB66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Council</a:t>
                  </a:r>
                  <a:endParaRPr b="0" i="0" sz="13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</p:grpSp>
        <p:pic>
          <p:nvPicPr>
            <p:cNvPr id="359" name="Google Shape;359;p79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776600" y="3403934"/>
              <a:ext cx="483300" cy="4833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360" name="Google Shape;360;p79"/>
          <p:cNvGrpSpPr/>
          <p:nvPr/>
        </p:nvGrpSpPr>
        <p:grpSpPr>
          <a:xfrm>
            <a:off x="4997626" y="443331"/>
            <a:ext cx="941241" cy="3776583"/>
            <a:chOff x="8850426" y="35014"/>
            <a:chExt cx="1355083" cy="5437062"/>
          </a:xfrm>
        </p:grpSpPr>
        <p:sp>
          <p:nvSpPr>
            <p:cNvPr id="361" name="Google Shape;361;p79" title="Milestone Arrow"/>
            <p:cNvSpPr/>
            <p:nvPr/>
          </p:nvSpPr>
          <p:spPr>
            <a:xfrm>
              <a:off x="8872466" y="1476676"/>
              <a:ext cx="470400" cy="39954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C3602C"/>
                </a:gs>
                <a:gs pos="45000">
                  <a:srgbClr val="FFD965"/>
                </a:gs>
                <a:gs pos="94000">
                  <a:srgbClr val="F2F2F2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362" name="Google Shape;362;p79" title="Milestone Text"/>
            <p:cNvGrpSpPr/>
            <p:nvPr/>
          </p:nvGrpSpPr>
          <p:grpSpPr>
            <a:xfrm>
              <a:off x="8850426" y="35014"/>
              <a:ext cx="1355083" cy="750022"/>
              <a:chOff x="2003774" y="-1080659"/>
              <a:chExt cx="1355083" cy="723680"/>
            </a:xfrm>
          </p:grpSpPr>
          <p:sp>
            <p:nvSpPr>
              <p:cNvPr id="363" name="Google Shape;363;p79"/>
              <p:cNvSpPr txBox="1"/>
              <p:nvPr/>
            </p:nvSpPr>
            <p:spPr>
              <a:xfrm>
                <a:off x="2003774" y="-1080659"/>
                <a:ext cx="13449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Days 2021</a:t>
                </a:r>
                <a:endParaRPr b="0" i="0" sz="11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64" name="Google Shape;364;p79"/>
              <p:cNvSpPr txBox="1"/>
              <p:nvPr/>
            </p:nvSpPr>
            <p:spPr>
              <a:xfrm>
                <a:off x="2013957" y="-510879"/>
                <a:ext cx="13449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August  4-5 2021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C3602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MaterialX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Maxon</a:t>
                </a:r>
                <a:r>
                  <a:rPr b="0" i="0" lang="en" sz="9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 </a:t>
                </a:r>
                <a:endParaRPr b="0" i="0" sz="11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365" name="Google Shape;365;p79" title="Milestone Number"/>
            <p:cNvSpPr/>
            <p:nvPr/>
          </p:nvSpPr>
          <p:spPr>
            <a:xfrm>
              <a:off x="8955720" y="1611430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5400" rotWithShape="0" algn="tl" dir="2700000" dist="12700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595959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10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366" name="Google Shape;366;p79" title="Milestone Number"/>
          <p:cNvSpPr/>
          <p:nvPr/>
        </p:nvSpPr>
        <p:spPr>
          <a:xfrm>
            <a:off x="3382725" y="3407980"/>
            <a:ext cx="304800" cy="298500"/>
          </a:xfrm>
          <a:prstGeom prst="ellipse">
            <a:avLst/>
          </a:prstGeom>
          <a:noFill/>
          <a:ln cap="flat" cmpd="sng" w="1270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  <a:effectLst>
            <a:outerShdw blurRad="25400" rotWithShape="0" algn="tl" dir="2700000" dist="12700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rPr>
              <a:t>$1M/</a:t>
            </a:r>
            <a:r>
              <a:rPr b="0" i="0" lang="en" sz="6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rPr>
              <a:t>year</a:t>
            </a:r>
            <a:endParaRPr b="0" i="0" sz="12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7" name="Google Shape;367;p79"/>
          <p:cNvSpPr txBox="1"/>
          <p:nvPr/>
        </p:nvSpPr>
        <p:spPr>
          <a:xfrm>
            <a:off x="760016" y="4469107"/>
            <a:ext cx="5151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8" name="Google Shape;368;p79"/>
          <p:cNvSpPr txBox="1"/>
          <p:nvPr/>
        </p:nvSpPr>
        <p:spPr>
          <a:xfrm>
            <a:off x="1292719" y="4469107"/>
            <a:ext cx="3693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Oct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9" name="Google Shape;369;p79"/>
          <p:cNvSpPr txBox="1"/>
          <p:nvPr/>
        </p:nvSpPr>
        <p:spPr>
          <a:xfrm>
            <a:off x="1708459" y="4469107"/>
            <a:ext cx="3693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0" name="Google Shape;370;p79"/>
          <p:cNvSpPr txBox="1"/>
          <p:nvPr/>
        </p:nvSpPr>
        <p:spPr>
          <a:xfrm>
            <a:off x="2139767" y="4469107"/>
            <a:ext cx="3693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May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1" name="Google Shape;371;p79"/>
          <p:cNvSpPr txBox="1"/>
          <p:nvPr/>
        </p:nvSpPr>
        <p:spPr>
          <a:xfrm>
            <a:off x="2567560" y="4469107"/>
            <a:ext cx="5151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2" name="Google Shape;372;p79"/>
          <p:cNvSpPr txBox="1"/>
          <p:nvPr/>
        </p:nvSpPr>
        <p:spPr>
          <a:xfrm>
            <a:off x="3035664" y="4469107"/>
            <a:ext cx="3693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Oct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3" name="Google Shape;373;p79"/>
          <p:cNvSpPr txBox="1"/>
          <p:nvPr/>
        </p:nvSpPr>
        <p:spPr>
          <a:xfrm>
            <a:off x="3373411" y="4469107"/>
            <a:ext cx="3693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4" name="Google Shape;374;p79"/>
          <p:cNvSpPr txBox="1"/>
          <p:nvPr/>
        </p:nvSpPr>
        <p:spPr>
          <a:xfrm>
            <a:off x="3748650" y="4469107"/>
            <a:ext cx="3693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May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5" name="Google Shape;375;p79"/>
          <p:cNvSpPr txBox="1"/>
          <p:nvPr/>
        </p:nvSpPr>
        <p:spPr>
          <a:xfrm>
            <a:off x="4129622" y="4469107"/>
            <a:ext cx="5151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376" name="Google Shape;376;p79"/>
          <p:cNvCxnSpPr/>
          <p:nvPr/>
        </p:nvCxnSpPr>
        <p:spPr>
          <a:xfrm>
            <a:off x="242980" y="4378913"/>
            <a:ext cx="8610900" cy="20700"/>
          </a:xfrm>
          <a:prstGeom prst="straightConnector1">
            <a:avLst/>
          </a:prstGeom>
          <a:noFill/>
          <a:ln cap="flat" cmpd="sng" w="9525">
            <a:solidFill>
              <a:srgbClr val="BFBFBF"/>
            </a:solidFill>
            <a:prstDash val="solid"/>
            <a:miter lim="800000"/>
            <a:headEnd len="sm" w="sm" type="none"/>
            <a:tailEnd len="med" w="med" type="triangle"/>
          </a:ln>
        </p:spPr>
      </p:cxnSp>
      <p:cxnSp>
        <p:nvCxnSpPr>
          <p:cNvPr id="377" name="Google Shape;377;p79"/>
          <p:cNvCxnSpPr/>
          <p:nvPr/>
        </p:nvCxnSpPr>
        <p:spPr>
          <a:xfrm>
            <a:off x="1481885" y="4263966"/>
            <a:ext cx="0" cy="114900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dash"/>
            <a:miter lim="800000"/>
            <a:headEnd len="sm" w="sm" type="none"/>
            <a:tailEnd len="sm" w="sm" type="none"/>
          </a:ln>
        </p:spPr>
      </p:cxnSp>
      <p:cxnSp>
        <p:nvCxnSpPr>
          <p:cNvPr id="378" name="Google Shape;378;p79"/>
          <p:cNvCxnSpPr/>
          <p:nvPr/>
        </p:nvCxnSpPr>
        <p:spPr>
          <a:xfrm>
            <a:off x="1926694" y="4263966"/>
            <a:ext cx="0" cy="114900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dash"/>
            <a:miter lim="800000"/>
            <a:headEnd len="sm" w="sm" type="none"/>
            <a:tailEnd len="sm" w="sm" type="none"/>
          </a:ln>
        </p:spPr>
      </p:cxnSp>
      <p:cxnSp>
        <p:nvCxnSpPr>
          <p:cNvPr id="379" name="Google Shape;379;p79"/>
          <p:cNvCxnSpPr/>
          <p:nvPr/>
        </p:nvCxnSpPr>
        <p:spPr>
          <a:xfrm>
            <a:off x="2329145" y="4263966"/>
            <a:ext cx="0" cy="114900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dash"/>
            <a:miter lim="800000"/>
            <a:headEnd len="sm" w="sm" type="none"/>
            <a:tailEnd len="sm" w="sm" type="none"/>
          </a:ln>
        </p:spPr>
      </p:cxnSp>
      <p:cxnSp>
        <p:nvCxnSpPr>
          <p:cNvPr id="380" name="Google Shape;380;p79"/>
          <p:cNvCxnSpPr/>
          <p:nvPr/>
        </p:nvCxnSpPr>
        <p:spPr>
          <a:xfrm>
            <a:off x="3241438" y="4263966"/>
            <a:ext cx="0" cy="114900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dash"/>
            <a:miter lim="800000"/>
            <a:headEnd len="sm" w="sm" type="none"/>
            <a:tailEnd len="sm" w="sm" type="none"/>
          </a:ln>
        </p:spPr>
      </p:cxnSp>
      <p:cxnSp>
        <p:nvCxnSpPr>
          <p:cNvPr id="381" name="Google Shape;381;p79"/>
          <p:cNvCxnSpPr/>
          <p:nvPr/>
        </p:nvCxnSpPr>
        <p:spPr>
          <a:xfrm>
            <a:off x="3917536" y="4263966"/>
            <a:ext cx="0" cy="114900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dash"/>
            <a:miter lim="800000"/>
            <a:headEnd len="sm" w="sm" type="none"/>
            <a:tailEnd len="sm" w="sm" type="none"/>
          </a:ln>
        </p:spPr>
      </p:cxnSp>
      <p:cxnSp>
        <p:nvCxnSpPr>
          <p:cNvPr id="382" name="Google Shape;382;p79"/>
          <p:cNvCxnSpPr/>
          <p:nvPr/>
        </p:nvCxnSpPr>
        <p:spPr>
          <a:xfrm>
            <a:off x="4332090" y="4263966"/>
            <a:ext cx="0" cy="114900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dash"/>
            <a:miter lim="800000"/>
            <a:headEnd len="sm" w="sm" type="none"/>
            <a:tailEnd len="sm" w="sm" type="none"/>
          </a:ln>
        </p:spPr>
      </p:cxnSp>
      <p:cxnSp>
        <p:nvCxnSpPr>
          <p:cNvPr id="383" name="Google Shape;383;p79"/>
          <p:cNvCxnSpPr/>
          <p:nvPr/>
        </p:nvCxnSpPr>
        <p:spPr>
          <a:xfrm>
            <a:off x="5225778" y="4263966"/>
            <a:ext cx="0" cy="114900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dash"/>
            <a:miter lim="800000"/>
            <a:headEnd len="sm" w="sm" type="none"/>
            <a:tailEnd len="sm" w="sm" type="none"/>
          </a:ln>
        </p:spPr>
      </p:cxnSp>
      <p:sp>
        <p:nvSpPr>
          <p:cNvPr id="384" name="Google Shape;384;p79"/>
          <p:cNvSpPr txBox="1"/>
          <p:nvPr/>
        </p:nvSpPr>
        <p:spPr>
          <a:xfrm>
            <a:off x="4656064" y="4469107"/>
            <a:ext cx="3693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5" name="Google Shape;385;p79"/>
          <p:cNvSpPr txBox="1"/>
          <p:nvPr/>
        </p:nvSpPr>
        <p:spPr>
          <a:xfrm>
            <a:off x="1173432" y="4735043"/>
            <a:ext cx="5151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2018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6" name="Google Shape;386;p79"/>
          <p:cNvSpPr txBox="1"/>
          <p:nvPr/>
        </p:nvSpPr>
        <p:spPr>
          <a:xfrm>
            <a:off x="2607107" y="4735043"/>
            <a:ext cx="5151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2019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7" name="Google Shape;387;p79"/>
          <p:cNvSpPr txBox="1"/>
          <p:nvPr/>
        </p:nvSpPr>
        <p:spPr>
          <a:xfrm>
            <a:off x="3946472" y="4735043"/>
            <a:ext cx="5151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2020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388" name="Google Shape;388;p79"/>
          <p:cNvCxnSpPr/>
          <p:nvPr/>
        </p:nvCxnSpPr>
        <p:spPr>
          <a:xfrm>
            <a:off x="539701" y="4274303"/>
            <a:ext cx="0" cy="114900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dash"/>
            <a:miter lim="800000"/>
            <a:headEnd len="sm" w="sm" type="none"/>
            <a:tailEnd len="sm" w="sm" type="none"/>
          </a:ln>
        </p:spPr>
      </p:cxnSp>
      <p:sp>
        <p:nvSpPr>
          <p:cNvPr id="389" name="Google Shape;389;p79"/>
          <p:cNvSpPr txBox="1"/>
          <p:nvPr/>
        </p:nvSpPr>
        <p:spPr>
          <a:xfrm>
            <a:off x="331942" y="4469107"/>
            <a:ext cx="369300" cy="163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May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390" name="Google Shape;390;p79"/>
          <p:cNvCxnSpPr/>
          <p:nvPr/>
        </p:nvCxnSpPr>
        <p:spPr>
          <a:xfrm>
            <a:off x="5800030" y="4274303"/>
            <a:ext cx="0" cy="114900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dash"/>
            <a:miter lim="800000"/>
            <a:headEnd len="sm" w="sm" type="none"/>
            <a:tailEnd len="sm" w="sm" type="none"/>
          </a:ln>
        </p:spPr>
      </p:cxnSp>
      <p:sp>
        <p:nvSpPr>
          <p:cNvPr id="391" name="Google Shape;391;p79"/>
          <p:cNvSpPr txBox="1"/>
          <p:nvPr/>
        </p:nvSpPr>
        <p:spPr>
          <a:xfrm>
            <a:off x="5080448" y="4469107"/>
            <a:ext cx="3693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1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2" name="Google Shape;392;p79"/>
          <p:cNvSpPr txBox="1"/>
          <p:nvPr/>
        </p:nvSpPr>
        <p:spPr>
          <a:xfrm>
            <a:off x="5016592" y="4735043"/>
            <a:ext cx="5151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3" name="Google Shape;393;p79"/>
          <p:cNvSpPr txBox="1"/>
          <p:nvPr/>
        </p:nvSpPr>
        <p:spPr>
          <a:xfrm>
            <a:off x="5866732" y="4735061"/>
            <a:ext cx="5151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4" name="Google Shape;394;p79"/>
          <p:cNvSpPr txBox="1"/>
          <p:nvPr/>
        </p:nvSpPr>
        <p:spPr>
          <a:xfrm>
            <a:off x="6077848" y="4469990"/>
            <a:ext cx="5151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5" name="Google Shape;395;p79"/>
          <p:cNvSpPr txBox="1"/>
          <p:nvPr/>
        </p:nvSpPr>
        <p:spPr>
          <a:xfrm>
            <a:off x="6552554" y="4469107"/>
            <a:ext cx="3693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396" name="Google Shape;396;p79"/>
          <p:cNvCxnSpPr/>
          <p:nvPr/>
        </p:nvCxnSpPr>
        <p:spPr>
          <a:xfrm>
            <a:off x="6716756" y="4279857"/>
            <a:ext cx="0" cy="114900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dash"/>
            <a:miter lim="800000"/>
            <a:headEnd len="sm" w="sm" type="none"/>
            <a:tailEnd len="sm" w="sm" type="none"/>
          </a:ln>
        </p:spPr>
      </p:cxnSp>
      <p:grpSp>
        <p:nvGrpSpPr>
          <p:cNvPr id="397" name="Google Shape;397;p79"/>
          <p:cNvGrpSpPr/>
          <p:nvPr/>
        </p:nvGrpSpPr>
        <p:grpSpPr>
          <a:xfrm>
            <a:off x="5791518" y="231797"/>
            <a:ext cx="1816032" cy="3997974"/>
            <a:chOff x="8907691" y="-283646"/>
            <a:chExt cx="2614500" cy="5755794"/>
          </a:xfrm>
        </p:grpSpPr>
        <p:sp>
          <p:nvSpPr>
            <p:cNvPr id="398" name="Google Shape;398;p79" title="Milestone Arrow"/>
            <p:cNvSpPr/>
            <p:nvPr/>
          </p:nvSpPr>
          <p:spPr>
            <a:xfrm>
              <a:off x="8929718" y="877648"/>
              <a:ext cx="470400" cy="45945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C3602C"/>
                </a:gs>
                <a:gs pos="45000">
                  <a:srgbClr val="FFD965"/>
                </a:gs>
                <a:gs pos="94000">
                  <a:srgbClr val="F2F2F2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399" name="Google Shape;399;p79" title="Milestone Text"/>
            <p:cNvGrpSpPr/>
            <p:nvPr/>
          </p:nvGrpSpPr>
          <p:grpSpPr>
            <a:xfrm>
              <a:off x="8907691" y="-283646"/>
              <a:ext cx="2614500" cy="429118"/>
              <a:chOff x="2061039" y="-1388129"/>
              <a:chExt cx="2614500" cy="414047"/>
            </a:xfrm>
          </p:grpSpPr>
          <p:sp>
            <p:nvSpPr>
              <p:cNvPr id="400" name="Google Shape;400;p79"/>
              <p:cNvSpPr txBox="1"/>
              <p:nvPr/>
            </p:nvSpPr>
            <p:spPr>
              <a:xfrm>
                <a:off x="2061039" y="-1388129"/>
                <a:ext cx="26145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FFE599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Forum 2022</a:t>
                </a:r>
                <a:endParaRPr b="0" i="0" sz="900" u="none" cap="none" strike="noStrike">
                  <a:solidFill>
                    <a:srgbClr val="FFE599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t/>
                </a:r>
                <a:endParaRPr b="0" i="0" sz="13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401" name="Google Shape;401;p79"/>
              <p:cNvSpPr txBox="1"/>
              <p:nvPr/>
            </p:nvSpPr>
            <p:spPr>
              <a:xfrm>
                <a:off x="2071216" y="-1127982"/>
                <a:ext cx="1718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E599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March 10,2022</a:t>
                </a:r>
                <a:endParaRPr b="0" i="0" sz="200" u="none" cap="none" strike="noStrike">
                  <a:solidFill>
                    <a:srgbClr val="FFE599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C3602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Rez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C3602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DPEL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600" u="none" cap="none" strike="noStrike">
                    <a:solidFill>
                      <a:srgbClr val="C3602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Raw2ACES</a:t>
                </a:r>
                <a:endParaRPr b="1" i="0" sz="6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402" name="Google Shape;402;p79" title="Milestone Number"/>
            <p:cNvSpPr/>
            <p:nvPr/>
          </p:nvSpPr>
          <p:spPr>
            <a:xfrm>
              <a:off x="9007886" y="1042294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5400" rotWithShape="0" algn="tl" dir="2700000" dist="12700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595959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12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403" name="Google Shape;403;p79"/>
          <p:cNvGrpSpPr/>
          <p:nvPr/>
        </p:nvGrpSpPr>
        <p:grpSpPr>
          <a:xfrm>
            <a:off x="4591843" y="1705982"/>
            <a:ext cx="466400" cy="2501375"/>
            <a:chOff x="7546968" y="2329333"/>
            <a:chExt cx="621866" cy="3335167"/>
          </a:xfrm>
        </p:grpSpPr>
        <p:grpSp>
          <p:nvGrpSpPr>
            <p:cNvPr id="404" name="Google Shape;404;p79"/>
            <p:cNvGrpSpPr/>
            <p:nvPr/>
          </p:nvGrpSpPr>
          <p:grpSpPr>
            <a:xfrm>
              <a:off x="7546968" y="2329333"/>
              <a:ext cx="621866" cy="3335167"/>
              <a:chOff x="8613768" y="2329333"/>
              <a:chExt cx="621866" cy="3335167"/>
            </a:xfrm>
          </p:grpSpPr>
          <p:sp>
            <p:nvSpPr>
              <p:cNvPr id="405" name="Google Shape;405;p79" title="Milestone Arrow"/>
              <p:cNvSpPr/>
              <p:nvPr/>
            </p:nvSpPr>
            <p:spPr>
              <a:xfrm>
                <a:off x="8613768" y="3133100"/>
                <a:ext cx="435600" cy="25314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gradFill>
                <a:gsLst>
                  <a:gs pos="0">
                    <a:srgbClr val="C3602C"/>
                  </a:gs>
                  <a:gs pos="45000">
                    <a:srgbClr val="FFD965"/>
                  </a:gs>
                  <a:gs pos="94000">
                    <a:srgbClr val="F2F2F2"/>
                  </a:gs>
                  <a:gs pos="100000">
                    <a:srgbClr val="F2F2F2"/>
                  </a:gs>
                </a:gsLst>
                <a:lin ang="5400700" scaled="0"/>
              </a:gra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406" name="Google Shape;406;p79"/>
              <p:cNvSpPr txBox="1"/>
              <p:nvPr/>
            </p:nvSpPr>
            <p:spPr>
              <a:xfrm>
                <a:off x="8616434" y="2329333"/>
                <a:ext cx="619200" cy="384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Dec. 15</a:t>
                </a:r>
                <a:endParaRPr b="0" i="0" sz="11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2020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Adobe</a:t>
                </a:r>
                <a:endParaRPr b="0" i="0" sz="11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ETC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407" name="Google Shape;407;p79" title="Milestone Number"/>
            <p:cNvSpPr/>
            <p:nvPr/>
          </p:nvSpPr>
          <p:spPr>
            <a:xfrm>
              <a:off x="7627497" y="3280728"/>
              <a:ext cx="275100" cy="2751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5400" rotWithShape="0" algn="tl" dir="2700000" dist="12700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595959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09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408" name="Google Shape;408;p79" title="Milestone 3"/>
          <p:cNvGrpSpPr/>
          <p:nvPr/>
        </p:nvGrpSpPr>
        <p:grpSpPr>
          <a:xfrm>
            <a:off x="6199641" y="635075"/>
            <a:ext cx="1194797" cy="3590772"/>
            <a:chOff x="3275133" y="269694"/>
            <a:chExt cx="1720123" cy="5169554"/>
          </a:xfrm>
        </p:grpSpPr>
        <p:sp>
          <p:nvSpPr>
            <p:cNvPr id="409" name="Google Shape;409;p79" title="Milestone Arrow"/>
            <p:cNvSpPr/>
            <p:nvPr/>
          </p:nvSpPr>
          <p:spPr>
            <a:xfrm>
              <a:off x="3275133" y="2226548"/>
              <a:ext cx="470400" cy="32127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C3602C"/>
                </a:gs>
                <a:gs pos="45000">
                  <a:srgbClr val="FFD965"/>
                </a:gs>
                <a:gs pos="94000">
                  <a:srgbClr val="F2F2F2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10" name="Google Shape;410;p79" title="Milestone Number"/>
            <p:cNvSpPr/>
            <p:nvPr/>
          </p:nvSpPr>
          <p:spPr>
            <a:xfrm>
              <a:off x="3361849" y="2360183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5400" rotWithShape="0" algn="tl" dir="2700000" dist="12700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595959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13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411" name="Google Shape;411;p79" title="Milestone Text"/>
            <p:cNvGrpSpPr/>
            <p:nvPr/>
          </p:nvGrpSpPr>
          <p:grpSpPr>
            <a:xfrm>
              <a:off x="3276856" y="269694"/>
              <a:ext cx="1718400" cy="675081"/>
              <a:chOff x="1937417" y="-1189897"/>
              <a:chExt cx="1718400" cy="675081"/>
            </a:xfrm>
          </p:grpSpPr>
          <p:sp>
            <p:nvSpPr>
              <p:cNvPr id="412" name="Google Shape;412;p79"/>
              <p:cNvSpPr txBox="1"/>
              <p:nvPr/>
            </p:nvSpPr>
            <p:spPr>
              <a:xfrm>
                <a:off x="1937419" y="-1189897"/>
                <a:ext cx="15657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11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Days 2022</a:t>
                </a:r>
                <a:endParaRPr b="0" i="0" sz="11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13" name="Google Shape;413;p79"/>
              <p:cNvSpPr txBox="1"/>
              <p:nvPr/>
            </p:nvSpPr>
            <p:spPr>
              <a:xfrm>
                <a:off x="1937417" y="-668716"/>
                <a:ext cx="1718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August 8-9, 2022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C3602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OpenFX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C3602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OpenAssetIO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C3602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Review 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C3602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Initiative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Canonical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Khronos Group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grpSp>
        <p:nvGrpSpPr>
          <p:cNvPr id="414" name="Google Shape;414;p79"/>
          <p:cNvGrpSpPr/>
          <p:nvPr/>
        </p:nvGrpSpPr>
        <p:grpSpPr>
          <a:xfrm>
            <a:off x="5417350" y="1663056"/>
            <a:ext cx="466425" cy="2571398"/>
            <a:chOff x="9537094" y="2280168"/>
            <a:chExt cx="621900" cy="3428530"/>
          </a:xfrm>
        </p:grpSpPr>
        <p:grpSp>
          <p:nvGrpSpPr>
            <p:cNvPr id="415" name="Google Shape;415;p79"/>
            <p:cNvGrpSpPr/>
            <p:nvPr/>
          </p:nvGrpSpPr>
          <p:grpSpPr>
            <a:xfrm>
              <a:off x="9537094" y="2280168"/>
              <a:ext cx="621900" cy="3428530"/>
              <a:chOff x="10070494" y="2280168"/>
              <a:chExt cx="621900" cy="3428530"/>
            </a:xfrm>
          </p:grpSpPr>
          <p:sp>
            <p:nvSpPr>
              <p:cNvPr id="416" name="Google Shape;416;p79" title="Milestone Arrow"/>
              <p:cNvSpPr/>
              <p:nvPr/>
            </p:nvSpPr>
            <p:spPr>
              <a:xfrm>
                <a:off x="10070494" y="2809198"/>
                <a:ext cx="435600" cy="28995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gradFill>
                <a:gsLst>
                  <a:gs pos="0">
                    <a:srgbClr val="C3602C"/>
                  </a:gs>
                  <a:gs pos="45000">
                    <a:srgbClr val="FFD965"/>
                  </a:gs>
                  <a:gs pos="94000">
                    <a:srgbClr val="F2F2F2"/>
                  </a:gs>
                  <a:gs pos="100000">
                    <a:srgbClr val="F2F2F2"/>
                  </a:gs>
                </a:gsLst>
                <a:lin ang="5400700" scaled="0"/>
              </a:gradFill>
              <a:ln>
                <a:noFill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417" name="Google Shape;417;p79"/>
              <p:cNvSpPr txBox="1"/>
              <p:nvPr/>
            </p:nvSpPr>
            <p:spPr>
              <a:xfrm>
                <a:off x="10070494" y="2280168"/>
                <a:ext cx="621900" cy="776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Jan. 28 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2022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Wevr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418" name="Google Shape;418;p79" title="Milestone Number"/>
            <p:cNvSpPr/>
            <p:nvPr/>
          </p:nvSpPr>
          <p:spPr>
            <a:xfrm>
              <a:off x="9628865" y="2949719"/>
              <a:ext cx="275100" cy="2751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5400" rotWithShape="0" algn="tl" dir="2700000" dist="12700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595959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11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419" name="Google Shape;419;p79"/>
          <p:cNvCxnSpPr/>
          <p:nvPr/>
        </p:nvCxnSpPr>
        <p:spPr>
          <a:xfrm>
            <a:off x="2830476" y="4274297"/>
            <a:ext cx="0" cy="114900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dash"/>
            <a:miter lim="800000"/>
            <a:headEnd len="sm" w="sm" type="none"/>
            <a:tailEnd len="sm" w="sm" type="none"/>
          </a:ln>
        </p:spPr>
      </p:cxnSp>
      <p:cxnSp>
        <p:nvCxnSpPr>
          <p:cNvPr id="420" name="Google Shape;420;p79"/>
          <p:cNvCxnSpPr/>
          <p:nvPr/>
        </p:nvCxnSpPr>
        <p:spPr>
          <a:xfrm>
            <a:off x="4829733" y="4274297"/>
            <a:ext cx="0" cy="114900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dash"/>
            <a:miter lim="800000"/>
            <a:headEnd len="sm" w="sm" type="none"/>
            <a:tailEnd len="sm" w="sm" type="none"/>
          </a:ln>
        </p:spPr>
      </p:cxnSp>
      <p:cxnSp>
        <p:nvCxnSpPr>
          <p:cNvPr id="421" name="Google Shape;421;p79"/>
          <p:cNvCxnSpPr/>
          <p:nvPr/>
        </p:nvCxnSpPr>
        <p:spPr>
          <a:xfrm>
            <a:off x="6327001" y="4266925"/>
            <a:ext cx="0" cy="114900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dash"/>
            <a:miter lim="800000"/>
            <a:headEnd len="sm" w="sm" type="none"/>
            <a:tailEnd len="sm" w="sm" type="none"/>
          </a:ln>
        </p:spPr>
      </p:cxnSp>
      <p:cxnSp>
        <p:nvCxnSpPr>
          <p:cNvPr id="422" name="Google Shape;422;p79"/>
          <p:cNvCxnSpPr/>
          <p:nvPr/>
        </p:nvCxnSpPr>
        <p:spPr>
          <a:xfrm>
            <a:off x="7277004" y="4266916"/>
            <a:ext cx="0" cy="114900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dash"/>
            <a:miter lim="800000"/>
            <a:headEnd len="sm" w="sm" type="none"/>
            <a:tailEnd len="sm" w="sm" type="none"/>
          </a:ln>
        </p:spPr>
      </p:cxnSp>
      <p:sp>
        <p:nvSpPr>
          <p:cNvPr id="423" name="Google Shape;423;p79" title="Milestone Number"/>
          <p:cNvSpPr/>
          <p:nvPr/>
        </p:nvSpPr>
        <p:spPr>
          <a:xfrm>
            <a:off x="967088" y="264248"/>
            <a:ext cx="206400" cy="2064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5400" rotWithShape="0" algn="tl" dir="2700000" dist="12700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595959"/>
                </a:solidFill>
                <a:latin typeface="Trebuchet MS"/>
                <a:ea typeface="Trebuchet MS"/>
                <a:cs typeface="Trebuchet MS"/>
                <a:sym typeface="Trebuchet MS"/>
              </a:rPr>
              <a:t>01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424" name="Google Shape;424;p79"/>
          <p:cNvGrpSpPr/>
          <p:nvPr/>
        </p:nvGrpSpPr>
        <p:grpSpPr>
          <a:xfrm>
            <a:off x="6565531" y="2019409"/>
            <a:ext cx="1222975" cy="2178875"/>
            <a:chOff x="8975110" y="-182491"/>
            <a:chExt cx="1760689" cy="3136877"/>
          </a:xfrm>
        </p:grpSpPr>
        <p:sp>
          <p:nvSpPr>
            <p:cNvPr id="425" name="Google Shape;425;p79" title="Milestone Arrow"/>
            <p:cNvSpPr/>
            <p:nvPr/>
          </p:nvSpPr>
          <p:spPr>
            <a:xfrm>
              <a:off x="8997146" y="899386"/>
              <a:ext cx="470400" cy="20550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C3602C"/>
                </a:gs>
                <a:gs pos="45000">
                  <a:srgbClr val="FFD965"/>
                </a:gs>
                <a:gs pos="94000">
                  <a:srgbClr val="F2F2F2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426" name="Google Shape;426;p79" title="Milestone Text"/>
            <p:cNvGrpSpPr/>
            <p:nvPr/>
          </p:nvGrpSpPr>
          <p:grpSpPr>
            <a:xfrm>
              <a:off x="8975110" y="-182491"/>
              <a:ext cx="1760689" cy="586495"/>
              <a:chOff x="2128458" y="-1290525"/>
              <a:chExt cx="1760689" cy="565896"/>
            </a:xfrm>
          </p:grpSpPr>
          <p:sp>
            <p:nvSpPr>
              <p:cNvPr id="427" name="Google Shape;427;p79"/>
              <p:cNvSpPr txBox="1"/>
              <p:nvPr/>
            </p:nvSpPr>
            <p:spPr>
              <a:xfrm>
                <a:off x="2128458" y="-1290525"/>
                <a:ext cx="14043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2023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428" name="Google Shape;428;p79"/>
              <p:cNvSpPr txBox="1"/>
              <p:nvPr/>
            </p:nvSpPr>
            <p:spPr>
              <a:xfrm>
                <a:off x="2170747" y="-878529"/>
                <a:ext cx="1718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Feb. 16 2023</a:t>
                </a:r>
                <a:endParaRPr b="0" i="0" sz="7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chemeClr val="lt1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HP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chemeClr val="lt1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Framestore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429" name="Google Shape;429;p79" title="Milestone Number"/>
            <p:cNvSpPr/>
            <p:nvPr/>
          </p:nvSpPr>
          <p:spPr>
            <a:xfrm>
              <a:off x="9107417" y="1051325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5400" rotWithShape="0" algn="tl" dir="2700000" dist="12700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595959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14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430" name="Google Shape;430;p79"/>
          <p:cNvCxnSpPr/>
          <p:nvPr/>
        </p:nvCxnSpPr>
        <p:spPr>
          <a:xfrm>
            <a:off x="1090172" y="4246423"/>
            <a:ext cx="0" cy="114900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dash"/>
            <a:miter lim="800000"/>
            <a:headEnd len="sm" w="sm" type="none"/>
            <a:tailEnd len="sm" w="sm" type="none"/>
          </a:ln>
        </p:spPr>
      </p:cxnSp>
      <p:sp>
        <p:nvSpPr>
          <p:cNvPr id="431" name="Google Shape;431;p79"/>
          <p:cNvSpPr txBox="1"/>
          <p:nvPr/>
        </p:nvSpPr>
        <p:spPr>
          <a:xfrm>
            <a:off x="5588834" y="4469104"/>
            <a:ext cx="3693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1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2" name="Google Shape;432;p79"/>
          <p:cNvSpPr txBox="1"/>
          <p:nvPr/>
        </p:nvSpPr>
        <p:spPr>
          <a:xfrm>
            <a:off x="6860882" y="4735061"/>
            <a:ext cx="5151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3" name="Google Shape;433;p79"/>
          <p:cNvSpPr txBox="1"/>
          <p:nvPr/>
        </p:nvSpPr>
        <p:spPr>
          <a:xfrm>
            <a:off x="7001028" y="4476532"/>
            <a:ext cx="5151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434" name="Google Shape;434;p79" title="Milestone 3"/>
          <p:cNvGrpSpPr/>
          <p:nvPr/>
        </p:nvGrpSpPr>
        <p:grpSpPr>
          <a:xfrm>
            <a:off x="7146826" y="610225"/>
            <a:ext cx="1194786" cy="3609778"/>
            <a:chOff x="3275150" y="242254"/>
            <a:chExt cx="1720106" cy="5196916"/>
          </a:xfrm>
        </p:grpSpPr>
        <p:sp>
          <p:nvSpPr>
            <p:cNvPr id="435" name="Google Shape;435;p79" title="Milestone Arrow"/>
            <p:cNvSpPr/>
            <p:nvPr/>
          </p:nvSpPr>
          <p:spPr>
            <a:xfrm>
              <a:off x="3275150" y="1978370"/>
              <a:ext cx="470400" cy="34608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C3602C"/>
                </a:gs>
                <a:gs pos="45000">
                  <a:srgbClr val="FFD965"/>
                </a:gs>
                <a:gs pos="94000">
                  <a:srgbClr val="F2F2F2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36" name="Google Shape;436;p79" title="Milestone Number"/>
            <p:cNvSpPr/>
            <p:nvPr/>
          </p:nvSpPr>
          <p:spPr>
            <a:xfrm>
              <a:off x="3361849" y="2140777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5400" rotWithShape="0" algn="tl" dir="2700000" dist="12700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595959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15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437" name="Google Shape;437;p79" title="Milestone Text"/>
            <p:cNvGrpSpPr/>
            <p:nvPr/>
          </p:nvGrpSpPr>
          <p:grpSpPr>
            <a:xfrm>
              <a:off x="3276847" y="242254"/>
              <a:ext cx="1718409" cy="725787"/>
              <a:chOff x="1937408" y="-1217337"/>
              <a:chExt cx="1718409" cy="725787"/>
            </a:xfrm>
          </p:grpSpPr>
          <p:sp>
            <p:nvSpPr>
              <p:cNvPr id="438" name="Google Shape;438;p79"/>
              <p:cNvSpPr txBox="1"/>
              <p:nvPr/>
            </p:nvSpPr>
            <p:spPr>
              <a:xfrm>
                <a:off x="1937408" y="-1217337"/>
                <a:ext cx="11778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FFF2C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Days 2023</a:t>
                </a:r>
                <a:endParaRPr b="0" i="0" sz="1100" u="none" cap="none" strike="noStrike">
                  <a:solidFill>
                    <a:srgbClr val="FFF2CC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39" name="Google Shape;439;p79"/>
              <p:cNvSpPr txBox="1"/>
              <p:nvPr/>
            </p:nvSpPr>
            <p:spPr>
              <a:xfrm>
                <a:off x="1937417" y="-645450"/>
                <a:ext cx="1718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F2C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25 - </a:t>
                </a:r>
                <a:endParaRPr b="0" i="0" sz="800" u="none" cap="none" strike="noStrike">
                  <a:solidFill>
                    <a:srgbClr val="FFF2C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F2C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August 7, 2023</a:t>
                </a:r>
                <a:endParaRPr b="0" i="0" sz="800" u="none" cap="none" strike="noStrike">
                  <a:solidFill>
                    <a:srgbClr val="FFF2C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C3602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OpenImageIO</a:t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Otoy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Bolt Graphics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Coreweave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sp>
        <p:nvSpPr>
          <p:cNvPr id="440" name="Google Shape;440;p79"/>
          <p:cNvSpPr txBox="1"/>
          <p:nvPr/>
        </p:nvSpPr>
        <p:spPr>
          <a:xfrm>
            <a:off x="7749220" y="4735043"/>
            <a:ext cx="5151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441" name="Google Shape;441;p79"/>
          <p:cNvGrpSpPr/>
          <p:nvPr/>
        </p:nvGrpSpPr>
        <p:grpSpPr>
          <a:xfrm>
            <a:off x="7518304" y="1820622"/>
            <a:ext cx="1200676" cy="2377338"/>
            <a:chOff x="9007213" y="-259748"/>
            <a:chExt cx="1728586" cy="3213922"/>
          </a:xfrm>
        </p:grpSpPr>
        <p:sp>
          <p:nvSpPr>
            <p:cNvPr id="442" name="Google Shape;442;p79" title="Milestone Arrow"/>
            <p:cNvSpPr/>
            <p:nvPr/>
          </p:nvSpPr>
          <p:spPr>
            <a:xfrm>
              <a:off x="9029245" y="666374"/>
              <a:ext cx="470400" cy="22878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C3602C"/>
                </a:gs>
                <a:gs pos="45000">
                  <a:srgbClr val="FFD965"/>
                </a:gs>
                <a:gs pos="94000">
                  <a:srgbClr val="F2F2F2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443" name="Google Shape;443;p79" title="Milestone Text"/>
            <p:cNvGrpSpPr/>
            <p:nvPr/>
          </p:nvGrpSpPr>
          <p:grpSpPr>
            <a:xfrm>
              <a:off x="9007213" y="-259748"/>
              <a:ext cx="1728586" cy="509236"/>
              <a:chOff x="2160561" y="-1365070"/>
              <a:chExt cx="1728586" cy="491351"/>
            </a:xfrm>
          </p:grpSpPr>
          <p:sp>
            <p:nvSpPr>
              <p:cNvPr id="444" name="Google Shape;444;p79"/>
              <p:cNvSpPr txBox="1"/>
              <p:nvPr/>
            </p:nvSpPr>
            <p:spPr>
              <a:xfrm>
                <a:off x="2160561" y="-1365070"/>
                <a:ext cx="14043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2024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445" name="Google Shape;445;p79"/>
              <p:cNvSpPr txBox="1"/>
              <p:nvPr/>
            </p:nvSpPr>
            <p:spPr>
              <a:xfrm>
                <a:off x="2170747" y="-1027619"/>
                <a:ext cx="1718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22 2024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chemeClr val="lt1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Mod Tech 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chemeClr val="lt1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Labs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446" name="Google Shape;446;p79" title="Milestone Number"/>
            <p:cNvSpPr/>
            <p:nvPr/>
          </p:nvSpPr>
          <p:spPr>
            <a:xfrm>
              <a:off x="9107417" y="809505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5400" rotWithShape="0" algn="tl" dir="2700000" dist="12700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595959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16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47" name="Google Shape;447;p79"/>
          <p:cNvSpPr txBox="1"/>
          <p:nvPr/>
        </p:nvSpPr>
        <p:spPr>
          <a:xfrm>
            <a:off x="7516267" y="4486657"/>
            <a:ext cx="3693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48" name="Google Shape;448;p79"/>
          <p:cNvCxnSpPr/>
          <p:nvPr/>
        </p:nvCxnSpPr>
        <p:spPr>
          <a:xfrm>
            <a:off x="7697647" y="4304444"/>
            <a:ext cx="0" cy="114900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dash"/>
            <a:miter lim="800000"/>
            <a:headEnd len="sm" w="sm" type="none"/>
            <a:tailEnd len="sm" w="sm" type="none"/>
          </a:ln>
        </p:spPr>
      </p:cxnSp>
      <p:cxnSp>
        <p:nvCxnSpPr>
          <p:cNvPr id="449" name="Google Shape;449;p79"/>
          <p:cNvCxnSpPr/>
          <p:nvPr/>
        </p:nvCxnSpPr>
        <p:spPr>
          <a:xfrm>
            <a:off x="3584338" y="4263966"/>
            <a:ext cx="0" cy="114900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dash"/>
            <a:miter lim="800000"/>
            <a:headEnd len="sm" w="sm" type="none"/>
            <a:tailEnd len="sm" w="sm" type="none"/>
          </a:ln>
        </p:spPr>
      </p:cxnSp>
      <p:grpSp>
        <p:nvGrpSpPr>
          <p:cNvPr id="450" name="Google Shape;450;p79" title="Milestone 3"/>
          <p:cNvGrpSpPr/>
          <p:nvPr/>
        </p:nvGrpSpPr>
        <p:grpSpPr>
          <a:xfrm>
            <a:off x="8091638" y="164065"/>
            <a:ext cx="1194190" cy="4055978"/>
            <a:chOff x="3275158" y="-400072"/>
            <a:chExt cx="1719248" cy="5839300"/>
          </a:xfrm>
        </p:grpSpPr>
        <p:sp>
          <p:nvSpPr>
            <p:cNvPr id="451" name="Google Shape;451;p79" title="Milestone Arrow"/>
            <p:cNvSpPr/>
            <p:nvPr/>
          </p:nvSpPr>
          <p:spPr>
            <a:xfrm>
              <a:off x="3275158" y="896328"/>
              <a:ext cx="470400" cy="45429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C3602C"/>
                </a:gs>
                <a:gs pos="45000">
                  <a:srgbClr val="FFD965"/>
                </a:gs>
                <a:gs pos="94000">
                  <a:srgbClr val="F2F2F2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52" name="Google Shape;452;p79" title="Milestone Number"/>
            <p:cNvSpPr/>
            <p:nvPr/>
          </p:nvSpPr>
          <p:spPr>
            <a:xfrm>
              <a:off x="3361849" y="1039026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5400" rotWithShape="0" algn="tl" dir="2700000" dist="12700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595959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17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453" name="Google Shape;453;p79" title="Milestone Text"/>
            <p:cNvGrpSpPr/>
            <p:nvPr/>
          </p:nvGrpSpPr>
          <p:grpSpPr>
            <a:xfrm>
              <a:off x="3276006" y="-400072"/>
              <a:ext cx="1718400" cy="692543"/>
              <a:chOff x="1936567" y="-1859663"/>
              <a:chExt cx="1718400" cy="692543"/>
            </a:xfrm>
          </p:grpSpPr>
          <p:sp>
            <p:nvSpPr>
              <p:cNvPr id="454" name="Google Shape;454;p79"/>
              <p:cNvSpPr txBox="1"/>
              <p:nvPr/>
            </p:nvSpPr>
            <p:spPr>
              <a:xfrm>
                <a:off x="1937408" y="-1859663"/>
                <a:ext cx="11778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FFF2C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Days 2024</a:t>
                </a:r>
                <a:endParaRPr b="0" i="0" sz="1100" u="none" cap="none" strike="noStrike">
                  <a:solidFill>
                    <a:srgbClr val="FFF2CC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55" name="Google Shape;455;p79"/>
              <p:cNvSpPr txBox="1"/>
              <p:nvPr/>
            </p:nvSpPr>
            <p:spPr>
              <a:xfrm>
                <a:off x="1936567" y="-1321020"/>
                <a:ext cx="1718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F2C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23-29 202</a:t>
                </a:r>
                <a:r>
                  <a:rPr lang="en" sz="800">
                    <a:solidFill>
                      <a:srgbClr val="FFF2C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4</a:t>
                </a:r>
                <a:endParaRPr b="0" i="0" sz="800" u="none" cap="none" strike="noStrike">
                  <a:solidFill>
                    <a:srgbClr val="FFF2C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F2C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Samsung</a:t>
                </a:r>
                <a:endParaRPr b="0" i="0" sz="800" u="none" cap="none" strike="noStrike">
                  <a:solidFill>
                    <a:srgbClr val="FFF2C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F2C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Caligra</a:t>
                </a:r>
                <a:endParaRPr b="0" i="0" sz="800" u="none" cap="none" strike="noStrike">
                  <a:solidFill>
                    <a:srgbClr val="FFF2C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cxnSp>
        <p:nvCxnSpPr>
          <p:cNvPr id="456" name="Google Shape;456;p79"/>
          <p:cNvCxnSpPr/>
          <p:nvPr/>
        </p:nvCxnSpPr>
        <p:spPr>
          <a:xfrm>
            <a:off x="8291941" y="4276154"/>
            <a:ext cx="0" cy="114900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dash"/>
            <a:miter lim="800000"/>
            <a:headEnd len="sm" w="sm" type="none"/>
            <a:tailEnd len="sm" w="sm" type="none"/>
          </a:ln>
        </p:spPr>
      </p:cxnSp>
      <p:sp>
        <p:nvSpPr>
          <p:cNvPr id="457" name="Google Shape;457;p79"/>
          <p:cNvSpPr txBox="1"/>
          <p:nvPr/>
        </p:nvSpPr>
        <p:spPr>
          <a:xfrm>
            <a:off x="8015965" y="4485770"/>
            <a:ext cx="5151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58" name="Google Shape;458;p7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46750" y="155930"/>
            <a:ext cx="349200" cy="429551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459" name="Google Shape;459;p79"/>
          <p:cNvGrpSpPr/>
          <p:nvPr/>
        </p:nvGrpSpPr>
        <p:grpSpPr>
          <a:xfrm>
            <a:off x="8471926" y="1067616"/>
            <a:ext cx="1200676" cy="3139302"/>
            <a:chOff x="9017385" y="-1289895"/>
            <a:chExt cx="1728586" cy="4244020"/>
          </a:xfrm>
        </p:grpSpPr>
        <p:sp>
          <p:nvSpPr>
            <p:cNvPr id="460" name="Google Shape;460;p79" title="Milestone Arrow"/>
            <p:cNvSpPr/>
            <p:nvPr/>
          </p:nvSpPr>
          <p:spPr>
            <a:xfrm>
              <a:off x="9039410" y="-58775"/>
              <a:ext cx="470400" cy="30129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C3602C"/>
                </a:gs>
                <a:gs pos="45000">
                  <a:srgbClr val="FFD965"/>
                </a:gs>
                <a:gs pos="94000">
                  <a:srgbClr val="F2F2F2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461" name="Google Shape;461;p79" title="Milestone Text"/>
            <p:cNvGrpSpPr/>
            <p:nvPr/>
          </p:nvGrpSpPr>
          <p:grpSpPr>
            <a:xfrm>
              <a:off x="9017385" y="-1289895"/>
              <a:ext cx="1728586" cy="519553"/>
              <a:chOff x="2170733" y="-2359037"/>
              <a:chExt cx="1728586" cy="501305"/>
            </a:xfrm>
          </p:grpSpPr>
          <p:sp>
            <p:nvSpPr>
              <p:cNvPr id="462" name="Google Shape;462;p79"/>
              <p:cNvSpPr txBox="1"/>
              <p:nvPr/>
            </p:nvSpPr>
            <p:spPr>
              <a:xfrm>
                <a:off x="2170733" y="-2359037"/>
                <a:ext cx="14043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</a:t>
                </a:r>
                <a:r>
                  <a:rPr lang="en" sz="800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5</a:t>
                </a:r>
                <a:endParaRPr b="0" i="0" sz="12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463" name="Google Shape;463;p79"/>
              <p:cNvSpPr txBox="1"/>
              <p:nvPr/>
            </p:nvSpPr>
            <p:spPr>
              <a:xfrm>
                <a:off x="2180919" y="-2011632"/>
                <a:ext cx="1718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</a:t>
                </a:r>
                <a:r>
                  <a:rPr lang="en" sz="800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13</a:t>
                </a:r>
                <a:r>
                  <a:rPr b="0" i="0" lang="en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 202</a:t>
                </a:r>
                <a:r>
                  <a:rPr lang="en" sz="800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5</a:t>
                </a:r>
                <a:endParaRPr b="0" i="0" sz="2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lang="en" sz="800">
                    <a:solidFill>
                      <a:srgbClr val="C3602C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OpenAPV</a:t>
                </a:r>
                <a:endParaRPr b="1" sz="800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sz="100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lang="en" sz="800">
                    <a:solidFill>
                      <a:schemeClr val="lt1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Stability.ai</a:t>
                </a:r>
                <a:r>
                  <a:rPr b="0" i="0" lang="en" sz="800" u="none" cap="none" strike="noStrike">
                    <a:solidFill>
                      <a:schemeClr val="lt1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 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lang="en" sz="800">
                    <a:solidFill>
                      <a:schemeClr val="lt1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RaynaultVFX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464" name="Google Shape;464;p79" title="Milestone Number"/>
            <p:cNvSpPr/>
            <p:nvPr/>
          </p:nvSpPr>
          <p:spPr>
            <a:xfrm>
              <a:off x="9117589" y="88402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5400" rotWithShape="0" algn="tl" dir="2700000" dist="12700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595959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</a:t>
              </a:r>
              <a:r>
                <a:rPr lang="en" sz="800">
                  <a:solidFill>
                    <a:srgbClr val="595959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8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65" name="Google Shape;465;p79"/>
          <p:cNvSpPr txBox="1"/>
          <p:nvPr/>
        </p:nvSpPr>
        <p:spPr>
          <a:xfrm>
            <a:off x="8489567" y="4495651"/>
            <a:ext cx="369300" cy="163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66" name="Google Shape;466;p79"/>
          <p:cNvCxnSpPr/>
          <p:nvPr/>
        </p:nvCxnSpPr>
        <p:spPr>
          <a:xfrm>
            <a:off x="8670947" y="4313437"/>
            <a:ext cx="0" cy="114900"/>
          </a:xfrm>
          <a:prstGeom prst="straightConnector1">
            <a:avLst/>
          </a:prstGeom>
          <a:noFill/>
          <a:ln cap="flat" cmpd="sng" w="9525">
            <a:solidFill>
              <a:srgbClr val="D8D8D8"/>
            </a:solidFill>
            <a:prstDash val="dash"/>
            <a:miter lim="800000"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70" name="Shape 4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8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Membership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2" name="Google Shape;472;p80"/>
          <p:cNvSpPr txBox="1"/>
          <p:nvPr/>
        </p:nvSpPr>
        <p:spPr>
          <a:xfrm>
            <a:off x="155625" y="918375"/>
            <a:ext cx="4026900" cy="35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7225" lIns="67225" spcFirstLastPara="1" rIns="67225" wrap="square" tIns="672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397"/>
              <a:t>Premier</a:t>
            </a:r>
            <a:endParaRPr b="1" sz="1397"/>
          </a:p>
        </p:txBody>
      </p:sp>
      <p:sp>
        <p:nvSpPr>
          <p:cNvPr id="473" name="Google Shape;473;p80"/>
          <p:cNvSpPr txBox="1"/>
          <p:nvPr/>
        </p:nvSpPr>
        <p:spPr>
          <a:xfrm>
            <a:off x="4177454" y="918375"/>
            <a:ext cx="3198300" cy="35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7225" lIns="67225" spcFirstLastPara="1" rIns="67225" wrap="square" tIns="672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397"/>
              <a:t>General</a:t>
            </a:r>
            <a:endParaRPr b="1" sz="1397"/>
          </a:p>
        </p:txBody>
      </p:sp>
      <p:sp>
        <p:nvSpPr>
          <p:cNvPr id="474" name="Google Shape;474;p80"/>
          <p:cNvSpPr txBox="1"/>
          <p:nvPr/>
        </p:nvSpPr>
        <p:spPr>
          <a:xfrm>
            <a:off x="7477580" y="918375"/>
            <a:ext cx="1510500" cy="35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7225" lIns="67225" spcFirstLastPara="1" rIns="67225" wrap="square" tIns="672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397"/>
              <a:t>Associate</a:t>
            </a:r>
            <a:endParaRPr b="1" sz="1397"/>
          </a:p>
        </p:txBody>
      </p:sp>
      <p:cxnSp>
        <p:nvCxnSpPr>
          <p:cNvPr id="475" name="Google Shape;475;p80"/>
          <p:cNvCxnSpPr/>
          <p:nvPr/>
        </p:nvCxnSpPr>
        <p:spPr>
          <a:xfrm flipH="1">
            <a:off x="4177638" y="1194551"/>
            <a:ext cx="5100" cy="3547200"/>
          </a:xfrm>
          <a:prstGeom prst="straightConnector1">
            <a:avLst/>
          </a:prstGeom>
          <a:noFill/>
          <a:ln cap="flat" cmpd="sng" w="16325">
            <a:solidFill>
              <a:srgbClr val="B49823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476" name="Google Shape;476;p80"/>
          <p:cNvCxnSpPr/>
          <p:nvPr/>
        </p:nvCxnSpPr>
        <p:spPr>
          <a:xfrm flipH="1">
            <a:off x="7375814" y="1194551"/>
            <a:ext cx="5100" cy="3547200"/>
          </a:xfrm>
          <a:prstGeom prst="straightConnector1">
            <a:avLst/>
          </a:prstGeom>
          <a:noFill/>
          <a:ln cap="flat" cmpd="sng" w="16325">
            <a:solidFill>
              <a:srgbClr val="B49823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477" name="Google Shape;477;p8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477589" y="1479382"/>
            <a:ext cx="1510783" cy="2709361"/>
          </a:xfrm>
          <a:prstGeom prst="rect">
            <a:avLst/>
          </a:prstGeom>
          <a:noFill/>
          <a:ln>
            <a:noFill/>
          </a:ln>
        </p:spPr>
      </p:pic>
      <p:pic>
        <p:nvPicPr>
          <p:cNvPr id="478" name="Google Shape;478;p80" title="Screenshot 2026-02-18 at 3.44.52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95609" y="1194573"/>
            <a:ext cx="3428218" cy="3852253"/>
          </a:xfrm>
          <a:prstGeom prst="rect">
            <a:avLst/>
          </a:prstGeom>
          <a:noFill/>
          <a:ln>
            <a:noFill/>
          </a:ln>
        </p:spPr>
      </p:pic>
      <p:pic>
        <p:nvPicPr>
          <p:cNvPr id="479" name="Google Shape;479;p80" title="Screenshot 2026-02-18 at 3.55.13 PM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336782" y="1423263"/>
            <a:ext cx="2884921" cy="255366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83" name="Shape 4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4" name="Google Shape;484;p8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802"/>
              <a:buNone/>
            </a:pPr>
            <a:r>
              <a:rPr lang="en" sz="2230"/>
              <a:t>We’re a nonprofit, but not separately incorporated</a:t>
            </a:r>
            <a:endParaRPr sz="2230"/>
          </a:p>
        </p:txBody>
      </p:sp>
      <p:sp>
        <p:nvSpPr>
          <p:cNvPr id="485" name="Google Shape;485;p8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 Academy Software Foundation is part of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the Linux Foundation</a:t>
            </a:r>
            <a:r>
              <a:rPr lang="en"/>
              <a:t> and is not a separate legal entity</a:t>
            </a:r>
            <a:endParaRPr/>
          </a:p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Therefore, the </a:t>
            </a:r>
            <a:r>
              <a:rPr lang="en"/>
              <a:t>Academy Software Foundation</a:t>
            </a:r>
            <a:r>
              <a:rPr lang="en"/>
              <a:t> Governing Board is not a </a:t>
            </a:r>
            <a:r>
              <a:rPr lang="en"/>
              <a:t>corporate</a:t>
            </a:r>
            <a:r>
              <a:rPr lang="en"/>
              <a:t> board of directors, and is not </a:t>
            </a:r>
            <a:r>
              <a:rPr lang="en"/>
              <a:t>subject to </a:t>
            </a:r>
            <a:r>
              <a:rPr lang="en"/>
              <a:t>corporate law statutes (e.g., those that govern f</a:t>
            </a:r>
            <a:r>
              <a:rPr lang="en"/>
              <a:t>iduciary</a:t>
            </a:r>
            <a:r>
              <a:rPr lang="en"/>
              <a:t> duties and how corporate boards of directors must operate)</a:t>
            </a:r>
            <a:endParaRPr/>
          </a:p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 powers and duties of the Governing Board are set forth in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Academy Software Foundation Charter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89" name="Shape 4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0" name="Google Shape;490;p82"/>
          <p:cNvSpPr txBox="1"/>
          <p:nvPr/>
        </p:nvSpPr>
        <p:spPr>
          <a:xfrm>
            <a:off x="354047" y="4976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b="0" i="0" lang="en" sz="2500" u="none" cap="none" strike="noStrik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Academy Software Foundation</a:t>
            </a:r>
            <a:endParaRPr b="0" i="0" sz="2500" u="none" cap="none" strike="noStrike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indent="0" lvl="0" marL="0" marR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" sz="1800" u="none" cap="none" strike="noStrike">
                <a:solidFill>
                  <a:srgbClr val="F79646"/>
                </a:solidFill>
                <a:latin typeface="Arial"/>
                <a:ea typeface="Arial"/>
                <a:cs typeface="Arial"/>
                <a:sym typeface="Arial"/>
              </a:rPr>
              <a:t>Structure</a:t>
            </a:r>
            <a:endParaRPr b="0" i="0" sz="2500" u="none" cap="none" strike="noStrike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pic>
        <p:nvPicPr>
          <p:cNvPr id="491" name="Google Shape;491;p82" title="OpenAPV-logo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373319" y="3076819"/>
            <a:ext cx="440681" cy="133538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492" name="Google Shape;492;p82"/>
          <p:cNvGrpSpPr/>
          <p:nvPr/>
        </p:nvGrpSpPr>
        <p:grpSpPr>
          <a:xfrm>
            <a:off x="172215" y="1292325"/>
            <a:ext cx="8858043" cy="3227494"/>
            <a:chOff x="229621" y="1723100"/>
            <a:chExt cx="11810724" cy="4303325"/>
          </a:xfrm>
        </p:grpSpPr>
        <p:cxnSp>
          <p:nvCxnSpPr>
            <p:cNvPr id="493" name="Google Shape;493;p82"/>
            <p:cNvCxnSpPr/>
            <p:nvPr/>
          </p:nvCxnSpPr>
          <p:spPr>
            <a:xfrm>
              <a:off x="3807489" y="3305081"/>
              <a:ext cx="0" cy="2536500"/>
            </a:xfrm>
            <a:prstGeom prst="straightConnector1">
              <a:avLst/>
            </a:prstGeom>
            <a:noFill/>
            <a:ln cap="flat" cmpd="sng" w="159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94" name="Google Shape;494;p82"/>
            <p:cNvCxnSpPr/>
            <p:nvPr/>
          </p:nvCxnSpPr>
          <p:spPr>
            <a:xfrm>
              <a:off x="3152584" y="3299129"/>
              <a:ext cx="0" cy="2550300"/>
            </a:xfrm>
            <a:prstGeom prst="straightConnector1">
              <a:avLst/>
            </a:prstGeom>
            <a:noFill/>
            <a:ln cap="flat" cmpd="sng" w="159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95" name="Google Shape;495;p82"/>
            <p:cNvCxnSpPr/>
            <p:nvPr/>
          </p:nvCxnSpPr>
          <p:spPr>
            <a:xfrm>
              <a:off x="11564485" y="3301113"/>
              <a:ext cx="0" cy="2532600"/>
            </a:xfrm>
            <a:prstGeom prst="straightConnector1">
              <a:avLst/>
            </a:prstGeom>
            <a:noFill/>
            <a:ln cap="flat" cmpd="sng" w="159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96" name="Google Shape;496;p82"/>
            <p:cNvCxnSpPr/>
            <p:nvPr/>
          </p:nvCxnSpPr>
          <p:spPr>
            <a:xfrm>
              <a:off x="1871400" y="3298137"/>
              <a:ext cx="0" cy="2583300"/>
            </a:xfrm>
            <a:prstGeom prst="straightConnector1">
              <a:avLst/>
            </a:prstGeom>
            <a:noFill/>
            <a:ln cap="flat" cmpd="sng" w="159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97" name="Google Shape;497;p82"/>
            <p:cNvCxnSpPr/>
            <p:nvPr/>
          </p:nvCxnSpPr>
          <p:spPr>
            <a:xfrm>
              <a:off x="7060975" y="3308350"/>
              <a:ext cx="0" cy="2469300"/>
            </a:xfrm>
            <a:prstGeom prst="straightConnector1">
              <a:avLst/>
            </a:prstGeom>
            <a:noFill/>
            <a:ln cap="flat" cmpd="sng" w="159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98" name="Google Shape;498;p82"/>
            <p:cNvCxnSpPr/>
            <p:nvPr/>
          </p:nvCxnSpPr>
          <p:spPr>
            <a:xfrm>
              <a:off x="10949141" y="3305081"/>
              <a:ext cx="0" cy="2520300"/>
            </a:xfrm>
            <a:prstGeom prst="straightConnector1">
              <a:avLst/>
            </a:prstGeom>
            <a:noFill/>
            <a:ln cap="flat" cmpd="sng" w="159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99" name="Google Shape;499;p82"/>
            <p:cNvCxnSpPr/>
            <p:nvPr/>
          </p:nvCxnSpPr>
          <p:spPr>
            <a:xfrm>
              <a:off x="7708755" y="3305081"/>
              <a:ext cx="0" cy="2504400"/>
            </a:xfrm>
            <a:prstGeom prst="straightConnector1">
              <a:avLst/>
            </a:prstGeom>
            <a:noFill/>
            <a:ln cap="flat" cmpd="sng" w="159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00" name="Google Shape;500;p82"/>
            <p:cNvCxnSpPr/>
            <p:nvPr/>
          </p:nvCxnSpPr>
          <p:spPr>
            <a:xfrm>
              <a:off x="8346890" y="3297146"/>
              <a:ext cx="0" cy="2512500"/>
            </a:xfrm>
            <a:prstGeom prst="straightConnector1">
              <a:avLst/>
            </a:prstGeom>
            <a:noFill/>
            <a:ln cap="flat" cmpd="sng" w="159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01" name="Google Shape;501;p82"/>
            <p:cNvCxnSpPr/>
            <p:nvPr/>
          </p:nvCxnSpPr>
          <p:spPr>
            <a:xfrm>
              <a:off x="9009384" y="3301113"/>
              <a:ext cx="0" cy="2532600"/>
            </a:xfrm>
            <a:prstGeom prst="straightConnector1">
              <a:avLst/>
            </a:prstGeom>
            <a:noFill/>
            <a:ln cap="flat" cmpd="sng" w="159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02" name="Google Shape;502;p82"/>
            <p:cNvCxnSpPr/>
            <p:nvPr/>
          </p:nvCxnSpPr>
          <p:spPr>
            <a:xfrm>
              <a:off x="9655967" y="3296045"/>
              <a:ext cx="0" cy="2577300"/>
            </a:xfrm>
            <a:prstGeom prst="straightConnector1">
              <a:avLst/>
            </a:prstGeom>
            <a:noFill/>
            <a:ln cap="flat" cmpd="sng" w="159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03" name="Google Shape;503;p82"/>
            <p:cNvCxnSpPr/>
            <p:nvPr/>
          </p:nvCxnSpPr>
          <p:spPr>
            <a:xfrm>
              <a:off x="10301326" y="3290250"/>
              <a:ext cx="0" cy="2527200"/>
            </a:xfrm>
            <a:prstGeom prst="straightConnector1">
              <a:avLst/>
            </a:prstGeom>
            <a:noFill/>
            <a:ln cap="flat" cmpd="sng" w="159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04" name="Google Shape;504;p82"/>
            <p:cNvCxnSpPr/>
            <p:nvPr/>
          </p:nvCxnSpPr>
          <p:spPr>
            <a:xfrm>
              <a:off x="5781247" y="3305081"/>
              <a:ext cx="0" cy="2520300"/>
            </a:xfrm>
            <a:prstGeom prst="straightConnector1">
              <a:avLst/>
            </a:prstGeom>
            <a:noFill/>
            <a:ln cap="flat" cmpd="sng" w="159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05" name="Google Shape;505;p82"/>
            <p:cNvCxnSpPr/>
            <p:nvPr/>
          </p:nvCxnSpPr>
          <p:spPr>
            <a:xfrm>
              <a:off x="5124012" y="3297146"/>
              <a:ext cx="0" cy="2480700"/>
            </a:xfrm>
            <a:prstGeom prst="straightConnector1">
              <a:avLst/>
            </a:prstGeom>
            <a:noFill/>
            <a:ln cap="flat" cmpd="sng" w="159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06" name="Google Shape;506;p82"/>
            <p:cNvCxnSpPr/>
            <p:nvPr/>
          </p:nvCxnSpPr>
          <p:spPr>
            <a:xfrm>
              <a:off x="4466638" y="3297146"/>
              <a:ext cx="0" cy="2599800"/>
            </a:xfrm>
            <a:prstGeom prst="straightConnector1">
              <a:avLst/>
            </a:prstGeom>
            <a:noFill/>
            <a:ln cap="flat" cmpd="sng" w="159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07" name="Google Shape;507;p82"/>
            <p:cNvCxnSpPr/>
            <p:nvPr/>
          </p:nvCxnSpPr>
          <p:spPr>
            <a:xfrm>
              <a:off x="6429450" y="2349500"/>
              <a:ext cx="0" cy="3460200"/>
            </a:xfrm>
            <a:prstGeom prst="straightConnector1">
              <a:avLst/>
            </a:prstGeom>
            <a:noFill/>
            <a:ln cap="flat" cmpd="sng" w="159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08" name="Google Shape;508;p82"/>
            <p:cNvCxnSpPr>
              <a:stCxn id="509" idx="3"/>
              <a:endCxn id="510" idx="1"/>
            </p:cNvCxnSpPr>
            <p:nvPr/>
          </p:nvCxnSpPr>
          <p:spPr>
            <a:xfrm flipH="1" rot="10800000">
              <a:off x="8574901" y="2208350"/>
              <a:ext cx="262500" cy="2100"/>
            </a:xfrm>
            <a:prstGeom prst="straightConnector1">
              <a:avLst/>
            </a:prstGeom>
            <a:noFill/>
            <a:ln cap="flat" cmpd="sng" w="11525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</p:cxnSp>
        <p:grpSp>
          <p:nvGrpSpPr>
            <p:cNvPr id="511" name="Google Shape;511;p82"/>
            <p:cNvGrpSpPr/>
            <p:nvPr/>
          </p:nvGrpSpPr>
          <p:grpSpPr>
            <a:xfrm>
              <a:off x="8837479" y="1909187"/>
              <a:ext cx="2512263" cy="598261"/>
              <a:chOff x="-1" y="-1"/>
              <a:chExt cx="2980500" cy="661500"/>
            </a:xfrm>
          </p:grpSpPr>
          <p:sp>
            <p:nvSpPr>
              <p:cNvPr id="510" name="Google Shape;510;p82"/>
              <p:cNvSpPr/>
              <p:nvPr/>
            </p:nvSpPr>
            <p:spPr>
              <a:xfrm>
                <a:off x="-1" y="-1"/>
                <a:ext cx="2980500" cy="661500"/>
              </a:xfrm>
              <a:prstGeom prst="rect">
                <a:avLst/>
              </a:prstGeom>
              <a:solidFill>
                <a:srgbClr val="FFFFFF"/>
              </a:solidFill>
              <a:ln cap="flat" cmpd="sng" w="28575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700"/>
                  <a:buFont typeface="Roboto"/>
                  <a:buNone/>
                </a:pPr>
                <a:r>
                  <a:t/>
                </a:r>
                <a:endParaRPr b="0" i="0" sz="700" u="none" cap="none" strike="noStrike">
                  <a:solidFill>
                    <a:srgbClr val="7F7F7F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512" name="Google Shape;512;p82"/>
              <p:cNvSpPr txBox="1"/>
              <p:nvPr/>
            </p:nvSpPr>
            <p:spPr>
              <a:xfrm>
                <a:off x="125267" y="132331"/>
                <a:ext cx="2729400" cy="36450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anchorCtr="0" anchor="t" bIns="23350" lIns="23350" spcFirstLastPara="1" rIns="23350" wrap="square" tIns="23350">
                <a:spAutoFit/>
              </a:bodyPr>
              <a:lstStyle/>
              <a:p>
                <a:pPr indent="2540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1000"/>
                  <a:buFont typeface="Roboto"/>
                  <a:buNone/>
                </a:pPr>
                <a:r>
                  <a:rPr b="0" i="0" lang="en" sz="1300" u="none" cap="none" strike="noStrike">
                    <a:solidFill>
                      <a:srgbClr val="B49823"/>
                    </a:solidFill>
                    <a:latin typeface="Roboto"/>
                    <a:ea typeface="Roboto"/>
                    <a:cs typeface="Roboto"/>
                    <a:sym typeface="Roboto"/>
                  </a:rPr>
                  <a:t>Outreach Committee</a:t>
                </a:r>
                <a:endParaRPr b="0" i="0" sz="1000" u="none" cap="none" strike="noStrike">
                  <a:solidFill>
                    <a:srgbClr val="B49823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cxnSp>
          <p:nvCxnSpPr>
            <p:cNvPr id="513" name="Google Shape;513;p82"/>
            <p:cNvCxnSpPr/>
            <p:nvPr/>
          </p:nvCxnSpPr>
          <p:spPr>
            <a:xfrm flipH="1" rot="10800000">
              <a:off x="4023124" y="2207018"/>
              <a:ext cx="263100" cy="2400"/>
            </a:xfrm>
            <a:prstGeom prst="straightConnector1">
              <a:avLst/>
            </a:prstGeom>
            <a:noFill/>
            <a:ln cap="flat" cmpd="sng" w="11525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</p:cxnSp>
        <p:grpSp>
          <p:nvGrpSpPr>
            <p:cNvPr id="514" name="Google Shape;514;p82"/>
            <p:cNvGrpSpPr/>
            <p:nvPr/>
          </p:nvGrpSpPr>
          <p:grpSpPr>
            <a:xfrm>
              <a:off x="3330873" y="4524423"/>
              <a:ext cx="952026" cy="675722"/>
              <a:chOff x="10505351" y="3922519"/>
              <a:chExt cx="1515000" cy="1045200"/>
            </a:xfrm>
          </p:grpSpPr>
          <p:sp>
            <p:nvSpPr>
              <p:cNvPr id="515" name="Google Shape;515;p82"/>
              <p:cNvSpPr/>
              <p:nvPr/>
            </p:nvSpPr>
            <p:spPr>
              <a:xfrm>
                <a:off x="10505351" y="3922519"/>
                <a:ext cx="1515000" cy="1045200"/>
              </a:xfrm>
              <a:prstGeom prst="rect">
                <a:avLst/>
              </a:prstGeom>
              <a:solidFill>
                <a:srgbClr val="FFFFFF"/>
              </a:solidFill>
              <a:ln cap="flat" cmpd="sng" w="33875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76186" rotWithShape="0" algn="bl" dir="5400000" dist="25395">
                  <a:srgbClr val="000000">
                    <a:alpha val="49020"/>
                  </a:srgbClr>
                </a:outerShdw>
              </a:effectLst>
            </p:spPr>
            <p:txBody>
              <a:bodyPr anchorCtr="0" anchor="t" bIns="0" lIns="0" spcFirstLastPara="1" rIns="0" wrap="square" tIns="36575">
                <a:noAutofit/>
              </a:bodyPr>
              <a:lstStyle/>
              <a:p>
                <a:pPr indent="0" lvl="0" marL="0" marR="0" rtl="0" algn="l">
                  <a:lnSpc>
                    <a:spcPct val="104761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5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pic>
            <p:nvPicPr>
              <p:cNvPr descr="&lt;MaterialX Logo&gt;" id="516" name="Google Shape;516;p82"/>
              <p:cNvPicPr preferRelativeResize="0"/>
              <p:nvPr/>
            </p:nvPicPr>
            <p:blipFill rotWithShape="1">
              <a:blip r:embed="rId4">
                <a:alphaModFix/>
              </a:blip>
              <a:srcRect b="0" l="0" r="0" t="0"/>
              <a:stretch/>
            </p:blipFill>
            <p:spPr>
              <a:xfrm>
                <a:off x="10745184" y="4070535"/>
                <a:ext cx="1035337" cy="775984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517" name="Google Shape;517;p82"/>
            <p:cNvGrpSpPr/>
            <p:nvPr/>
          </p:nvGrpSpPr>
          <p:grpSpPr>
            <a:xfrm>
              <a:off x="8525606" y="4524485"/>
              <a:ext cx="951615" cy="675695"/>
              <a:chOff x="2059808" y="4123084"/>
              <a:chExt cx="829800" cy="589200"/>
            </a:xfrm>
          </p:grpSpPr>
          <p:sp>
            <p:nvSpPr>
              <p:cNvPr id="518" name="Google Shape;518;p82"/>
              <p:cNvSpPr/>
              <p:nvPr/>
            </p:nvSpPr>
            <p:spPr>
              <a:xfrm>
                <a:off x="2059808" y="4123084"/>
                <a:ext cx="829800" cy="589200"/>
              </a:xfrm>
              <a:prstGeom prst="rect">
                <a:avLst/>
              </a:prstGeom>
              <a:solidFill>
                <a:srgbClr val="FFFFFF"/>
              </a:solidFill>
              <a:ln cap="flat" cmpd="sng" w="33875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76186" rotWithShape="0" algn="bl" dir="5400000" dist="25395">
                  <a:srgbClr val="000000">
                    <a:alpha val="49020"/>
                  </a:srgbClr>
                </a:outerShdw>
              </a:effectLst>
            </p:spPr>
            <p:txBody>
              <a:bodyPr anchorCtr="0" anchor="t" bIns="0" lIns="0" spcFirstLastPara="1" rIns="0" wrap="square" tIns="36575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5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pic>
            <p:nvPicPr>
              <p:cNvPr id="519" name="Google Shape;519;p82"/>
              <p:cNvPicPr preferRelativeResize="0"/>
              <p:nvPr/>
            </p:nvPicPr>
            <p:blipFill rotWithShape="1">
              <a:blip r:embed="rId5">
                <a:alphaModFix/>
              </a:blip>
              <a:srcRect b="0" l="0" r="0" t="0"/>
              <a:stretch/>
            </p:blipFill>
            <p:spPr>
              <a:xfrm>
                <a:off x="2269469" y="4184374"/>
                <a:ext cx="394500" cy="449697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520" name="Google Shape;520;p82"/>
            <p:cNvGrpSpPr/>
            <p:nvPr/>
          </p:nvGrpSpPr>
          <p:grpSpPr>
            <a:xfrm>
              <a:off x="9826759" y="4526234"/>
              <a:ext cx="951615" cy="676039"/>
              <a:chOff x="1148865" y="4123029"/>
              <a:chExt cx="829800" cy="589500"/>
            </a:xfrm>
          </p:grpSpPr>
          <p:sp>
            <p:nvSpPr>
              <p:cNvPr id="521" name="Google Shape;521;p82"/>
              <p:cNvSpPr/>
              <p:nvPr/>
            </p:nvSpPr>
            <p:spPr>
              <a:xfrm>
                <a:off x="1148865" y="4123029"/>
                <a:ext cx="829800" cy="589500"/>
              </a:xfrm>
              <a:prstGeom prst="rect">
                <a:avLst/>
              </a:prstGeom>
              <a:solidFill>
                <a:srgbClr val="FFFFFF"/>
              </a:solidFill>
              <a:ln cap="flat" cmpd="sng" w="33875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76186" rotWithShape="0" algn="bl" dir="5400000" dist="25395">
                  <a:srgbClr val="000000">
                    <a:alpha val="49020"/>
                  </a:srgbClr>
                </a:outerShdw>
              </a:effectLst>
            </p:spPr>
            <p:txBody>
              <a:bodyPr anchorCtr="0" anchor="t" bIns="0" lIns="0" spcFirstLastPara="1" rIns="0" wrap="square" tIns="36575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/>
                  <a:buNone/>
                </a:pPr>
                <a:r>
                  <a:t/>
                </a:r>
                <a:endParaRPr b="0" i="0" sz="5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pic>
            <p:nvPicPr>
              <p:cNvPr id="522" name="Google Shape;522;p82"/>
              <p:cNvPicPr preferRelativeResize="0"/>
              <p:nvPr/>
            </p:nvPicPr>
            <p:blipFill rotWithShape="1">
              <a:blip r:embed="rId6">
                <a:alphaModFix/>
              </a:blip>
              <a:srcRect b="0" l="0" r="0" t="0"/>
              <a:stretch/>
            </p:blipFill>
            <p:spPr>
              <a:xfrm>
                <a:off x="1287056" y="4197068"/>
                <a:ext cx="575501" cy="439658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523" name="Google Shape;523;p82"/>
            <p:cNvGrpSpPr/>
            <p:nvPr/>
          </p:nvGrpSpPr>
          <p:grpSpPr>
            <a:xfrm>
              <a:off x="11088730" y="4526400"/>
              <a:ext cx="951615" cy="675695"/>
              <a:chOff x="237923" y="4123084"/>
              <a:chExt cx="829800" cy="589200"/>
            </a:xfrm>
          </p:grpSpPr>
          <p:sp>
            <p:nvSpPr>
              <p:cNvPr id="524" name="Google Shape;524;p82"/>
              <p:cNvSpPr/>
              <p:nvPr/>
            </p:nvSpPr>
            <p:spPr>
              <a:xfrm>
                <a:off x="237923" y="4123084"/>
                <a:ext cx="829800" cy="589200"/>
              </a:xfrm>
              <a:prstGeom prst="rect">
                <a:avLst/>
              </a:prstGeom>
              <a:solidFill>
                <a:srgbClr val="FFFFFF"/>
              </a:solidFill>
              <a:ln cap="flat" cmpd="sng" w="33875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76186" rotWithShape="0" algn="bl" dir="5400000" dist="25395">
                  <a:srgbClr val="000000">
                    <a:alpha val="49020"/>
                  </a:srgbClr>
                </a:outerShdw>
              </a:effectLst>
            </p:spPr>
            <p:txBody>
              <a:bodyPr anchorCtr="0" anchor="t" bIns="0" lIns="0" spcFirstLastPara="1" rIns="0" wrap="square" tIns="36575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5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pic>
            <p:nvPicPr>
              <p:cNvPr id="525" name="Google Shape;525;p82"/>
              <p:cNvPicPr preferRelativeResize="0"/>
              <p:nvPr/>
            </p:nvPicPr>
            <p:blipFill rotWithShape="1">
              <a:blip r:embed="rId7">
                <a:alphaModFix/>
              </a:blip>
              <a:srcRect b="0" l="0" r="0" t="0"/>
              <a:stretch/>
            </p:blipFill>
            <p:spPr>
              <a:xfrm>
                <a:off x="365118" y="4234533"/>
                <a:ext cx="575500" cy="370472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526" name="Google Shape;526;p82"/>
            <p:cNvGrpSpPr/>
            <p:nvPr/>
          </p:nvGrpSpPr>
          <p:grpSpPr>
            <a:xfrm>
              <a:off x="7228095" y="4526226"/>
              <a:ext cx="951615" cy="676039"/>
              <a:chOff x="2970750" y="4123012"/>
              <a:chExt cx="829800" cy="589500"/>
            </a:xfrm>
          </p:grpSpPr>
          <p:sp>
            <p:nvSpPr>
              <p:cNvPr id="527" name="Google Shape;527;p82"/>
              <p:cNvSpPr/>
              <p:nvPr/>
            </p:nvSpPr>
            <p:spPr>
              <a:xfrm>
                <a:off x="2970750" y="4123012"/>
                <a:ext cx="829800" cy="589500"/>
              </a:xfrm>
              <a:prstGeom prst="rect">
                <a:avLst/>
              </a:prstGeom>
              <a:solidFill>
                <a:srgbClr val="FFFFFF"/>
              </a:solidFill>
              <a:ln cap="flat" cmpd="sng" w="33875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76186" rotWithShape="0" algn="bl" dir="5400000" dist="25395">
                  <a:srgbClr val="000000">
                    <a:alpha val="49020"/>
                  </a:srgbClr>
                </a:outerShdw>
              </a:effectLst>
            </p:spPr>
            <p:txBody>
              <a:bodyPr anchorCtr="0" anchor="t" bIns="0" lIns="0" spcFirstLastPara="1" rIns="0" wrap="square" tIns="36575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/>
                  <a:buNone/>
                </a:pPr>
                <a:r>
                  <a:t/>
                </a:r>
                <a:endParaRPr b="0" i="0" sz="5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pic>
            <p:nvPicPr>
              <p:cNvPr id="528" name="Google Shape;528;p82"/>
              <p:cNvPicPr preferRelativeResize="0"/>
              <p:nvPr/>
            </p:nvPicPr>
            <p:blipFill rotWithShape="1">
              <a:blip r:embed="rId8">
                <a:alphaModFix/>
              </a:blip>
              <a:srcRect b="0" l="0" r="0" t="0"/>
              <a:stretch/>
            </p:blipFill>
            <p:spPr>
              <a:xfrm>
                <a:off x="3024743" y="4232589"/>
                <a:ext cx="740204" cy="370476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529" name="Google Shape;529;p82"/>
            <p:cNvGrpSpPr/>
            <p:nvPr/>
          </p:nvGrpSpPr>
          <p:grpSpPr>
            <a:xfrm>
              <a:off x="5945233" y="4526227"/>
              <a:ext cx="951615" cy="676039"/>
              <a:chOff x="3881693" y="4123022"/>
              <a:chExt cx="829800" cy="589500"/>
            </a:xfrm>
          </p:grpSpPr>
          <p:sp>
            <p:nvSpPr>
              <p:cNvPr id="530" name="Google Shape;530;p82"/>
              <p:cNvSpPr/>
              <p:nvPr/>
            </p:nvSpPr>
            <p:spPr>
              <a:xfrm>
                <a:off x="3881693" y="4123022"/>
                <a:ext cx="829800" cy="589500"/>
              </a:xfrm>
              <a:prstGeom prst="rect">
                <a:avLst/>
              </a:prstGeom>
              <a:solidFill>
                <a:srgbClr val="FFFFFF"/>
              </a:solidFill>
              <a:ln cap="flat" cmpd="sng" w="33875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76186" rotWithShape="0" algn="bl" dir="5400000" dist="25395">
                  <a:srgbClr val="000000">
                    <a:alpha val="49020"/>
                  </a:srgbClr>
                </a:outerShdw>
              </a:effectLst>
            </p:spPr>
            <p:txBody>
              <a:bodyPr anchorCtr="0" anchor="t" bIns="0" lIns="0" spcFirstLastPara="1" rIns="0" wrap="square" tIns="36575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5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pic>
            <p:nvPicPr>
              <p:cNvPr id="531" name="Google Shape;531;p82"/>
              <p:cNvPicPr preferRelativeResize="0"/>
              <p:nvPr/>
            </p:nvPicPr>
            <p:blipFill rotWithShape="1">
              <a:blip r:embed="rId9">
                <a:alphaModFix/>
              </a:blip>
              <a:srcRect b="0" l="0" r="0" t="0"/>
              <a:stretch/>
            </p:blipFill>
            <p:spPr>
              <a:xfrm>
                <a:off x="3999092" y="4206541"/>
                <a:ext cx="575475" cy="437499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532" name="Google Shape;532;p82"/>
            <p:cNvGrpSpPr/>
            <p:nvPr/>
          </p:nvGrpSpPr>
          <p:grpSpPr>
            <a:xfrm>
              <a:off x="4622886" y="4526427"/>
              <a:ext cx="951833" cy="675882"/>
              <a:chOff x="4215249" y="3884303"/>
              <a:chExt cx="714000" cy="507000"/>
            </a:xfrm>
          </p:grpSpPr>
          <p:sp>
            <p:nvSpPr>
              <p:cNvPr id="533" name="Google Shape;533;p82"/>
              <p:cNvSpPr/>
              <p:nvPr/>
            </p:nvSpPr>
            <p:spPr>
              <a:xfrm>
                <a:off x="4215249" y="3884303"/>
                <a:ext cx="714000" cy="507000"/>
              </a:xfrm>
              <a:prstGeom prst="rect">
                <a:avLst/>
              </a:prstGeom>
              <a:solidFill>
                <a:srgbClr val="FFFFFF"/>
              </a:solidFill>
              <a:ln cap="flat" cmpd="sng" w="33875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76186" rotWithShape="0" algn="bl" dir="5400000" dist="25395">
                  <a:srgbClr val="000000">
                    <a:alpha val="49020"/>
                  </a:srgbClr>
                </a:outerShdw>
              </a:effectLst>
            </p:spPr>
            <p:txBody>
              <a:bodyPr anchorCtr="0" anchor="t" bIns="0" lIns="0" spcFirstLastPara="1" rIns="0" wrap="square" tIns="36575">
                <a:noAutofit/>
              </a:bodyPr>
              <a:lstStyle/>
              <a:p>
                <a:pPr indent="0" lvl="0" marL="0" marR="0" rtl="0" algn="l">
                  <a:lnSpc>
                    <a:spcPct val="104761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/>
                  <a:buNone/>
                </a:pPr>
                <a:r>
                  <a:t/>
                </a:r>
                <a:endParaRPr b="0" i="0" sz="5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pic>
            <p:nvPicPr>
              <p:cNvPr id="534" name="Google Shape;534;p82"/>
              <p:cNvPicPr preferRelativeResize="0"/>
              <p:nvPr/>
            </p:nvPicPr>
            <p:blipFill rotWithShape="1">
              <a:blip r:embed="rId10">
                <a:alphaModFix/>
              </a:blip>
              <a:srcRect b="0" l="0" r="0" t="0"/>
              <a:stretch/>
            </p:blipFill>
            <p:spPr>
              <a:xfrm>
                <a:off x="4261671" y="3934599"/>
                <a:ext cx="636816" cy="416592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535" name="Google Shape;535;p82"/>
            <p:cNvGrpSpPr/>
            <p:nvPr/>
          </p:nvGrpSpPr>
          <p:grpSpPr>
            <a:xfrm>
              <a:off x="359550" y="1723100"/>
              <a:ext cx="11501700" cy="4303325"/>
              <a:chOff x="359550" y="1723100"/>
              <a:chExt cx="11501700" cy="4303325"/>
            </a:xfrm>
          </p:grpSpPr>
          <p:cxnSp>
            <p:nvCxnSpPr>
              <p:cNvPr id="536" name="Google Shape;536;p82"/>
              <p:cNvCxnSpPr/>
              <p:nvPr/>
            </p:nvCxnSpPr>
            <p:spPr>
              <a:xfrm>
                <a:off x="2487137" y="3303097"/>
                <a:ext cx="0" cy="2554500"/>
              </a:xfrm>
              <a:prstGeom prst="straightConnector1">
                <a:avLst/>
              </a:prstGeom>
              <a:noFill/>
              <a:ln cap="flat" cmpd="sng" w="15950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537" name="Google Shape;537;p82"/>
              <p:cNvCxnSpPr/>
              <p:nvPr/>
            </p:nvCxnSpPr>
            <p:spPr>
              <a:xfrm>
                <a:off x="666000" y="3297150"/>
                <a:ext cx="10898400" cy="0"/>
              </a:xfrm>
              <a:prstGeom prst="straightConnector1">
                <a:avLst/>
              </a:prstGeom>
              <a:noFill/>
              <a:ln cap="flat" cmpd="sng" w="15950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grpSp>
            <p:nvGrpSpPr>
              <p:cNvPr id="538" name="Google Shape;538;p82"/>
              <p:cNvGrpSpPr/>
              <p:nvPr/>
            </p:nvGrpSpPr>
            <p:grpSpPr>
              <a:xfrm>
                <a:off x="1397752" y="1723100"/>
                <a:ext cx="7177149" cy="974700"/>
                <a:chOff x="1397752" y="1723100"/>
                <a:chExt cx="7177149" cy="974700"/>
              </a:xfrm>
            </p:grpSpPr>
            <p:sp>
              <p:nvSpPr>
                <p:cNvPr id="509" name="Google Shape;509;p82"/>
                <p:cNvSpPr/>
                <p:nvPr/>
              </p:nvSpPr>
              <p:spPr>
                <a:xfrm>
                  <a:off x="4286101" y="1723100"/>
                  <a:ext cx="4288800" cy="974700"/>
                </a:xfrm>
                <a:prstGeom prst="rect">
                  <a:avLst/>
                </a:prstGeom>
                <a:solidFill>
                  <a:srgbClr val="FFFFFF"/>
                </a:solidFill>
                <a:ln cap="flat" cmpd="sng" w="28575">
                  <a:solidFill>
                    <a:srgbClr val="B49823"/>
                  </a:solidFill>
                  <a:prstDash val="solid"/>
                  <a:round/>
                  <a:headEnd len="sm" w="sm" type="none"/>
                  <a:tailEnd len="sm" w="sm" type="none"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3F3F3F"/>
                    </a:buClr>
                    <a:buSzPts val="700"/>
                    <a:buFont typeface="Roboto"/>
                    <a:buNone/>
                  </a:pPr>
                  <a:r>
                    <a:t/>
                  </a:r>
                  <a:endParaRPr b="0" i="0" sz="700" u="none" cap="none" strike="noStrike">
                    <a:solidFill>
                      <a:srgbClr val="3F3F3F"/>
                    </a:solidFill>
                    <a:latin typeface="Roboto"/>
                    <a:ea typeface="Roboto"/>
                    <a:cs typeface="Roboto"/>
                    <a:sym typeface="Roboto"/>
                  </a:endParaRPr>
                </a:p>
              </p:txBody>
            </p:sp>
            <p:sp>
              <p:nvSpPr>
                <p:cNvPr id="539" name="Google Shape;539;p82"/>
                <p:cNvSpPr txBox="1"/>
                <p:nvPr/>
              </p:nvSpPr>
              <p:spPr>
                <a:xfrm>
                  <a:off x="4356232" y="1794025"/>
                  <a:ext cx="4132200" cy="781200"/>
                </a:xfrm>
                <a:prstGeom prst="rect">
                  <a:avLst/>
                </a:prstGeom>
                <a:noFill/>
                <a:ln cap="flat" cmpd="sng" w="8675">
                  <a:solidFill>
                    <a:srgbClr val="FFFFFF"/>
                  </a:solidFill>
                  <a:prstDash val="solid"/>
                  <a:round/>
                  <a:headEnd len="sm" w="sm" type="none"/>
                  <a:tailEnd len="sm" w="sm" type="none"/>
                </a:ln>
              </p:spPr>
              <p:txBody>
                <a:bodyPr anchorCtr="0" anchor="t" bIns="23350" lIns="23350" spcFirstLastPara="1" rIns="23350" wrap="square" tIns="23350">
                  <a:spAutoFit/>
                </a:bodyPr>
                <a:lstStyle/>
                <a:p>
                  <a:pPr indent="2540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3F3F3F"/>
                    </a:buClr>
                    <a:buSzPts val="1400"/>
                    <a:buFont typeface="Roboto"/>
                    <a:buNone/>
                  </a:pPr>
                  <a:r>
                    <a:rPr b="1" i="0" lang="en" sz="1800" u="none" cap="none" strike="noStrike">
                      <a:solidFill>
                        <a:srgbClr val="B49823"/>
                      </a:solidFill>
                      <a:latin typeface="Roboto"/>
                      <a:ea typeface="Roboto"/>
                      <a:cs typeface="Roboto"/>
                      <a:sym typeface="Roboto"/>
                    </a:rPr>
                    <a:t>TAC</a:t>
                  </a:r>
                  <a:endParaRPr b="1" i="0" sz="1100" u="none" cap="none" strike="noStrike">
                    <a:solidFill>
                      <a:srgbClr val="B49823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2540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3F3F3F"/>
                    </a:buClr>
                    <a:buSzPts val="1400"/>
                    <a:buFont typeface="Roboto"/>
                    <a:buNone/>
                  </a:pPr>
                  <a:r>
                    <a:rPr b="0" i="0" lang="en" sz="1700" u="none" cap="none" strike="noStrike">
                      <a:solidFill>
                        <a:srgbClr val="3F3F3F"/>
                      </a:solidFill>
                      <a:latin typeface="Roboto"/>
                      <a:ea typeface="Roboto"/>
                      <a:cs typeface="Roboto"/>
                      <a:sym typeface="Roboto"/>
                    </a:rPr>
                    <a:t>Technical Advisory Council</a:t>
                  </a:r>
                  <a:endParaRPr b="0" i="0" sz="9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grpSp>
              <p:nvGrpSpPr>
                <p:cNvPr id="540" name="Google Shape;540;p82"/>
                <p:cNvGrpSpPr/>
                <p:nvPr/>
              </p:nvGrpSpPr>
              <p:grpSpPr>
                <a:xfrm>
                  <a:off x="1397752" y="1910838"/>
                  <a:ext cx="2625224" cy="599075"/>
                  <a:chOff x="-1" y="-1"/>
                  <a:chExt cx="2980500" cy="662400"/>
                </a:xfrm>
              </p:grpSpPr>
              <p:sp>
                <p:nvSpPr>
                  <p:cNvPr id="541" name="Google Shape;541;p82"/>
                  <p:cNvSpPr/>
                  <p:nvPr/>
                </p:nvSpPr>
                <p:spPr>
                  <a:xfrm>
                    <a:off x="-1" y="-1"/>
                    <a:ext cx="2980500" cy="662400"/>
                  </a:xfrm>
                  <a:prstGeom prst="rect">
                    <a:avLst/>
                  </a:prstGeom>
                  <a:solidFill>
                    <a:srgbClr val="FFFFFF"/>
                  </a:solidFill>
                  <a:ln cap="flat" cmpd="sng" w="28575">
                    <a:solidFill>
                      <a:srgbClr val="B49823"/>
                    </a:solidFill>
                    <a:prstDash val="solid"/>
                    <a:round/>
                    <a:headEnd len="sm" w="sm" type="none"/>
                    <a:tailEnd len="sm" w="sm" type="none"/>
                  </a:ln>
                </p:spPr>
                <p:txBody>
                  <a:bodyPr anchorCtr="0" anchor="t" bIns="0" lIns="0" spcFirstLastPara="1" rIns="0" wrap="square" tIns="0">
                    <a:noAutofit/>
                  </a:bodyPr>
                  <a:lstStyle/>
                  <a:p>
                    <a:pPr indent="0" lvl="0" marL="0" marR="0" rtl="0" algn="ctr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7F7F7F"/>
                      </a:buClr>
                      <a:buSzPts val="700"/>
                      <a:buFont typeface="Roboto"/>
                      <a:buNone/>
                    </a:pPr>
                    <a:r>
                      <a:t/>
                    </a:r>
                    <a:endParaRPr b="0" i="0" sz="700" u="none" cap="none" strike="noStrike">
                      <a:solidFill>
                        <a:srgbClr val="7F7F7F"/>
                      </a:solidFill>
                      <a:latin typeface="Roboto"/>
                      <a:ea typeface="Roboto"/>
                      <a:cs typeface="Roboto"/>
                      <a:sym typeface="Roboto"/>
                    </a:endParaRPr>
                  </a:p>
                </p:txBody>
              </p:sp>
              <p:sp>
                <p:nvSpPr>
                  <p:cNvPr id="542" name="Google Shape;542;p82"/>
                  <p:cNvSpPr txBox="1"/>
                  <p:nvPr/>
                </p:nvSpPr>
                <p:spPr>
                  <a:xfrm>
                    <a:off x="166919" y="132346"/>
                    <a:ext cx="2676600" cy="364500"/>
                  </a:xfrm>
                  <a:prstGeom prst="rect">
                    <a:avLst/>
                  </a:pr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anchorCtr="0" anchor="t" bIns="23350" lIns="23350" spcFirstLastPara="1" rIns="23350" wrap="square" tIns="23350">
                    <a:spAutoFit/>
                  </a:bodyPr>
                  <a:lstStyle/>
                  <a:p>
                    <a:pPr indent="25400" lvl="0" marL="0" marR="0" rtl="0" algn="ctr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7F7F7F"/>
                      </a:buClr>
                      <a:buSzPts val="1000"/>
                      <a:buFont typeface="Roboto"/>
                      <a:buNone/>
                    </a:pPr>
                    <a:r>
                      <a:rPr b="0" i="0" lang="en" sz="1300" u="none" cap="none" strike="noStrike">
                        <a:solidFill>
                          <a:srgbClr val="B49823"/>
                        </a:solidFill>
                        <a:latin typeface="Roboto"/>
                        <a:ea typeface="Roboto"/>
                        <a:cs typeface="Roboto"/>
                        <a:sym typeface="Roboto"/>
                      </a:rPr>
                      <a:t>Governing Board</a:t>
                    </a:r>
                    <a:endParaRPr b="0" i="0" sz="1000" u="none" cap="none" strike="noStrike">
                      <a:solidFill>
                        <a:srgbClr val="B49823"/>
                      </a:solidFill>
                      <a:latin typeface="Arial"/>
                      <a:ea typeface="Arial"/>
                      <a:cs typeface="Arial"/>
                      <a:sym typeface="Arial"/>
                    </a:endParaRPr>
                  </a:p>
                </p:txBody>
              </p:sp>
            </p:grpSp>
          </p:grpSp>
          <p:sp>
            <p:nvSpPr>
              <p:cNvPr id="543" name="Google Shape;543;p82"/>
              <p:cNvSpPr txBox="1"/>
              <p:nvPr/>
            </p:nvSpPr>
            <p:spPr>
              <a:xfrm>
                <a:off x="359550" y="5599525"/>
                <a:ext cx="11501700" cy="426900"/>
              </a:xfrm>
              <a:prstGeom prst="rect">
                <a:avLst/>
              </a:prstGeom>
              <a:solidFill>
                <a:srgbClr val="B49823"/>
              </a:solidFill>
              <a:ln cap="flat" cmpd="sng" w="8675">
                <a:solidFill>
                  <a:srgbClr val="FFFF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t" bIns="23350" lIns="23350" spcFirstLastPara="1" rIns="23350" wrap="square" tIns="23350">
                <a:noAutofit/>
              </a:bodyPr>
              <a:lstStyle/>
              <a:p>
                <a:pPr indent="2540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FFFFFF"/>
                  </a:buClr>
                  <a:buSzPts val="1300"/>
                  <a:buFont typeface="Roboto"/>
                  <a:buNone/>
                </a:pPr>
                <a:r>
                  <a:t/>
                </a:r>
                <a:endParaRPr b="0" i="0" sz="7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grpSp>
            <p:nvGrpSpPr>
              <p:cNvPr id="544" name="Google Shape;544;p82"/>
              <p:cNvGrpSpPr/>
              <p:nvPr/>
            </p:nvGrpSpPr>
            <p:grpSpPr>
              <a:xfrm>
                <a:off x="2046231" y="4524491"/>
                <a:ext cx="883151" cy="675695"/>
                <a:chOff x="6614480" y="4123139"/>
                <a:chExt cx="770100" cy="589200"/>
              </a:xfrm>
            </p:grpSpPr>
            <p:sp>
              <p:nvSpPr>
                <p:cNvPr id="545" name="Google Shape;545;p82"/>
                <p:cNvSpPr/>
                <p:nvPr/>
              </p:nvSpPr>
              <p:spPr>
                <a:xfrm>
                  <a:off x="6614480" y="4123139"/>
                  <a:ext cx="770100" cy="589200"/>
                </a:xfrm>
                <a:prstGeom prst="rect">
                  <a:avLst/>
                </a:prstGeom>
                <a:solidFill>
                  <a:srgbClr val="FFFFFF"/>
                </a:solidFill>
                <a:ln cap="flat" cmpd="sng" w="33875">
                  <a:solidFill>
                    <a:srgbClr val="B49823"/>
                  </a:solidFill>
                  <a:prstDash val="solid"/>
                  <a:round/>
                  <a:headEnd len="sm" w="sm" type="none"/>
                  <a:tailEnd len="sm" w="sm" type="none"/>
                </a:ln>
                <a:effectLst>
                  <a:outerShdw blurRad="76186" rotWithShape="0" algn="bl" dir="5400000" dist="25395">
                    <a:srgbClr val="000000">
                      <a:alpha val="49020"/>
                    </a:srgbClr>
                  </a:outerShdw>
                </a:effectLst>
              </p:spPr>
              <p:txBody>
                <a:bodyPr anchorCtr="0" anchor="ctr" bIns="0" lIns="0" spcFirstLastPara="1" rIns="0" wrap="square" tIns="0">
                  <a:noAutofit/>
                </a:bodyPr>
                <a:lstStyle/>
                <a:p>
                  <a:pPr indent="0" lvl="0" marL="0" marR="0" rtl="0" algn="ctr">
                    <a:lnSpc>
                      <a:spcPct val="104761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100"/>
                    <a:buFont typeface="Roboto"/>
                    <a:buNone/>
                  </a:pPr>
                  <a:r>
                    <a:t/>
                  </a:r>
                  <a:endParaRPr b="0" i="0" sz="500" u="none" cap="none" strike="noStrike">
                    <a:solidFill>
                      <a:srgbClr val="000000"/>
                    </a:solidFill>
                    <a:latin typeface="Roboto"/>
                    <a:ea typeface="Roboto"/>
                    <a:cs typeface="Roboto"/>
                    <a:sym typeface="Roboto"/>
                  </a:endParaRPr>
                </a:p>
                <a:p>
                  <a:pPr indent="0" lvl="0" marL="0" marR="0" rtl="0" algn="ctr">
                    <a:lnSpc>
                      <a:spcPct val="104761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100"/>
                    <a:buFont typeface="Roboto"/>
                    <a:buNone/>
                  </a:pPr>
                  <a:r>
                    <a:t/>
                  </a:r>
                  <a:endParaRPr b="0" i="0" sz="500" u="none" cap="none" strike="noStrike">
                    <a:solidFill>
                      <a:srgbClr val="000000"/>
                    </a:solidFill>
                    <a:latin typeface="Roboto"/>
                    <a:ea typeface="Roboto"/>
                    <a:cs typeface="Roboto"/>
                    <a:sym typeface="Roboto"/>
                  </a:endParaRPr>
                </a:p>
                <a:p>
                  <a:pPr indent="0" lvl="0" marL="0" marR="0" rtl="0" algn="ctr">
                    <a:lnSpc>
                      <a:spcPct val="104761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100"/>
                    <a:buFont typeface="Roboto"/>
                    <a:buNone/>
                  </a:pPr>
                  <a:r>
                    <a:t/>
                  </a:r>
                  <a:endParaRPr b="0" i="0" sz="500" u="none" cap="none" strike="noStrike">
                    <a:solidFill>
                      <a:srgbClr val="000000"/>
                    </a:solidFill>
                    <a:latin typeface="Roboto"/>
                    <a:ea typeface="Roboto"/>
                    <a:cs typeface="Roboto"/>
                    <a:sym typeface="Roboto"/>
                  </a:endParaRPr>
                </a:p>
                <a:p>
                  <a:pPr indent="0" lvl="0" marL="0" marR="0" rtl="0" algn="ctr">
                    <a:lnSpc>
                      <a:spcPct val="104761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100"/>
                    <a:buFont typeface="Roboto"/>
                    <a:buNone/>
                  </a:pPr>
                  <a:r>
                    <a:t/>
                  </a:r>
                  <a:endParaRPr b="0" i="0" sz="500" u="none" cap="none" strike="noStrike">
                    <a:solidFill>
                      <a:srgbClr val="000000"/>
                    </a:solidFill>
                    <a:latin typeface="Roboto"/>
                    <a:ea typeface="Roboto"/>
                    <a:cs typeface="Roboto"/>
                    <a:sym typeface="Roboto"/>
                  </a:endParaRPr>
                </a:p>
                <a:p>
                  <a:pPr indent="0" lvl="0" marL="0" marR="0" rtl="0" algn="ctr">
                    <a:lnSpc>
                      <a:spcPct val="104761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100"/>
                    <a:buFont typeface="Roboto"/>
                    <a:buNone/>
                  </a:pPr>
                  <a:r>
                    <a:t/>
                  </a:r>
                  <a:endParaRPr b="0" i="0" sz="500" u="none" cap="none" strike="noStrike">
                    <a:solidFill>
                      <a:srgbClr val="000000"/>
                    </a:solidFill>
                    <a:latin typeface="Roboto"/>
                    <a:ea typeface="Roboto"/>
                    <a:cs typeface="Roboto"/>
                    <a:sym typeface="Roboto"/>
                  </a:endParaRPr>
                </a:p>
                <a:p>
                  <a:pPr indent="0" lvl="0" marL="0" marR="0" rtl="0" algn="ctr">
                    <a:lnSpc>
                      <a:spcPct val="104761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100"/>
                    <a:buFont typeface="Roboto"/>
                    <a:buNone/>
                  </a:pPr>
                  <a:r>
                    <a:t/>
                  </a:r>
                  <a:endParaRPr b="0" i="0" sz="500" u="none" cap="none" strike="noStrike">
                    <a:solidFill>
                      <a:srgbClr val="000000"/>
                    </a:solidFill>
                    <a:latin typeface="Roboto"/>
                    <a:ea typeface="Roboto"/>
                    <a:cs typeface="Roboto"/>
                    <a:sym typeface="Roboto"/>
                  </a:endParaRPr>
                </a:p>
                <a:p>
                  <a:pPr indent="0" lvl="0" marL="0" marR="0" rtl="0" algn="ctr">
                    <a:lnSpc>
                      <a:spcPct val="104761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100"/>
                    <a:buFont typeface="Roboto"/>
                    <a:buNone/>
                  </a:pPr>
                  <a:r>
                    <a:t/>
                  </a:r>
                  <a:endParaRPr b="0" i="0" sz="500" u="none" cap="none" strike="noStrike">
                    <a:solidFill>
                      <a:srgbClr val="000000"/>
                    </a:solidFill>
                    <a:latin typeface="Roboto"/>
                    <a:ea typeface="Roboto"/>
                    <a:cs typeface="Roboto"/>
                    <a:sym typeface="Roboto"/>
                  </a:endParaRPr>
                </a:p>
                <a:p>
                  <a:pPr indent="0" lvl="0" marL="0" marR="0" rtl="0" algn="ctr">
                    <a:lnSpc>
                      <a:spcPct val="104761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100"/>
                    <a:buFont typeface="Roboto"/>
                    <a:buNone/>
                  </a:pPr>
                  <a:r>
                    <a:rPr b="0" i="0" lang="en" sz="500" u="none" cap="none" strike="noStrike">
                      <a:solidFill>
                        <a:srgbClr val="000000"/>
                      </a:solidFill>
                      <a:latin typeface="Roboto"/>
                      <a:ea typeface="Roboto"/>
                      <a:cs typeface="Roboto"/>
                      <a:sym typeface="Roboto"/>
                    </a:rPr>
                    <a:t>rawtoaces</a:t>
                  </a:r>
                  <a:endParaRPr b="0" i="0" sz="500" u="none" cap="none" strike="noStrike">
                    <a:solidFill>
                      <a:srgbClr val="000000"/>
                    </a:solidFill>
                    <a:latin typeface="Roboto"/>
                    <a:ea typeface="Roboto"/>
                    <a:cs typeface="Roboto"/>
                    <a:sym typeface="Roboto"/>
                  </a:endParaRPr>
                </a:p>
                <a:p>
                  <a:pPr indent="0" lvl="0" marL="0" marR="0" rtl="0" algn="ctr">
                    <a:lnSpc>
                      <a:spcPct val="104761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100"/>
                    <a:buFont typeface="Roboto"/>
                    <a:buNone/>
                  </a:pPr>
                  <a:r>
                    <a:t/>
                  </a:r>
                  <a:endParaRPr b="0" i="0" sz="900" u="none" cap="none" strike="noStrike">
                    <a:solidFill>
                      <a:srgbClr val="000000"/>
                    </a:solidFill>
                    <a:latin typeface="Roboto"/>
                    <a:ea typeface="Roboto"/>
                    <a:cs typeface="Roboto"/>
                    <a:sym typeface="Roboto"/>
                  </a:endParaRPr>
                </a:p>
                <a:p>
                  <a:pPr indent="0" lvl="0" marL="0" marR="0" rtl="0" algn="ctr">
                    <a:lnSpc>
                      <a:spcPct val="104761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100"/>
                    <a:buFont typeface="Roboto"/>
                    <a:buNone/>
                  </a:pPr>
                  <a:r>
                    <a:t/>
                  </a:r>
                  <a:endParaRPr b="0" i="0" sz="900" u="none" cap="none" strike="noStrike">
                    <a:solidFill>
                      <a:srgbClr val="000000"/>
                    </a:solidFill>
                    <a:latin typeface="Roboto"/>
                    <a:ea typeface="Roboto"/>
                    <a:cs typeface="Roboto"/>
                    <a:sym typeface="Roboto"/>
                  </a:endParaRPr>
                </a:p>
              </p:txBody>
            </p:sp>
            <p:pic>
              <p:nvPicPr>
                <p:cNvPr id="546" name="Google Shape;546;p82"/>
                <p:cNvPicPr preferRelativeResize="0"/>
                <p:nvPr/>
              </p:nvPicPr>
              <p:blipFill rotWithShape="1">
                <a:blip r:embed="rId11">
                  <a:alphaModFix/>
                </a:blip>
                <a:srcRect b="0" l="0" r="0" t="0"/>
                <a:stretch/>
              </p:blipFill>
              <p:spPr>
                <a:xfrm>
                  <a:off x="6768944" y="4197075"/>
                  <a:ext cx="488138" cy="330322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</p:grpSp>
        </p:grpSp>
        <p:grpSp>
          <p:nvGrpSpPr>
            <p:cNvPr id="547" name="Google Shape;547;p82"/>
            <p:cNvGrpSpPr/>
            <p:nvPr/>
          </p:nvGrpSpPr>
          <p:grpSpPr>
            <a:xfrm>
              <a:off x="9178454" y="3562560"/>
              <a:ext cx="951615" cy="676039"/>
              <a:chOff x="10218882" y="4144867"/>
              <a:chExt cx="829800" cy="589500"/>
            </a:xfrm>
          </p:grpSpPr>
          <p:sp>
            <p:nvSpPr>
              <p:cNvPr id="548" name="Google Shape;548;p82"/>
              <p:cNvSpPr/>
              <p:nvPr/>
            </p:nvSpPr>
            <p:spPr>
              <a:xfrm>
                <a:off x="10218882" y="4144867"/>
                <a:ext cx="829800" cy="589500"/>
              </a:xfrm>
              <a:prstGeom prst="rect">
                <a:avLst/>
              </a:prstGeom>
              <a:solidFill>
                <a:srgbClr val="FFFFFF"/>
              </a:solidFill>
              <a:ln cap="flat" cmpd="sng" w="33875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76186" rotWithShape="0" algn="bl" dir="5400000" dist="25395">
                  <a:srgbClr val="000000">
                    <a:alpha val="49020"/>
                  </a:srgbClr>
                </a:outerShdw>
              </a:effectLst>
            </p:spPr>
            <p:txBody>
              <a:bodyPr anchorCtr="0" anchor="t" bIns="0" lIns="0" spcFirstLastPara="1" rIns="0" wrap="square" tIns="36575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pic>
            <p:nvPicPr>
              <p:cNvPr id="549" name="Google Shape;549;p82"/>
              <p:cNvPicPr preferRelativeResize="0"/>
              <p:nvPr/>
            </p:nvPicPr>
            <p:blipFill rotWithShape="1">
              <a:blip r:embed="rId12">
                <a:alphaModFix/>
              </a:blip>
              <a:srcRect b="12587" l="0" r="0" t="0"/>
              <a:stretch/>
            </p:blipFill>
            <p:spPr>
              <a:xfrm>
                <a:off x="10402843" y="4229609"/>
                <a:ext cx="458900" cy="392325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550" name="Google Shape;550;p82"/>
            <p:cNvGrpSpPr/>
            <p:nvPr/>
          </p:nvGrpSpPr>
          <p:grpSpPr>
            <a:xfrm>
              <a:off x="7870484" y="3562732"/>
              <a:ext cx="951615" cy="675695"/>
              <a:chOff x="220316" y="4242138"/>
              <a:chExt cx="829800" cy="589200"/>
            </a:xfrm>
          </p:grpSpPr>
          <p:sp>
            <p:nvSpPr>
              <p:cNvPr id="551" name="Google Shape;551;p82"/>
              <p:cNvSpPr/>
              <p:nvPr/>
            </p:nvSpPr>
            <p:spPr>
              <a:xfrm>
                <a:off x="220316" y="4242138"/>
                <a:ext cx="829800" cy="589200"/>
              </a:xfrm>
              <a:prstGeom prst="rect">
                <a:avLst/>
              </a:prstGeom>
              <a:solidFill>
                <a:srgbClr val="FFFFFF"/>
              </a:solidFill>
              <a:ln cap="flat" cmpd="sng" w="33875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76186" rotWithShape="0" algn="bl" dir="5400000" dist="25395">
                  <a:srgbClr val="000000">
                    <a:alpha val="49020"/>
                  </a:srgbClr>
                </a:outerShdw>
              </a:effectLst>
            </p:spPr>
            <p:txBody>
              <a:bodyPr anchorCtr="0" anchor="t" bIns="0" lIns="0" spcFirstLastPara="1" rIns="0" wrap="square" tIns="36575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5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pic>
            <p:nvPicPr>
              <p:cNvPr id="552" name="Google Shape;552;p82"/>
              <p:cNvPicPr preferRelativeResize="0"/>
              <p:nvPr/>
            </p:nvPicPr>
            <p:blipFill rotWithShape="1">
              <a:blip r:embed="rId13">
                <a:alphaModFix/>
              </a:blip>
              <a:srcRect b="0" l="0" r="0" t="0"/>
              <a:stretch/>
            </p:blipFill>
            <p:spPr>
              <a:xfrm>
                <a:off x="286989" y="4467820"/>
                <a:ext cx="696550" cy="135732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553" name="Google Shape;553;p82"/>
            <p:cNvGrpSpPr/>
            <p:nvPr/>
          </p:nvGrpSpPr>
          <p:grpSpPr>
            <a:xfrm>
              <a:off x="10474724" y="3562728"/>
              <a:ext cx="951615" cy="675695"/>
              <a:chOff x="11129824" y="4144922"/>
              <a:chExt cx="829800" cy="589200"/>
            </a:xfrm>
          </p:grpSpPr>
          <p:sp>
            <p:nvSpPr>
              <p:cNvPr id="554" name="Google Shape;554;p82"/>
              <p:cNvSpPr/>
              <p:nvPr/>
            </p:nvSpPr>
            <p:spPr>
              <a:xfrm>
                <a:off x="11129824" y="4144922"/>
                <a:ext cx="829800" cy="589200"/>
              </a:xfrm>
              <a:prstGeom prst="rect">
                <a:avLst/>
              </a:prstGeom>
              <a:solidFill>
                <a:srgbClr val="FFFFFF"/>
              </a:solidFill>
              <a:ln cap="flat" cmpd="sng" w="33875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76186" rotWithShape="0" algn="bl" dir="5400000" dist="25395">
                  <a:srgbClr val="000000">
                    <a:alpha val="49020"/>
                  </a:srgbClr>
                </a:outerShdw>
              </a:effectLst>
            </p:spPr>
            <p:txBody>
              <a:bodyPr anchorCtr="0" anchor="t" bIns="0" lIns="0" spcFirstLastPara="1" rIns="0" wrap="square" tIns="36575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5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pic>
            <p:nvPicPr>
              <p:cNvPr id="555" name="Google Shape;555;p82"/>
              <p:cNvPicPr preferRelativeResize="0"/>
              <p:nvPr/>
            </p:nvPicPr>
            <p:blipFill rotWithShape="1">
              <a:blip r:embed="rId14">
                <a:alphaModFix/>
              </a:blip>
              <a:srcRect b="0" l="0" r="0" t="0"/>
              <a:stretch/>
            </p:blipFill>
            <p:spPr>
              <a:xfrm>
                <a:off x="11257511" y="4214050"/>
                <a:ext cx="575500" cy="438584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556" name="Google Shape;556;p82"/>
            <p:cNvGrpSpPr/>
            <p:nvPr/>
          </p:nvGrpSpPr>
          <p:grpSpPr>
            <a:xfrm>
              <a:off x="6624116" y="3562475"/>
              <a:ext cx="883045" cy="676282"/>
              <a:chOff x="9635938" y="3897695"/>
              <a:chExt cx="662400" cy="507300"/>
            </a:xfrm>
          </p:grpSpPr>
          <p:sp>
            <p:nvSpPr>
              <p:cNvPr id="557" name="Google Shape;557;p82"/>
              <p:cNvSpPr/>
              <p:nvPr/>
            </p:nvSpPr>
            <p:spPr>
              <a:xfrm>
                <a:off x="9635938" y="3897695"/>
                <a:ext cx="662400" cy="507300"/>
              </a:xfrm>
              <a:prstGeom prst="rect">
                <a:avLst/>
              </a:prstGeom>
              <a:solidFill>
                <a:srgbClr val="FFFFFF"/>
              </a:solidFill>
              <a:ln cap="flat" cmpd="sng" w="33875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76186" rotWithShape="0" algn="bl" dir="5400000" dist="25395">
                  <a:srgbClr val="000000">
                    <a:alpha val="49020"/>
                  </a:srgbClr>
                </a:outerShdw>
              </a:effectLst>
            </p:spPr>
            <p:txBody>
              <a:bodyPr anchorCtr="0" anchor="t" bIns="0" lIns="0" spcFirstLastPara="1" rIns="0" wrap="square" tIns="36575">
                <a:noAutofit/>
              </a:bodyPr>
              <a:lstStyle/>
              <a:p>
                <a:pPr indent="0" lvl="0" marL="0" marR="0" rtl="0" algn="ctr">
                  <a:lnSpc>
                    <a:spcPct val="8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3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  <a:p>
                <a:pPr indent="0" lvl="0" marL="0" marR="0" rtl="0" algn="ctr">
                  <a:lnSpc>
                    <a:spcPct val="104761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5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  <a:p>
                <a:pPr indent="0" lvl="0" marL="0" marR="0" rtl="0" algn="ctr">
                  <a:lnSpc>
                    <a:spcPct val="104761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3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  <a:p>
                <a:pPr indent="0" lvl="0" marL="0" marR="0" rtl="0" algn="ctr">
                  <a:lnSpc>
                    <a:spcPct val="104761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5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pic>
            <p:nvPicPr>
              <p:cNvPr id="558" name="Google Shape;558;p82"/>
              <p:cNvPicPr preferRelativeResize="0"/>
              <p:nvPr/>
            </p:nvPicPr>
            <p:blipFill rotWithShape="1">
              <a:blip r:embed="rId15">
                <a:alphaModFix/>
              </a:blip>
              <a:srcRect b="0" l="0" r="0" t="0"/>
              <a:stretch/>
            </p:blipFill>
            <p:spPr>
              <a:xfrm>
                <a:off x="9701230" y="3939054"/>
                <a:ext cx="559915" cy="452040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559" name="Google Shape;559;p82"/>
            <p:cNvGrpSpPr/>
            <p:nvPr/>
          </p:nvGrpSpPr>
          <p:grpSpPr>
            <a:xfrm>
              <a:off x="5335804" y="3562483"/>
              <a:ext cx="883045" cy="676282"/>
              <a:chOff x="10385705" y="3900703"/>
              <a:chExt cx="662400" cy="507300"/>
            </a:xfrm>
          </p:grpSpPr>
          <p:sp>
            <p:nvSpPr>
              <p:cNvPr id="560" name="Google Shape;560;p82"/>
              <p:cNvSpPr/>
              <p:nvPr/>
            </p:nvSpPr>
            <p:spPr>
              <a:xfrm>
                <a:off x="10385705" y="3900703"/>
                <a:ext cx="662400" cy="507300"/>
              </a:xfrm>
              <a:prstGeom prst="rect">
                <a:avLst/>
              </a:prstGeom>
              <a:solidFill>
                <a:srgbClr val="FFFFFF"/>
              </a:solidFill>
              <a:ln cap="flat" cmpd="sng" w="33875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76186" rotWithShape="0" algn="bl" dir="5400000" dist="25395">
                  <a:srgbClr val="000000">
                    <a:alpha val="49020"/>
                  </a:srgbClr>
                </a:outerShdw>
              </a:effectLst>
            </p:spPr>
            <p:txBody>
              <a:bodyPr anchorCtr="0" anchor="t" bIns="0" lIns="0" spcFirstLastPara="1" rIns="0" wrap="square" tIns="36575">
                <a:noAutofit/>
              </a:bodyPr>
              <a:lstStyle/>
              <a:p>
                <a:pPr indent="0" lvl="0" marL="0" marR="0" rtl="0" algn="ctr">
                  <a:lnSpc>
                    <a:spcPct val="8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3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  <a:p>
                <a:pPr indent="0" lvl="0" marL="0" marR="0" rtl="0" algn="ctr">
                  <a:lnSpc>
                    <a:spcPct val="104761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5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  <a:p>
                <a:pPr indent="0" lvl="0" marL="0" marR="0" rtl="0" algn="ctr">
                  <a:lnSpc>
                    <a:spcPct val="104761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3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  <a:p>
                <a:pPr indent="0" lvl="0" marL="0" marR="0" rtl="0" algn="ctr">
                  <a:lnSpc>
                    <a:spcPct val="104761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5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pic>
            <p:nvPicPr>
              <p:cNvPr id="561" name="Google Shape;561;p82"/>
              <p:cNvPicPr preferRelativeResize="0"/>
              <p:nvPr/>
            </p:nvPicPr>
            <p:blipFill rotWithShape="1">
              <a:blip r:embed="rId16">
                <a:alphaModFix/>
              </a:blip>
              <a:srcRect b="0" l="0" r="0" t="0"/>
              <a:stretch/>
            </p:blipFill>
            <p:spPr>
              <a:xfrm>
                <a:off x="10410397" y="3944644"/>
                <a:ext cx="607371" cy="423567"/>
              </a:xfrm>
              <a:prstGeom prst="rect">
                <a:avLst/>
              </a:prstGeom>
              <a:noFill/>
              <a:ln cap="flat" cmpd="sng" w="12700">
                <a:solidFill>
                  <a:srgbClr val="FFFFFF"/>
                </a:solidFill>
                <a:prstDash val="solid"/>
                <a:round/>
                <a:headEnd len="sm" w="sm" type="none"/>
                <a:tailEnd len="sm" w="sm" type="none"/>
              </a:ln>
            </p:spPr>
          </p:pic>
        </p:grpSp>
        <p:sp>
          <p:nvSpPr>
            <p:cNvPr id="562" name="Google Shape;562;p82"/>
            <p:cNvSpPr/>
            <p:nvPr/>
          </p:nvSpPr>
          <p:spPr>
            <a:xfrm>
              <a:off x="4027235" y="3562483"/>
              <a:ext cx="882900" cy="676200"/>
            </a:xfrm>
            <a:prstGeom prst="rect">
              <a:avLst/>
            </a:prstGeom>
            <a:solidFill>
              <a:srgbClr val="FFFFFF"/>
            </a:solidFill>
            <a:ln cap="flat" cmpd="sng" w="33875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  <a:effectLst>
              <a:outerShdw blurRad="76186" rotWithShape="0" algn="bl" dir="5400000" dist="25395">
                <a:srgbClr val="000000">
                  <a:alpha val="49020"/>
                </a:srgbClr>
              </a:outerShdw>
            </a:effectLst>
          </p:spPr>
          <p:txBody>
            <a:bodyPr anchorCtr="0" anchor="t" bIns="0" lIns="0" spcFirstLastPara="1" rIns="0" wrap="square" tIns="36575">
              <a:noAutofit/>
            </a:bodyPr>
            <a:lstStyle/>
            <a:p>
              <a:pPr indent="0" lvl="0" marL="0" marR="0" rtl="0" algn="ctr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Roboto"/>
                <a:buNone/>
              </a:pPr>
              <a:r>
                <a:t/>
              </a:r>
              <a:endParaRPr b="0" i="0" sz="300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Roboto"/>
                <a:buNone/>
              </a:pPr>
              <a:r>
                <a:t/>
              </a:r>
              <a:endParaRPr b="0" i="0" sz="500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Roboto"/>
                <a:buNone/>
              </a:pPr>
              <a:r>
                <a:t/>
              </a:r>
              <a:endParaRPr b="0" i="0" sz="300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Roboto"/>
                <a:buNone/>
              </a:pPr>
              <a:r>
                <a:t/>
              </a:r>
              <a:endParaRPr b="0" i="0" sz="500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grpSp>
          <p:nvGrpSpPr>
            <p:cNvPr id="563" name="Google Shape;563;p82"/>
            <p:cNvGrpSpPr/>
            <p:nvPr/>
          </p:nvGrpSpPr>
          <p:grpSpPr>
            <a:xfrm>
              <a:off x="1429877" y="3562941"/>
              <a:ext cx="883024" cy="676247"/>
              <a:chOff x="388508" y="3509796"/>
              <a:chExt cx="957000" cy="732900"/>
            </a:xfrm>
          </p:grpSpPr>
          <p:sp>
            <p:nvSpPr>
              <p:cNvPr id="564" name="Google Shape;564;p82"/>
              <p:cNvSpPr/>
              <p:nvPr/>
            </p:nvSpPr>
            <p:spPr>
              <a:xfrm>
                <a:off x="388508" y="3509796"/>
                <a:ext cx="957000" cy="732900"/>
              </a:xfrm>
              <a:prstGeom prst="rect">
                <a:avLst/>
              </a:prstGeom>
              <a:solidFill>
                <a:srgbClr val="FFFFFF"/>
              </a:solidFill>
              <a:ln cap="flat" cmpd="sng" w="33875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76186" rotWithShape="0" algn="bl" dir="5400000" dist="25395">
                  <a:srgbClr val="000000">
                    <a:alpha val="49020"/>
                  </a:srgbClr>
                </a:outerShdw>
              </a:effectLst>
            </p:spPr>
            <p:txBody>
              <a:bodyPr anchorCtr="0" anchor="t" bIns="0" lIns="0" spcFirstLastPara="1" rIns="0" wrap="square" tIns="36575">
                <a:noAutofit/>
              </a:bodyPr>
              <a:lstStyle/>
              <a:p>
                <a:pPr indent="0" lvl="0" marL="0" marR="0" rtl="0" algn="ctr">
                  <a:lnSpc>
                    <a:spcPct val="8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3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  <a:p>
                <a:pPr indent="0" lvl="0" marL="0" marR="0" rtl="0" algn="ctr">
                  <a:lnSpc>
                    <a:spcPct val="104761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5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  <a:p>
                <a:pPr indent="0" lvl="0" marL="0" marR="0" rtl="0" algn="ctr">
                  <a:lnSpc>
                    <a:spcPct val="104761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3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  <a:p>
                <a:pPr indent="0" lvl="0" marL="0" marR="0" rtl="0" algn="ctr">
                  <a:lnSpc>
                    <a:spcPct val="104761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5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565" name="Google Shape;565;p82"/>
              <p:cNvSpPr txBox="1"/>
              <p:nvPr/>
            </p:nvSpPr>
            <p:spPr>
              <a:xfrm>
                <a:off x="472075" y="3660294"/>
                <a:ext cx="809100" cy="429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63275" lIns="63275" spcFirstLastPara="1" rIns="63275" wrap="square" tIns="63275">
                <a:sp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1100"/>
                  <a:t>RMTC</a:t>
                </a:r>
                <a:endParaRPr sz="1100"/>
              </a:p>
            </p:txBody>
          </p:sp>
        </p:grpSp>
        <p:sp>
          <p:nvSpPr>
            <p:cNvPr id="566" name="Google Shape;566;p82"/>
            <p:cNvSpPr txBox="1"/>
            <p:nvPr/>
          </p:nvSpPr>
          <p:spPr>
            <a:xfrm>
              <a:off x="4247450" y="5570594"/>
              <a:ext cx="4488600" cy="451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68575" lIns="68575" spcFirstLastPara="1" rIns="68575" wrap="square" tIns="68575">
              <a:spAutoFit/>
            </a:bodyPr>
            <a:lstStyle/>
            <a:p>
              <a:pPr indent="2540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300">
                  <a:solidFill>
                    <a:srgbClr val="FFFFFF"/>
                  </a:solidFill>
                  <a:latin typeface="Roboto"/>
                  <a:ea typeface="Roboto"/>
                  <a:cs typeface="Roboto"/>
                  <a:sym typeface="Roboto"/>
                </a:rPr>
                <a:t>Continuous Integration platform</a:t>
              </a:r>
              <a:endParaRPr sz="700">
                <a:solidFill>
                  <a:srgbClr val="000000"/>
                </a:solidFill>
              </a:endParaRPr>
            </a:p>
          </p:txBody>
        </p:sp>
        <p:cxnSp>
          <p:nvCxnSpPr>
            <p:cNvPr id="567" name="Google Shape;567;p82"/>
            <p:cNvCxnSpPr/>
            <p:nvPr/>
          </p:nvCxnSpPr>
          <p:spPr>
            <a:xfrm>
              <a:off x="1279625" y="3305412"/>
              <a:ext cx="0" cy="2583300"/>
            </a:xfrm>
            <a:prstGeom prst="straightConnector1">
              <a:avLst/>
            </a:prstGeom>
            <a:noFill/>
            <a:ln cap="flat" cmpd="sng" w="159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68" name="Google Shape;568;p82"/>
            <p:cNvCxnSpPr/>
            <p:nvPr/>
          </p:nvCxnSpPr>
          <p:spPr>
            <a:xfrm>
              <a:off x="666925" y="3282637"/>
              <a:ext cx="0" cy="2583300"/>
            </a:xfrm>
            <a:prstGeom prst="straightConnector1">
              <a:avLst/>
            </a:prstGeom>
            <a:noFill/>
            <a:ln cap="flat" cmpd="sng" w="159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569" name="Google Shape;569;p82"/>
            <p:cNvSpPr/>
            <p:nvPr/>
          </p:nvSpPr>
          <p:spPr>
            <a:xfrm>
              <a:off x="229621" y="3562941"/>
              <a:ext cx="882900" cy="676200"/>
            </a:xfrm>
            <a:prstGeom prst="rect">
              <a:avLst/>
            </a:prstGeom>
            <a:solidFill>
              <a:srgbClr val="FFFFFF"/>
            </a:solidFill>
            <a:ln cap="flat" cmpd="sng" w="33875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  <a:effectLst>
              <a:outerShdw blurRad="76186" rotWithShape="0" algn="bl" dir="5400000" dist="25395">
                <a:srgbClr val="000000">
                  <a:alpha val="49020"/>
                </a:srgbClr>
              </a:outerShdw>
            </a:effectLst>
          </p:spPr>
          <p:txBody>
            <a:bodyPr anchorCtr="0" anchor="t" bIns="0" lIns="0" spcFirstLastPara="1" rIns="0" wrap="square" tIns="36575">
              <a:noAutofit/>
            </a:bodyPr>
            <a:lstStyle/>
            <a:p>
              <a:pPr indent="0" lvl="0" marL="0" marR="0" rtl="0" algn="ctr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Roboto"/>
                <a:buNone/>
              </a:pPr>
              <a:r>
                <a:t/>
              </a:r>
              <a:endParaRPr b="0" i="0" sz="300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Roboto"/>
                <a:buNone/>
              </a:pPr>
              <a:r>
                <a:t/>
              </a:r>
              <a:endParaRPr b="0" i="0" sz="500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Roboto"/>
                <a:buNone/>
              </a:pPr>
              <a:r>
                <a:t/>
              </a:r>
              <a:endParaRPr b="0" i="0" sz="300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100"/>
                <a:buFont typeface="Roboto"/>
                <a:buNone/>
              </a:pPr>
              <a:r>
                <a:t/>
              </a:r>
              <a:endParaRPr b="0" i="0" sz="500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grpSp>
          <p:nvGrpSpPr>
            <p:cNvPr id="570" name="Google Shape;570;p82"/>
            <p:cNvGrpSpPr/>
            <p:nvPr/>
          </p:nvGrpSpPr>
          <p:grpSpPr>
            <a:xfrm>
              <a:off x="827580" y="4526589"/>
              <a:ext cx="883151" cy="675695"/>
              <a:chOff x="11032282" y="4199339"/>
              <a:chExt cx="770100" cy="589200"/>
            </a:xfrm>
          </p:grpSpPr>
          <p:sp>
            <p:nvSpPr>
              <p:cNvPr id="571" name="Google Shape;571;p82"/>
              <p:cNvSpPr/>
              <p:nvPr/>
            </p:nvSpPr>
            <p:spPr>
              <a:xfrm>
                <a:off x="11032282" y="4199339"/>
                <a:ext cx="770100" cy="589200"/>
              </a:xfrm>
              <a:prstGeom prst="rect">
                <a:avLst/>
              </a:prstGeom>
              <a:solidFill>
                <a:srgbClr val="FFFFFF"/>
              </a:solidFill>
              <a:ln cap="flat" cmpd="sng" w="33875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76186" rotWithShape="0" algn="bl" dir="5400000" dist="25395">
                  <a:srgbClr val="000000">
                    <a:alpha val="49020"/>
                  </a:srgbClr>
                </a:outerShdw>
              </a:effectLst>
            </p:spPr>
            <p:txBody>
              <a:bodyPr anchorCtr="0" anchor="t" bIns="0" lIns="0" spcFirstLastPara="1" rIns="0" wrap="square" tIns="36575">
                <a:noAutofit/>
              </a:bodyPr>
              <a:lstStyle/>
              <a:p>
                <a:pPr indent="0" lvl="0" marL="0" marR="0" rtl="0" algn="l">
                  <a:lnSpc>
                    <a:spcPct val="104761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pic>
            <p:nvPicPr>
              <p:cNvPr id="572" name="Google Shape;572;p82"/>
              <p:cNvPicPr preferRelativeResize="0"/>
              <p:nvPr/>
            </p:nvPicPr>
            <p:blipFill rotWithShape="1">
              <a:blip r:embed="rId17">
                <a:alphaModFix/>
              </a:blip>
              <a:srcRect b="0" l="0" r="0" t="0"/>
              <a:stretch/>
            </p:blipFill>
            <p:spPr>
              <a:xfrm>
                <a:off x="11221313" y="4255213"/>
                <a:ext cx="461400" cy="461400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573" name="Google Shape;573;p82"/>
            <p:cNvGrpSpPr/>
            <p:nvPr/>
          </p:nvGrpSpPr>
          <p:grpSpPr>
            <a:xfrm>
              <a:off x="2712577" y="3562941"/>
              <a:ext cx="883024" cy="676247"/>
              <a:chOff x="388508" y="3509796"/>
              <a:chExt cx="957000" cy="732900"/>
            </a:xfrm>
          </p:grpSpPr>
          <p:sp>
            <p:nvSpPr>
              <p:cNvPr id="574" name="Google Shape;574;p82"/>
              <p:cNvSpPr/>
              <p:nvPr/>
            </p:nvSpPr>
            <p:spPr>
              <a:xfrm>
                <a:off x="388508" y="3509796"/>
                <a:ext cx="957000" cy="732900"/>
              </a:xfrm>
              <a:prstGeom prst="rect">
                <a:avLst/>
              </a:prstGeom>
              <a:solidFill>
                <a:srgbClr val="FFFFFF"/>
              </a:solidFill>
              <a:ln cap="flat" cmpd="sng" w="33875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  <a:effectLst>
                <a:outerShdw blurRad="76186" rotWithShape="0" algn="bl" dir="5400000" dist="25395">
                  <a:srgbClr val="000000">
                    <a:alpha val="49020"/>
                  </a:srgbClr>
                </a:outerShdw>
              </a:effectLst>
            </p:spPr>
            <p:txBody>
              <a:bodyPr anchorCtr="0" anchor="t" bIns="0" lIns="0" spcFirstLastPara="1" rIns="0" wrap="square" tIns="36575">
                <a:noAutofit/>
              </a:bodyPr>
              <a:lstStyle/>
              <a:p>
                <a:pPr indent="0" lvl="0" marL="0" marR="0" rtl="0" algn="ctr">
                  <a:lnSpc>
                    <a:spcPct val="8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3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  <a:p>
                <a:pPr indent="0" lvl="0" marL="0" marR="0" rtl="0" algn="ctr">
                  <a:lnSpc>
                    <a:spcPct val="104761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5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  <a:p>
                <a:pPr indent="0" lvl="0" marL="0" marR="0" rtl="0" algn="ctr">
                  <a:lnSpc>
                    <a:spcPct val="104761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3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  <a:p>
                <a:pPr indent="0" lvl="0" marL="0" marR="0" rtl="0" algn="ctr">
                  <a:lnSpc>
                    <a:spcPct val="104761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Roboto"/>
                  <a:buNone/>
                </a:pPr>
                <a:r>
                  <a:t/>
                </a:r>
                <a:endParaRPr b="0" i="0" sz="500" u="none" cap="none" strike="noStrike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575" name="Google Shape;575;p82"/>
              <p:cNvSpPr txBox="1"/>
              <p:nvPr/>
            </p:nvSpPr>
            <p:spPr>
              <a:xfrm>
                <a:off x="472075" y="3660294"/>
                <a:ext cx="809100" cy="429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63275" lIns="63275" spcFirstLastPara="1" rIns="63275" wrap="square" tIns="63275">
                <a:sp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1100"/>
                  <a:t>DNA</a:t>
                </a:r>
                <a:endParaRPr sz="1100"/>
              </a:p>
            </p:txBody>
          </p:sp>
        </p:grpSp>
        <p:pic>
          <p:nvPicPr>
            <p:cNvPr id="576" name="Google Shape;576;p82" title="IMG_8648.jpeg"/>
            <p:cNvPicPr preferRelativeResize="0"/>
            <p:nvPr/>
          </p:nvPicPr>
          <p:blipFill rotWithShape="1">
            <a:blip r:embed="rId18">
              <a:alphaModFix/>
            </a:blip>
            <a:srcRect b="20464" l="16833" r="15535" t="11527"/>
            <a:stretch/>
          </p:blipFill>
          <p:spPr>
            <a:xfrm>
              <a:off x="269900" y="3726653"/>
              <a:ext cx="809824" cy="320872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577" name="Google Shape;577;p82" title="openapv-horizontal-black.png"/>
            <p:cNvPicPr preferRelativeResize="0"/>
            <p:nvPr/>
          </p:nvPicPr>
          <p:blipFill>
            <a:blip r:embed="rId19">
              <a:alphaModFix/>
            </a:blip>
            <a:stretch>
              <a:fillRect/>
            </a:stretch>
          </p:blipFill>
          <p:spPr>
            <a:xfrm>
              <a:off x="4077050" y="3791640"/>
              <a:ext cx="791752" cy="23931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1" name="Shape 5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2" name="Google Shape;582;p8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Business &amp; Marketing Leadership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Governing Board (Governing Board)</a:t>
            </a:r>
            <a:endParaRPr sz="16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Budget Committee</a:t>
            </a:r>
            <a:endParaRPr sz="13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Legal Committee</a:t>
            </a:r>
            <a:endParaRPr sz="13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Outreach Committee</a:t>
            </a:r>
            <a:endParaRPr sz="16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Technical Leadership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3"/>
              </a:rPr>
              <a:t>Technical Advisory Council (TAC)</a:t>
            </a:r>
            <a:r>
              <a:rPr lang="en" sz="1600"/>
              <a:t> </a:t>
            </a:r>
            <a:endParaRPr sz="16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You can review </a:t>
            </a:r>
            <a:r>
              <a:rPr lang="en" sz="1300"/>
              <a:t>the TAC </a:t>
            </a:r>
            <a:r>
              <a:rPr lang="en" sz="1300" u="sng">
                <a:solidFill>
                  <a:schemeClr val="hlink"/>
                </a:solidFill>
                <a:hlinkClick r:id="rId4"/>
              </a:rPr>
              <a:t>meeting information and upcoming schedule</a:t>
            </a:r>
            <a:r>
              <a:rPr lang="en" sz="1300"/>
              <a:t> and join the mailing </a:t>
            </a:r>
            <a:r>
              <a:rPr lang="en" sz="1300" u="sng">
                <a:solidFill>
                  <a:schemeClr val="hlink"/>
                </a:solidFill>
                <a:hlinkClick r:id="rId5"/>
              </a:rPr>
              <a:t>list</a:t>
            </a:r>
            <a:endParaRPr sz="13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Hosted Projects and Working Groups</a:t>
            </a:r>
            <a:endParaRPr sz="1900"/>
          </a:p>
        </p:txBody>
      </p:sp>
      <p:sp>
        <p:nvSpPr>
          <p:cNvPr id="583" name="Google Shape;583;p8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Key Governing Bodies and Committees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7" name="Shape 5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8" name="Google Shape;588;p84"/>
          <p:cNvSpPr txBox="1"/>
          <p:nvPr>
            <p:ph type="title"/>
          </p:nvPr>
        </p:nvSpPr>
        <p:spPr>
          <a:xfrm>
            <a:off x="628800" y="13485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Governing Board 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Responsibilities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2" name="Shape 5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3" name="Google Shape;593;p8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/>
              <a:t>The Governing Board’s responsibilities include: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Approving the Academy Software Foundation budget, directing the use of funds to advance the mission of the Academy Software Foundation;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Directing marketing and outreach efforts;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Providing financial governance overall;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Voting on other decisions that come before the Governing Board.</a:t>
            </a:r>
            <a:endParaRPr sz="17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700"/>
              <a:t>Additional responsibilities are described in </a:t>
            </a:r>
            <a:r>
              <a:rPr lang="en" sz="1700" u="sng">
                <a:solidFill>
                  <a:schemeClr val="hlink"/>
                </a:solidFill>
                <a:hlinkClick r:id="rId3"/>
              </a:rPr>
              <a:t>Section 3</a:t>
            </a:r>
            <a:r>
              <a:rPr lang="en" sz="1700"/>
              <a:t> of the Academy Software Foundation Charter.</a:t>
            </a:r>
            <a:endParaRPr sz="1700"/>
          </a:p>
        </p:txBody>
      </p:sp>
      <p:sp>
        <p:nvSpPr>
          <p:cNvPr id="594" name="Google Shape;594;p8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Responsibilities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8" name="Shape 5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9" name="Google Shape;599;p8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en" sz="2200"/>
              <a:t>What the Governing Board is NOT responsible for</a:t>
            </a:r>
            <a:endParaRPr sz="2200"/>
          </a:p>
        </p:txBody>
      </p:sp>
      <p:sp>
        <p:nvSpPr>
          <p:cNvPr id="600" name="Google Shape;600;p8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does </a:t>
            </a:r>
            <a:r>
              <a:rPr b="1" lang="en" sz="1900"/>
              <a:t>not</a:t>
            </a:r>
            <a:r>
              <a:rPr lang="en" sz="1900"/>
              <a:t> make technical decisions for Academy Software Foundation other than working with the </a:t>
            </a:r>
            <a:r>
              <a:rPr lang="en" sz="1900" u="sng">
                <a:solidFill>
                  <a:schemeClr val="hlink"/>
                </a:solidFill>
                <a:hlinkClick r:id="rId3"/>
              </a:rPr>
              <a:t>TAC</a:t>
            </a:r>
            <a:r>
              <a:rPr lang="en" sz="1900"/>
              <a:t> to set the overall scope for the Academy Software Foundation. 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responsible for overseeing day-to-day operations of Academy Software Foundation. This is the responsibility of the foundation staff.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a Board of Directors; it is a committee that provides budget oversight and direction. There are no personal liabilities for individual Governing Board representatives.</a:t>
            </a:r>
            <a:endParaRPr sz="19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4" name="Shape 6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5" name="Google Shape;605;p87"/>
          <p:cNvSpPr txBox="1"/>
          <p:nvPr>
            <p:ph type="title"/>
          </p:nvPr>
        </p:nvSpPr>
        <p:spPr>
          <a:xfrm>
            <a:off x="694125" y="12753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Governing Board Operations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9" name="Shape 6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0" name="Google Shape;610;p8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The Governing Board voting members consist of: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One representative appointed from each Premier member; and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General member elected representatives </a:t>
            </a:r>
            <a:r>
              <a:rPr lang="en"/>
              <a:t>(if any)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The TAC Chairperson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See </a:t>
            </a:r>
            <a:r>
              <a:rPr lang="en" u="sng">
                <a:solidFill>
                  <a:schemeClr val="hlink"/>
                </a:solidFill>
                <a:hlinkClick r:id="rId3"/>
              </a:rPr>
              <a:t>Section 3(a)</a:t>
            </a:r>
            <a:r>
              <a:rPr lang="en"/>
              <a:t> of the Academy Software Foundation Charter for more information about composition.</a:t>
            </a:r>
            <a:endParaRPr/>
          </a:p>
        </p:txBody>
      </p:sp>
      <p:sp>
        <p:nvSpPr>
          <p:cNvPr id="611" name="Google Shape;611;p8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Composition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6" name="Shape 6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7" name="Google Shape;617;p8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700"/>
              <a:buNone/>
            </a:pPr>
            <a:r>
              <a:rPr lang="en" sz="2900"/>
              <a:t>Governing Board Representatives</a:t>
            </a:r>
            <a:endParaRPr sz="2900"/>
          </a:p>
        </p:txBody>
      </p:sp>
      <p:pic>
        <p:nvPicPr>
          <p:cNvPr id="618" name="Google Shape;618;p89" title="Screenshot 2026-02-25 at 2.17.52 P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65925" y="913975"/>
            <a:ext cx="8012150" cy="4142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2" name="Shape 6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3" name="Google Shape;623;p9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300"/>
              <a:t>Governing Board Representative Characteristics</a:t>
            </a:r>
            <a:endParaRPr sz="2300"/>
          </a:p>
        </p:txBody>
      </p:sp>
      <p:sp>
        <p:nvSpPr>
          <p:cNvPr id="624" name="Google Shape;624;p90"/>
          <p:cNvSpPr txBox="1"/>
          <p:nvPr>
            <p:ph idx="1" type="body"/>
          </p:nvPr>
        </p:nvSpPr>
        <p:spPr>
          <a:xfrm>
            <a:off x="628634" y="1105444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Knowledgeable / has experience in technology and open source in the media and entertainment industry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a point of view on the industry’s future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 strategic thinker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previous board experience as a plus, but not necessary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results-driven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an effective communicator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respectful of other points of view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an influential and empowered decision-maker within their own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able to create an environment within their organization for developing future ASWF leaders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able to develop a Governing Board member pipeline within their own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demonstrated willingness to contribute, to participate in board/committee activities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Will advocate for the ASWF within their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committed to make the ASWF as an organization and as a community more diverse</a:t>
            </a:r>
            <a:endParaRPr sz="15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8" name="Shape 6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9" name="Google Shape;629;p91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Premier and General</a:t>
            </a:r>
            <a:r>
              <a:rPr lang="en" sz="1200"/>
              <a:t> member companies with appointed representatives on the Governing Board may appoint alternates.</a:t>
            </a:r>
            <a:endParaRPr sz="1200"/>
          </a:p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Alternates may attend all Governing Board meetings. </a:t>
            </a:r>
            <a:endParaRPr sz="1200"/>
          </a:p>
          <a:p>
            <a:pPr indent="-285750" lvl="1" marL="914400" rtl="0" algn="l">
              <a:spcBef>
                <a:spcPts val="400"/>
              </a:spcBef>
              <a:spcAft>
                <a:spcPts val="0"/>
              </a:spcAft>
              <a:buSzPts val="900"/>
              <a:buChar char="○"/>
            </a:pPr>
            <a:r>
              <a:rPr lang="en" sz="900"/>
              <a:t>If the primary representative is present, the alternate may participate in listen-only mode and may not vote or speak. </a:t>
            </a:r>
            <a:endParaRPr sz="900"/>
          </a:p>
          <a:p>
            <a:pPr indent="-285750" lvl="1" marL="914400" rtl="0" algn="l">
              <a:spcBef>
                <a:spcPts val="400"/>
              </a:spcBef>
              <a:spcAft>
                <a:spcPts val="0"/>
              </a:spcAft>
              <a:buSzPts val="900"/>
              <a:buChar char="○"/>
            </a:pPr>
            <a:r>
              <a:rPr lang="en" sz="900"/>
              <a:t>Only if the primary representative is unable to attend the meeting, the alternate may speak and vote in lieu of the primary representative.</a:t>
            </a:r>
            <a:endParaRPr sz="900"/>
          </a:p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At Strategy and Leadership Meetings (at which no voting occurs), both primary and alternate representatives may speak (the alternate does not need to participate in listen-only mode)</a:t>
            </a:r>
            <a:endParaRPr sz="1200"/>
          </a:p>
        </p:txBody>
      </p:sp>
      <p:sp>
        <p:nvSpPr>
          <p:cNvPr id="630" name="Google Shape;630;p9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Alternates Policy</a:t>
            </a:r>
            <a:endParaRPr/>
          </a:p>
        </p:txBody>
      </p:sp>
      <p:sp>
        <p:nvSpPr>
          <p:cNvPr id="631" name="Google Shape;631;p91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700"/>
              <a:t>ACTION: To appoint your representative and your alternate, please file a request at </a:t>
            </a:r>
            <a:r>
              <a:rPr b="1" lang="en" sz="1700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b="1" lang="en" sz="1700"/>
              <a:t>, and have the representatives create an </a:t>
            </a:r>
            <a:r>
              <a:rPr b="1" lang="en" sz="1700" u="sng">
                <a:solidFill>
                  <a:schemeClr val="hlink"/>
                </a:solidFill>
                <a:hlinkClick r:id="rId4"/>
              </a:rPr>
              <a:t>LF ID</a:t>
            </a:r>
            <a:r>
              <a:rPr b="1" lang="en" sz="1700"/>
              <a:t>.</a:t>
            </a:r>
            <a:endParaRPr b="1" sz="1700"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i="1" lang="en" sz="1700"/>
              <a:t>You can change your representative at any time by making a request at </a:t>
            </a:r>
            <a:r>
              <a:rPr i="1" lang="en" sz="1700" u="sng">
                <a:solidFill>
                  <a:schemeClr val="hlink"/>
                </a:solidFill>
                <a:hlinkClick r:id="rId5"/>
              </a:rPr>
              <a:t>members.aswf.io</a:t>
            </a:r>
            <a:r>
              <a:rPr i="1" lang="en" sz="1700"/>
              <a:t>.</a:t>
            </a:r>
            <a:endParaRPr i="1" sz="17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40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36" name="Shape 6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7" name="Google Shape;637;p9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Alternates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1" name="Shape 6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2" name="Google Shape;642;p9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Succession Policy</a:t>
            </a:r>
            <a:endParaRPr/>
          </a:p>
        </p:txBody>
      </p:sp>
      <p:sp>
        <p:nvSpPr>
          <p:cNvPr id="643" name="Google Shape;643;p9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55600" lvl="0" marL="457200" rtl="0" algn="l">
              <a:spcBef>
                <a:spcPts val="80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Maximum term for any Governing Board representative is 4 years.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Individuals may serve again on the Governing Board after a two year break between terms.</a:t>
            </a:r>
            <a:endParaRPr sz="17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Individual may serve as an alternate during the two year break.</a:t>
            </a:r>
            <a:endParaRPr sz="17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There are no lifetime term limits.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Governing Board target goal of rotating 25% of Governing Board representatives on an annual basis.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If there are less that 25% of new representatives, the Governing Board may request longer tenured representatives to appoint a replacement.</a:t>
            </a:r>
            <a:endParaRPr sz="170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7" name="Shape 6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8" name="Google Shape;648;p9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</a:t>
            </a:r>
            <a:r>
              <a:rPr lang="en"/>
              <a:t> Chairperson</a:t>
            </a:r>
            <a:endParaRPr/>
          </a:p>
        </p:txBody>
      </p:sp>
      <p:sp>
        <p:nvSpPr>
          <p:cNvPr id="649" name="Google Shape;649;p9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Annually in January, the </a:t>
            </a:r>
            <a:r>
              <a:rPr lang="en" sz="1500"/>
              <a:t>Governing Board</a:t>
            </a:r>
            <a:r>
              <a:rPr lang="en" sz="1500"/>
              <a:t> will elect a chairperson to serve for the current year.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Duties of the </a:t>
            </a:r>
            <a:r>
              <a:rPr lang="en" sz="1500"/>
              <a:t>Governing Board</a:t>
            </a:r>
            <a:r>
              <a:rPr lang="en" sz="1500"/>
              <a:t> Chairperson include: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Oversee </a:t>
            </a:r>
            <a:r>
              <a:rPr lang="en" sz="1500"/>
              <a:t>the</a:t>
            </a:r>
            <a:r>
              <a:rPr lang="en" sz="1500"/>
              <a:t> day-to-day operational decision</a:t>
            </a:r>
            <a:r>
              <a:rPr lang="en" sz="1500"/>
              <a:t>s</a:t>
            </a:r>
            <a:r>
              <a:rPr lang="en" sz="1500"/>
              <a:t> of the Academy Software Foundation.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to prepare the agenda for Governing Board meetings.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Be a spokesperson for the Academy Software Foundation and the Governing Board, as needed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500"/>
              <a:t> of the Academy Software Foundation Charter for more information about the chairperson role.</a:t>
            </a:r>
            <a:endParaRPr sz="150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3" name="Shape 6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4" name="Google Shape;654;p9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Treasurer</a:t>
            </a:r>
            <a:endParaRPr/>
          </a:p>
        </p:txBody>
      </p:sp>
      <p:sp>
        <p:nvSpPr>
          <p:cNvPr id="655" name="Google Shape;655;p9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Annually in January, the Governing Board will elect a treasurer to serve for the current year.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Duties of the Governing Board </a:t>
            </a:r>
            <a:r>
              <a:rPr lang="en" sz="1500"/>
              <a:t>Treasurer</a:t>
            </a:r>
            <a:r>
              <a:rPr lang="en" sz="1500"/>
              <a:t> include: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Serve as </a:t>
            </a:r>
            <a:r>
              <a:rPr lang="en" sz="1500"/>
              <a:t>the</a:t>
            </a:r>
            <a:r>
              <a:rPr lang="en" sz="1500"/>
              <a:t> chairperson of the Budget Committee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to prepare financial updates and reforecasts to the Budget Committee and Governing Board.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in preparing and leading the approval of the annual budget.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500"/>
              <a:t> of the Academy Software Foundation Charter for more information about the treasurer role.</a:t>
            </a:r>
            <a:endParaRPr sz="150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9" name="Shape 6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0" name="Google Shape;660;p96"/>
          <p:cNvSpPr txBox="1"/>
          <p:nvPr>
            <p:ph type="title"/>
          </p:nvPr>
        </p:nvSpPr>
        <p:spPr>
          <a:xfrm>
            <a:off x="628800" y="1158450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Meetings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4" name="Shape 6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5" name="Google Shape;665;p9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The Governing Board has monthly virtual regular meetings, generally on the fourth Thursday of each month.</a:t>
            </a:r>
            <a:endParaRPr sz="13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Format for the meetings alternates between a formal business meeting and strategy session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At the formal business meetings, voting will often take place.</a:t>
            </a:r>
            <a:endParaRPr sz="10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For the strategy meetings, the Governing Board will align on a topic to discuss at the previous business meeting.</a:t>
            </a:r>
            <a:endParaRPr sz="10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Additionally, the Governing Board has two hybrid Leadership Meetings sessions per year (at Open Source Forum in February and Open Source Days in August).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TAC voting members and a representative from each General Member are invited to Strategy Sessions.</a:t>
            </a:r>
            <a:endParaRPr sz="10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In rare and exceptional circumstances (e.g., in an emergency situation), an additional ad hoc </a:t>
            </a:r>
            <a:r>
              <a:rPr lang="en" sz="1300"/>
              <a:t>special meeting</a:t>
            </a:r>
            <a:r>
              <a:rPr lang="en" sz="1300"/>
              <a:t> of the Governing Board may be convened. 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To request a special meeting, please email your request to the Foundation Staff and Governing Board Chair, and they will decide whether a special meeting is necessary or the proposed agenda item can be discussed by email or at the next regular meeting.</a:t>
            </a:r>
            <a:endParaRPr sz="1000"/>
          </a:p>
        </p:txBody>
      </p:sp>
      <p:sp>
        <p:nvSpPr>
          <p:cNvPr id="666" name="Google Shape;666;p9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Meeting Cadence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70" name="Shape 6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1" name="Google Shape;671;p98"/>
          <p:cNvSpPr txBox="1"/>
          <p:nvPr/>
        </p:nvSpPr>
        <p:spPr>
          <a:xfrm>
            <a:off x="649650" y="4377025"/>
            <a:ext cx="7844700" cy="354000"/>
          </a:xfrm>
          <a:prstGeom prst="rect">
            <a:avLst/>
          </a:prstGeom>
          <a:noFill/>
          <a:ln cap="flat" cmpd="sng" w="95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800"/>
              </a:spcBef>
              <a:spcAft>
                <a:spcPts val="120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Future M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eetings of the Governing Board for 202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will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be held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at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1: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00 pm US Pacific Time unless noted</a:t>
            </a:r>
            <a:endParaRPr i="0" sz="17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2" name="Google Shape;672;p9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lang="en"/>
              <a:t>FY2026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/>
              <a:t>Meeting Schedule</a:t>
            </a:r>
            <a:endParaRPr sz="1050"/>
          </a:p>
        </p:txBody>
      </p:sp>
      <p:cxnSp>
        <p:nvCxnSpPr>
          <p:cNvPr id="673" name="Google Shape;673;p98"/>
          <p:cNvCxnSpPr/>
          <p:nvPr/>
        </p:nvCxnSpPr>
        <p:spPr>
          <a:xfrm>
            <a:off x="917353" y="1411422"/>
            <a:ext cx="7334400" cy="0"/>
          </a:xfrm>
          <a:prstGeom prst="straightConnector1">
            <a:avLst/>
          </a:prstGeom>
          <a:noFill/>
          <a:ln cap="flat" cmpd="sng" w="36200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674" name="Google Shape;674;p98"/>
          <p:cNvSpPr/>
          <p:nvPr/>
        </p:nvSpPr>
        <p:spPr>
          <a:xfrm>
            <a:off x="820917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5" name="Google Shape;675;p98"/>
          <p:cNvSpPr/>
          <p:nvPr/>
        </p:nvSpPr>
        <p:spPr>
          <a:xfrm>
            <a:off x="2091659" y="1363444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6" name="Google Shape;676;p98"/>
          <p:cNvSpPr/>
          <p:nvPr/>
        </p:nvSpPr>
        <p:spPr>
          <a:xfrm>
            <a:off x="3316938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7" name="Google Shape;677;p98"/>
          <p:cNvSpPr/>
          <p:nvPr/>
        </p:nvSpPr>
        <p:spPr>
          <a:xfrm>
            <a:off x="5147264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8" name="Google Shape;678;p98"/>
          <p:cNvSpPr/>
          <p:nvPr/>
        </p:nvSpPr>
        <p:spPr>
          <a:xfrm>
            <a:off x="6980855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9" name="Google Shape;679;p98"/>
          <p:cNvSpPr/>
          <p:nvPr/>
        </p:nvSpPr>
        <p:spPr>
          <a:xfrm>
            <a:off x="2654509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0" name="Google Shape;680;p98"/>
          <p:cNvSpPr/>
          <p:nvPr/>
        </p:nvSpPr>
        <p:spPr>
          <a:xfrm>
            <a:off x="4488101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1" name="Google Shape;681;p98"/>
          <p:cNvSpPr/>
          <p:nvPr/>
        </p:nvSpPr>
        <p:spPr>
          <a:xfrm>
            <a:off x="6321692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2" name="Google Shape;682;p98"/>
          <p:cNvSpPr/>
          <p:nvPr/>
        </p:nvSpPr>
        <p:spPr>
          <a:xfrm>
            <a:off x="8155283" y="1319503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3" name="Google Shape;683;p98"/>
          <p:cNvSpPr txBox="1"/>
          <p:nvPr/>
        </p:nvSpPr>
        <p:spPr>
          <a:xfrm>
            <a:off x="669137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4" name="Google Shape;684;p98"/>
          <p:cNvSpPr txBox="1"/>
          <p:nvPr/>
        </p:nvSpPr>
        <p:spPr>
          <a:xfrm>
            <a:off x="8001185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5" name="Google Shape;685;p98"/>
          <p:cNvSpPr txBox="1"/>
          <p:nvPr/>
        </p:nvSpPr>
        <p:spPr>
          <a:xfrm>
            <a:off x="1280143" y="1522979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6" name="Google Shape;686;p98"/>
          <p:cNvSpPr txBox="1"/>
          <p:nvPr/>
        </p:nvSpPr>
        <p:spPr>
          <a:xfrm>
            <a:off x="1891149" y="1522970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Mar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7" name="Google Shape;687;p98"/>
          <p:cNvSpPr txBox="1"/>
          <p:nvPr/>
        </p:nvSpPr>
        <p:spPr>
          <a:xfrm>
            <a:off x="2502148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Apr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8" name="Google Shape;688;p98"/>
          <p:cNvSpPr txBox="1"/>
          <p:nvPr/>
        </p:nvSpPr>
        <p:spPr>
          <a:xfrm>
            <a:off x="3113160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May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9" name="Google Shape;689;p98"/>
          <p:cNvSpPr txBox="1"/>
          <p:nvPr/>
        </p:nvSpPr>
        <p:spPr>
          <a:xfrm>
            <a:off x="3724167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Jun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0" name="Google Shape;690;p98"/>
          <p:cNvSpPr txBox="1"/>
          <p:nvPr/>
        </p:nvSpPr>
        <p:spPr>
          <a:xfrm>
            <a:off x="4335160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Jul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1" name="Google Shape;691;p98"/>
          <p:cNvSpPr txBox="1"/>
          <p:nvPr/>
        </p:nvSpPr>
        <p:spPr>
          <a:xfrm>
            <a:off x="4946154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Aug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2" name="Google Shape;692;p98"/>
          <p:cNvSpPr txBox="1"/>
          <p:nvPr/>
        </p:nvSpPr>
        <p:spPr>
          <a:xfrm>
            <a:off x="5557160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Sep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3" name="Google Shape;693;p98"/>
          <p:cNvSpPr txBox="1"/>
          <p:nvPr/>
        </p:nvSpPr>
        <p:spPr>
          <a:xfrm>
            <a:off x="6168172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Oct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4" name="Google Shape;694;p98"/>
          <p:cNvSpPr txBox="1"/>
          <p:nvPr/>
        </p:nvSpPr>
        <p:spPr>
          <a:xfrm>
            <a:off x="6779173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Nov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5" name="Google Shape;695;p98"/>
          <p:cNvSpPr txBox="1"/>
          <p:nvPr/>
        </p:nvSpPr>
        <p:spPr>
          <a:xfrm>
            <a:off x="7390179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Dec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6" name="Google Shape;696;p98"/>
          <p:cNvSpPr txBox="1"/>
          <p:nvPr/>
        </p:nvSpPr>
        <p:spPr>
          <a:xfrm>
            <a:off x="669161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Q1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7" name="Google Shape;697;p98"/>
          <p:cNvSpPr txBox="1"/>
          <p:nvPr/>
        </p:nvSpPr>
        <p:spPr>
          <a:xfrm>
            <a:off x="8001183" y="1737970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9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2027</a:t>
            </a:r>
            <a:endParaRPr b="0" i="0" sz="9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8" name="Google Shape;698;p98"/>
          <p:cNvSpPr txBox="1"/>
          <p:nvPr/>
        </p:nvSpPr>
        <p:spPr>
          <a:xfrm>
            <a:off x="2502145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Q2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9" name="Google Shape;699;p98"/>
          <p:cNvSpPr txBox="1"/>
          <p:nvPr/>
        </p:nvSpPr>
        <p:spPr>
          <a:xfrm>
            <a:off x="4335155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Q3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0" name="Google Shape;700;p98"/>
          <p:cNvSpPr txBox="1"/>
          <p:nvPr/>
        </p:nvSpPr>
        <p:spPr>
          <a:xfrm>
            <a:off x="6168166" y="1730134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Q4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1" name="Google Shape;701;p98"/>
          <p:cNvSpPr/>
          <p:nvPr/>
        </p:nvSpPr>
        <p:spPr>
          <a:xfrm>
            <a:off x="1477571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702" name="Google Shape;702;p98"/>
          <p:cNvCxnSpPr>
            <a:stCxn id="688" idx="2"/>
            <a:endCxn id="703" idx="0"/>
          </p:cNvCxnSpPr>
          <p:nvPr/>
        </p:nvCxnSpPr>
        <p:spPr>
          <a:xfrm>
            <a:off x="3363661" y="1925563"/>
            <a:ext cx="3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704" name="Google Shape;704;p98"/>
          <p:cNvCxnSpPr>
            <a:stCxn id="692" idx="2"/>
            <a:endCxn id="705" idx="0"/>
          </p:cNvCxnSpPr>
          <p:nvPr/>
        </p:nvCxnSpPr>
        <p:spPr>
          <a:xfrm>
            <a:off x="5807660" y="1925563"/>
            <a:ext cx="12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706" name="Google Shape;706;p98"/>
          <p:cNvCxnSpPr>
            <a:stCxn id="700" idx="2"/>
            <a:endCxn id="707" idx="0"/>
          </p:cNvCxnSpPr>
          <p:nvPr/>
        </p:nvCxnSpPr>
        <p:spPr>
          <a:xfrm>
            <a:off x="6418666" y="1976134"/>
            <a:ext cx="2400" cy="448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708" name="Google Shape;708;p98"/>
          <p:cNvCxnSpPr>
            <a:stCxn id="695" idx="2"/>
            <a:endCxn id="709" idx="0"/>
          </p:cNvCxnSpPr>
          <p:nvPr/>
        </p:nvCxnSpPr>
        <p:spPr>
          <a:xfrm flipH="1">
            <a:off x="7635279" y="1925563"/>
            <a:ext cx="540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710" name="Google Shape;710;p98"/>
          <p:cNvCxnSpPr>
            <a:stCxn id="689" idx="2"/>
            <a:endCxn id="711" idx="0"/>
          </p:cNvCxnSpPr>
          <p:nvPr/>
        </p:nvCxnSpPr>
        <p:spPr>
          <a:xfrm>
            <a:off x="3974667" y="1925563"/>
            <a:ext cx="480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712" name="Google Shape;712;p98"/>
          <p:cNvCxnSpPr>
            <a:endCxn id="713" idx="0"/>
          </p:cNvCxnSpPr>
          <p:nvPr/>
        </p:nvCxnSpPr>
        <p:spPr>
          <a:xfrm>
            <a:off x="2135490" y="2007723"/>
            <a:ext cx="6300" cy="10926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714" name="Google Shape;714;p98"/>
          <p:cNvCxnSpPr>
            <a:stCxn id="698" idx="2"/>
            <a:endCxn id="715" idx="0"/>
          </p:cNvCxnSpPr>
          <p:nvPr/>
        </p:nvCxnSpPr>
        <p:spPr>
          <a:xfrm>
            <a:off x="2752645" y="1985681"/>
            <a:ext cx="0" cy="43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716" name="Google Shape;716;p98"/>
          <p:cNvCxnSpPr/>
          <p:nvPr/>
        </p:nvCxnSpPr>
        <p:spPr>
          <a:xfrm>
            <a:off x="1530694" y="1985552"/>
            <a:ext cx="0" cy="4026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717" name="Google Shape;717;p98"/>
          <p:cNvCxnSpPr>
            <a:stCxn id="696" idx="2"/>
            <a:endCxn id="718" idx="0"/>
          </p:cNvCxnSpPr>
          <p:nvPr/>
        </p:nvCxnSpPr>
        <p:spPr>
          <a:xfrm>
            <a:off x="919661" y="1985681"/>
            <a:ext cx="11700" cy="1114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718" name="Google Shape;718;p98"/>
          <p:cNvSpPr txBox="1"/>
          <p:nvPr/>
        </p:nvSpPr>
        <p:spPr>
          <a:xfrm>
            <a:off x="64182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Jan 27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5" name="Google Shape;715;p98"/>
          <p:cNvSpPr txBox="1"/>
          <p:nvPr/>
        </p:nvSpPr>
        <p:spPr>
          <a:xfrm>
            <a:off x="2463133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Apr 28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9" name="Google Shape;719;p98"/>
          <p:cNvSpPr txBox="1"/>
          <p:nvPr/>
        </p:nvSpPr>
        <p:spPr>
          <a:xfrm>
            <a:off x="1241134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Leadership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lang="en" sz="800">
                <a:solidFill>
                  <a:srgbClr val="44546A"/>
                </a:solidFill>
              </a:rPr>
              <a:t>Feb 26</a:t>
            </a:r>
            <a:endParaRPr b="0" i="1" sz="6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3" name="Google Shape;713;p98"/>
          <p:cNvSpPr txBox="1"/>
          <p:nvPr/>
        </p:nvSpPr>
        <p:spPr>
          <a:xfrm>
            <a:off x="185214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Mar 24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720" name="Google Shape;720;p98"/>
          <p:cNvCxnSpPr>
            <a:stCxn id="694" idx="2"/>
            <a:endCxn id="721" idx="0"/>
          </p:cNvCxnSpPr>
          <p:nvPr/>
        </p:nvCxnSpPr>
        <p:spPr>
          <a:xfrm flipH="1">
            <a:off x="7021273" y="1925563"/>
            <a:ext cx="84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703" name="Google Shape;703;p98"/>
          <p:cNvSpPr txBox="1"/>
          <p:nvPr/>
        </p:nvSpPr>
        <p:spPr>
          <a:xfrm>
            <a:off x="3074378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May 26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11" name="Google Shape;711;p98"/>
          <p:cNvSpPr txBox="1"/>
          <p:nvPr/>
        </p:nvSpPr>
        <p:spPr>
          <a:xfrm>
            <a:off x="3689854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Jun 23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5" name="Google Shape;705;p98"/>
          <p:cNvSpPr txBox="1"/>
          <p:nvPr/>
        </p:nvSpPr>
        <p:spPr>
          <a:xfrm>
            <a:off x="551932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Sep 22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7" name="Google Shape;707;p98"/>
          <p:cNvSpPr txBox="1"/>
          <p:nvPr/>
        </p:nvSpPr>
        <p:spPr>
          <a:xfrm>
            <a:off x="6131267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Oct 27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9" name="Google Shape;709;p98"/>
          <p:cNvSpPr txBox="1"/>
          <p:nvPr/>
        </p:nvSpPr>
        <p:spPr>
          <a:xfrm>
            <a:off x="7345747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Dec 15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1" name="Google Shape;721;p98"/>
          <p:cNvSpPr txBox="1"/>
          <p:nvPr/>
        </p:nvSpPr>
        <p:spPr>
          <a:xfrm>
            <a:off x="6731501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Nov 17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722" name="Google Shape;722;p98"/>
          <p:cNvCxnSpPr>
            <a:stCxn id="691" idx="2"/>
            <a:endCxn id="723" idx="0"/>
          </p:cNvCxnSpPr>
          <p:nvPr/>
        </p:nvCxnSpPr>
        <p:spPr>
          <a:xfrm>
            <a:off x="5196654" y="1925563"/>
            <a:ext cx="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723" name="Google Shape;723;p98"/>
          <p:cNvSpPr txBox="1"/>
          <p:nvPr/>
        </p:nvSpPr>
        <p:spPr>
          <a:xfrm>
            <a:off x="4907146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Leadership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TBD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1" lang="en" sz="5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In person at OSD</a:t>
            </a:r>
            <a:endParaRPr b="0" i="1" sz="5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724" name="Google Shape;724;p98"/>
          <p:cNvCxnSpPr>
            <a:stCxn id="699" idx="2"/>
            <a:endCxn id="725" idx="0"/>
          </p:cNvCxnSpPr>
          <p:nvPr/>
        </p:nvCxnSpPr>
        <p:spPr>
          <a:xfrm>
            <a:off x="4585655" y="1985681"/>
            <a:ext cx="900" cy="11133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725" name="Google Shape;725;p98"/>
          <p:cNvSpPr txBox="1"/>
          <p:nvPr/>
        </p:nvSpPr>
        <p:spPr>
          <a:xfrm>
            <a:off x="4296833" y="3098941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Jul 28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9" name="Shape 7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0" name="Google Shape;730;p9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If you would like to propose an agenda item for discussion at a Governing Board meeting, please submit your proposal to the Academy Software Foundation Executive Director &amp; </a:t>
            </a:r>
            <a:r>
              <a:rPr lang="en" sz="1500"/>
              <a:t>the Governing Board Chair</a:t>
            </a:r>
            <a:r>
              <a:rPr lang="en" sz="1500"/>
              <a:t>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Please include in your request:</a:t>
            </a:r>
            <a:endParaRPr sz="15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A description of the topic</a:t>
            </a:r>
            <a:endParaRPr sz="12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Board resolution or discussion-only item</a:t>
            </a:r>
            <a:endParaRPr sz="12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Requested amount of time to discuss the item</a:t>
            </a:r>
            <a:endParaRPr sz="12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regular Governing Board meeting, please submit your proposed agenda item at least 10 days prior to the meeting.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Strategy Session, please submit your proposed agenda item at least 30 days prior to the meeting.</a:t>
            </a:r>
            <a:endParaRPr sz="1500"/>
          </a:p>
        </p:txBody>
      </p:sp>
      <p:sp>
        <p:nvSpPr>
          <p:cNvPr id="731" name="Google Shape;731;p9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propose an agenda item</a:t>
            </a:r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5" name="Shape 7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6" name="Google Shape;736;p10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2900" lvl="0" marL="457200" rtl="0" algn="l"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Please be patient. Our board meeting agendas are often very full. If we cannot accommodate your request in the upcoming meeting we may:</a:t>
            </a:r>
            <a:endParaRPr sz="18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Wait until the following meeting to discuss the topic</a:t>
            </a:r>
            <a:endParaRPr sz="15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Call a special meeting to discuss your topic, or </a:t>
            </a:r>
            <a:endParaRPr sz="15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Refer the topic to the appropriate committee or task force of the Governing Board.</a:t>
            </a:r>
            <a:endParaRPr sz="1500"/>
          </a:p>
          <a:p>
            <a:pPr indent="-342900" lvl="0" marL="457200" rtl="0" algn="l"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We may ask you to provide slides 5 days before the meeting, and slides are subject to change (with your approval) to fit the broader meeting slide deck.</a:t>
            </a:r>
            <a:endParaRPr sz="1800"/>
          </a:p>
        </p:txBody>
      </p:sp>
      <p:sp>
        <p:nvSpPr>
          <p:cNvPr id="737" name="Google Shape;737;p10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Proposing an agenda item (continued)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1" name="Shape 7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2" name="Google Shape;742;p10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55600" lvl="0" marL="457200" rtl="0" algn="l">
              <a:spcBef>
                <a:spcPts val="80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Agendas and Exhibits for Governing Board meetings will be made available one week prior to the scheduled meeting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The FINAL deck will be made available one day prior to the meeting.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Past meeting materials can be found </a:t>
            </a:r>
            <a:r>
              <a:rPr lang="en" sz="2000" u="sng">
                <a:solidFill>
                  <a:schemeClr val="hlink"/>
                </a:solidFill>
                <a:hlinkClick r:id="rId3"/>
              </a:rPr>
              <a:t>here</a:t>
            </a:r>
            <a:r>
              <a:rPr lang="en" sz="2000"/>
              <a:t>.</a:t>
            </a:r>
            <a:endParaRPr sz="20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All meeting materials are </a:t>
            </a:r>
            <a:r>
              <a:rPr lang="en" sz="2000"/>
              <a:t>confidential</a:t>
            </a:r>
            <a:r>
              <a:rPr lang="en" sz="2000"/>
              <a:t> and for the view of Governing Board representatives and </a:t>
            </a:r>
            <a:r>
              <a:rPr lang="en" sz="2000"/>
              <a:t>their</a:t>
            </a:r>
            <a:r>
              <a:rPr lang="en" sz="2000"/>
              <a:t> alternates ONLY, unless otherwise specified.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No meeting of the Governing Board is recorded unless the Governing Board provides </a:t>
            </a:r>
            <a:r>
              <a:rPr lang="en" sz="1700"/>
              <a:t>explicit</a:t>
            </a:r>
            <a:r>
              <a:rPr lang="en" sz="1700"/>
              <a:t> consent to do so.</a:t>
            </a:r>
            <a:r>
              <a:rPr lang="en" sz="1700"/>
              <a:t> </a:t>
            </a:r>
            <a:endParaRPr sz="1700"/>
          </a:p>
        </p:txBody>
      </p:sp>
      <p:sp>
        <p:nvSpPr>
          <p:cNvPr id="743" name="Google Shape;743;p10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Materials</a:t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7" name="Shape 7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8" name="Google Shape;748;p102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Relevant Mailing Lists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Governing Board: </a:t>
            </a:r>
            <a:r>
              <a:rPr lang="en" u="sng">
                <a:solidFill>
                  <a:schemeClr val="hlink"/>
                </a:solidFill>
                <a:hlinkClick r:id="rId3"/>
              </a:rPr>
              <a:t>board@lists.aswf.io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TAC: </a:t>
            </a:r>
            <a:r>
              <a:rPr lang="en" u="sng">
                <a:solidFill>
                  <a:schemeClr val="hlink"/>
                </a:solidFill>
                <a:hlinkClick r:id="rId4"/>
              </a:rPr>
              <a:t>tac@lists.aswf.io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Budget Committee: </a:t>
            </a:r>
            <a:r>
              <a:rPr lang="en" u="sng">
                <a:solidFill>
                  <a:schemeClr val="hlink"/>
                </a:solidFill>
                <a:hlinkClick r:id="rId5"/>
              </a:rPr>
              <a:t>budget@lists.aswf.io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Legal Committee: </a:t>
            </a:r>
            <a:r>
              <a:rPr lang="en" u="sng">
                <a:solidFill>
                  <a:schemeClr val="hlink"/>
                </a:solidFill>
                <a:hlinkClick r:id="rId6"/>
              </a:rPr>
              <a:t>legal@lists.aswf.io</a:t>
            </a:r>
            <a:endParaRPr/>
          </a:p>
        </p:txBody>
      </p:sp>
      <p:sp>
        <p:nvSpPr>
          <p:cNvPr id="749" name="Google Shape;749;p10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Discussion Channels</a:t>
            </a:r>
            <a:endParaRPr/>
          </a:p>
        </p:txBody>
      </p:sp>
      <p:sp>
        <p:nvSpPr>
          <p:cNvPr id="750" name="Google Shape;750;p102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Slack Channel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You can </a:t>
            </a:r>
            <a:r>
              <a:rPr lang="en" u="sng">
                <a:solidFill>
                  <a:schemeClr val="hlink"/>
                </a:solidFill>
                <a:hlinkClick r:id="rId7"/>
              </a:rPr>
              <a:t>join Academy Software Foundation slack here</a:t>
            </a:r>
            <a:r>
              <a:rPr lang="en"/>
              <a:t>. 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To join the Governing Board slack channel, make a request at </a:t>
            </a:r>
            <a:r>
              <a:rPr lang="en" u="sng">
                <a:solidFill>
                  <a:schemeClr val="hlink"/>
                </a:solidFill>
                <a:hlinkClick r:id="rId8"/>
              </a:rPr>
              <a:t>members.aswf.io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4" name="Shape 7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5" name="Google Shape;755;p103"/>
          <p:cNvSpPr txBox="1"/>
          <p:nvPr>
            <p:ph type="title"/>
          </p:nvPr>
        </p:nvSpPr>
        <p:spPr>
          <a:xfrm>
            <a:off x="628800" y="12753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Committees</a:t>
            </a:r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9" name="Shape 7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0" name="Google Shape;760;p10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Budget Committee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61" name="Google Shape;761;p10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Budget Committee is lead by the Governing Board Treasurer and collaborates with the Academy Software Foundation staff to develop and review the Academy Software Foundation budget.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Any Governing Board representative may join ( not alternates )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Meets generally monthly on the Monday of the week before the Governing Board meeting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" sz="1900"/>
              <a:t>ACTION: If you want to participate in the Budget Committee, make a request at </a:t>
            </a:r>
            <a:r>
              <a:rPr b="1" lang="en" sz="1900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b="1" lang="en" sz="1900"/>
              <a:t>.</a:t>
            </a:r>
            <a:endParaRPr b="1" sz="190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5" name="Shape 7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6" name="Google Shape;766;p10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makes recommendations to the Governing Board regarding license exception requests from Academy Software Foundation projects and other questions submitted to the Legal Committee by the Governing Board. 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does not represent Academy Software Foundation and does not have an attorney-client relationship with Academy Software Foundation.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Meets on an as needed basis.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Governing Boards may attend only if accompanied by their legal counsel.</a:t>
            </a:r>
            <a:endParaRPr sz="1700"/>
          </a:p>
        </p:txBody>
      </p:sp>
      <p:sp>
        <p:nvSpPr>
          <p:cNvPr id="767" name="Google Shape;767;p10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Legal</a:t>
            </a:r>
            <a:r>
              <a:rPr lang="en"/>
              <a:t> Committee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1" name="Shape 7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2" name="Google Shape;772;p106"/>
          <p:cNvSpPr txBox="1"/>
          <p:nvPr>
            <p:ph type="title"/>
          </p:nvPr>
        </p:nvSpPr>
        <p:spPr>
          <a:xfrm>
            <a:off x="628800" y="1860750"/>
            <a:ext cx="7886400" cy="7110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Policies and Other Resources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6" name="Shape 7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7" name="Google Shape;777;p10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/>
              <a:t>Important</a:t>
            </a:r>
            <a:r>
              <a:rPr lang="en" sz="2200"/>
              <a:t> Academy Software Foundation Policies and Resources</a:t>
            </a:r>
            <a:endParaRPr sz="2200"/>
          </a:p>
        </p:txBody>
      </p:sp>
      <p:sp>
        <p:nvSpPr>
          <p:cNvPr id="778" name="Google Shape;778;p10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3"/>
              </a:rPr>
              <a:t>Academy Software Foundation Charter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4"/>
              </a:rPr>
              <a:t>Linux Foundation Antitrust Policy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5"/>
              </a:rPr>
              <a:t>Foundation GitHub repository</a:t>
            </a:r>
            <a:r>
              <a:rPr lang="en" sz="1900"/>
              <a:t> with many other public facing policies and materials including…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Elections Process</a:t>
            </a:r>
            <a:endParaRPr sz="16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Academy Software Foundation hosted project charters</a:t>
            </a:r>
            <a:r>
              <a:rPr lang="en" sz="1600"/>
              <a:t>, which define each project’s intellectual property and licensing policies.</a:t>
            </a:r>
            <a:endParaRPr sz="16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8"/>
              </a:rPr>
              <a:t>ASWF Landscape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9"/>
              </a:rPr>
              <a:t>High Level Overview</a:t>
            </a:r>
            <a:endParaRPr sz="190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2" name="Shape 7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3" name="Google Shape;783;p10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800" u="sng">
                <a:solidFill>
                  <a:schemeClr val="hlink"/>
                </a:solidFill>
                <a:hlinkClick r:id="rId3"/>
              </a:rPr>
              <a:t>LFX Organization Dashboard</a:t>
            </a:r>
            <a:r>
              <a:rPr lang="en" sz="1800"/>
              <a:t> provides access to key membership materials, including…</a:t>
            </a:r>
            <a:endParaRPr sz="1800"/>
          </a:p>
          <a:p>
            <a:pPr indent="-323850" lvl="1" marL="457200" rtl="0" algn="l">
              <a:spcBef>
                <a:spcPts val="4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Member contacts, which you can change at any time ( look under ‘Users’ &gt; and then under the ‘Key People’ tab )</a:t>
            </a:r>
            <a:endParaRPr sz="1500"/>
          </a:p>
          <a:p>
            <a:pPr indent="-323850" lvl="1" marL="457200" rtl="0" algn="l">
              <a:spcBef>
                <a:spcPts val="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Membership details ( look under ‘Membership’ &gt; ‘Academy Software Foundation’ ), including…</a:t>
            </a:r>
            <a:endParaRPr sz="15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Membership Overview Deck and High Level Overview Deck ( look under the ‘Resources’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Your fully executed membership agreement ( look under the ‘Membership’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Details on how to leverage membership benefits ( look under the ‘Benefits’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Insights on contributors from your organization ( look under the ‘Project Contributors’ tab )</a:t>
            </a:r>
            <a:endParaRPr sz="12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" sz="1800"/>
              <a:t>ACTION: Request access to LFX Organizational Dashboard </a:t>
            </a:r>
            <a:r>
              <a:rPr b="1" lang="en" sz="1800" u="sng">
                <a:solidFill>
                  <a:schemeClr val="hlink"/>
                </a:solidFill>
                <a:hlinkClick r:id="rId4"/>
              </a:rPr>
              <a:t>here</a:t>
            </a:r>
            <a:r>
              <a:rPr b="1" lang="en" sz="1800"/>
              <a:t>.</a:t>
            </a:r>
            <a:endParaRPr b="1" sz="1800"/>
          </a:p>
        </p:txBody>
      </p:sp>
      <p:sp>
        <p:nvSpPr>
          <p:cNvPr id="784" name="Google Shape;784;p10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LFX Organization Dashboard</a:t>
            </a:r>
            <a:endParaRPr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8" name="Shape 7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9" name="Google Shape;789;p10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lang="en"/>
              <a:t>Foundation Staff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0" name="Google Shape;790;p109"/>
          <p:cNvSpPr txBox="1"/>
          <p:nvPr/>
        </p:nvSpPr>
        <p:spPr>
          <a:xfrm>
            <a:off x="-22425" y="4415419"/>
            <a:ext cx="9166500" cy="55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000"/>
              <a:t>Contact the staff at </a:t>
            </a:r>
            <a:r>
              <a:rPr b="1" lang="en" sz="2000" u="sng">
                <a:solidFill>
                  <a:schemeClr val="hlink"/>
                </a:solidFill>
                <a:hlinkClick r:id="rId3"/>
              </a:rPr>
              <a:t>members.aswf.io</a:t>
            </a:r>
            <a:endParaRPr b="1" sz="2000"/>
          </a:p>
        </p:txBody>
      </p:sp>
      <p:pic>
        <p:nvPicPr>
          <p:cNvPr id="791" name="Google Shape;791;p109" title="Screenshot 2026-01-07 at 9.57.14 A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65438" y="1514651"/>
            <a:ext cx="8013116" cy="21222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95" name="Shape 7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6" name="Google Shape;796;p11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200"/>
              <a:t>Who’s Who in the </a:t>
            </a:r>
            <a:r>
              <a:rPr lang="en" sz="2200"/>
              <a:t>Academy Software Foundation</a:t>
            </a:r>
            <a:endParaRPr sz="2200"/>
          </a:p>
        </p:txBody>
      </p:sp>
      <p:sp>
        <p:nvSpPr>
          <p:cNvPr id="797" name="Google Shape;797;p11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Academy Software Foundation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Staff: </a:t>
            </a:r>
            <a:r>
              <a:rPr lang="en" u="sng">
                <a:solidFill>
                  <a:schemeClr val="hlink"/>
                </a:solidFill>
                <a:hlinkClick r:id="rId4"/>
              </a:rPr>
              <a:t>Academy Software Foundation Staff</a:t>
            </a:r>
            <a:r>
              <a:rPr lang="en"/>
              <a:t>, </a:t>
            </a:r>
            <a:r>
              <a:rPr lang="en" u="sng">
                <a:solidFill>
                  <a:schemeClr val="hlink"/>
                </a:solidFill>
                <a:hlinkClick r:id="rId5"/>
              </a:rPr>
              <a:t>Linux Foundation Leadership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6"/>
              </a:rPr>
              <a:t>Governing Board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7"/>
              </a:rPr>
              <a:t>Technical Advisory Council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8"/>
              </a:rPr>
              <a:t>Academy Software Foundation Project and Working Group Leads</a:t>
            </a:r>
            <a:endParaRPr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1" name="Shape 8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2" name="Google Shape;802;p111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 you!</a:t>
            </a:r>
            <a:endParaRPr/>
          </a:p>
        </p:txBody>
      </p:sp>
      <p:sp>
        <p:nvSpPr>
          <p:cNvPr id="803" name="Google Shape;803;p111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If you have any questions, feel free to contact the staff at </a:t>
            </a:r>
            <a:r>
              <a:rPr lang="en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