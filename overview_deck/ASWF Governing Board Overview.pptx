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9.png"/><Relationship Id="rId4" Type="http://schemas.openxmlformats.org/officeDocument/2006/relationships/image" Target="../media/image31.png"/><Relationship Id="rId5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31.png"/><Relationship Id="rId4" Type="http://schemas.openxmlformats.org/officeDocument/2006/relationships/image" Target="../media/image4.png"/><Relationship Id="rId5" Type="http://schemas.openxmlformats.org/officeDocument/2006/relationships/image" Target="../media/image9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7.png"/><Relationship Id="rId4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23.png"/><Relationship Id="rId4" Type="http://schemas.openxmlformats.org/officeDocument/2006/relationships/image" Target="../media/image4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31.png"/><Relationship Id="rId4" Type="http://schemas.openxmlformats.org/officeDocument/2006/relationships/image" Target="../media/image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17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5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4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4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31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8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jpg"/><Relationship Id="rId3" Type="http://schemas.openxmlformats.org/officeDocument/2006/relationships/image" Target="../media/image4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9.png"/><Relationship Id="rId4" Type="http://schemas.openxmlformats.org/officeDocument/2006/relationships/image" Target="../media/image31.png"/><Relationship Id="rId5" Type="http://schemas.openxmlformats.org/officeDocument/2006/relationships/image" Target="../media/image4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31.png"/><Relationship Id="rId4" Type="http://schemas.openxmlformats.org/officeDocument/2006/relationships/image" Target="../media/image4.png"/><Relationship Id="rId5" Type="http://schemas.openxmlformats.org/officeDocument/2006/relationships/image" Target="../media/image9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27.png"/><Relationship Id="rId4" Type="http://schemas.openxmlformats.org/officeDocument/2006/relationships/image" Target="../media/image4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Relationship Id="rId3" Type="http://schemas.openxmlformats.org/officeDocument/2006/relationships/image" Target="../media/image23.png"/><Relationship Id="rId4" Type="http://schemas.openxmlformats.org/officeDocument/2006/relationships/image" Target="../media/image4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31.png"/><Relationship Id="rId4" Type="http://schemas.openxmlformats.org/officeDocument/2006/relationships/image" Target="../media/image4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4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4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17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5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4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9.png"/><Relationship Id="rId4" Type="http://schemas.openxmlformats.org/officeDocument/2006/relationships/image" Target="../media/image31.png"/><Relationship Id="rId5" Type="http://schemas.openxmlformats.org/officeDocument/2006/relationships/image" Target="../media/image4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31.png"/><Relationship Id="rId4" Type="http://schemas.openxmlformats.org/officeDocument/2006/relationships/image" Target="../media/image4.png"/><Relationship Id="rId5" Type="http://schemas.openxmlformats.org/officeDocument/2006/relationships/image" Target="../media/image9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27.png"/><Relationship Id="rId4" Type="http://schemas.openxmlformats.org/officeDocument/2006/relationships/image" Target="../media/image4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4.png"/><Relationship Id="rId3" Type="http://schemas.openxmlformats.org/officeDocument/2006/relationships/image" Target="../media/image23.png"/><Relationship Id="rId4" Type="http://schemas.openxmlformats.org/officeDocument/2006/relationships/image" Target="../media/image4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82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4.png"/><Relationship Id="rId3" Type="http://schemas.openxmlformats.org/officeDocument/2006/relationships/image" Target="../media/image82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82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31.png"/><Relationship Id="rId4" Type="http://schemas.openxmlformats.org/officeDocument/2006/relationships/image" Target="../media/image4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31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4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4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3.png"/><Relationship Id="rId3" Type="http://schemas.openxmlformats.org/officeDocument/2006/relationships/image" Target="../media/image84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6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0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8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7.jpg"/><Relationship Id="rId3" Type="http://schemas.openxmlformats.org/officeDocument/2006/relationships/image" Target="../media/image4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5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9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8.png"/><Relationship Id="rId3" Type="http://schemas.openxmlformats.org/officeDocument/2006/relationships/image" Target="../media/image88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8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88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88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9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9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9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9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0.png"/><Relationship Id="rId3" Type="http://schemas.openxmlformats.org/officeDocument/2006/relationships/image" Target="../media/image89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0.png"/><Relationship Id="rId3" Type="http://schemas.openxmlformats.org/officeDocument/2006/relationships/image" Target="../media/image89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89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89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Relationship Id="rId3" Type="http://schemas.openxmlformats.org/officeDocument/2006/relationships/image" Target="../media/image4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.png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.png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Relationship Id="rId3" Type="http://schemas.openxmlformats.org/officeDocument/2006/relationships/image" Target="../media/image27.png"/><Relationship Id="rId4" Type="http://schemas.openxmlformats.org/officeDocument/2006/relationships/image" Target="../media/image4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1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5.jpg"/><Relationship Id="rId3" Type="http://schemas.openxmlformats.org/officeDocument/2006/relationships/image" Target="../media/image4.png"/><Relationship Id="rId4" Type="http://schemas.openxmlformats.org/officeDocument/2006/relationships/image" Target="../media/image106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9.png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3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8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49.png"/><Relationship Id="rId4" Type="http://schemas.openxmlformats.org/officeDocument/2006/relationships/image" Target="../media/image10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5.png"/><Relationship Id="rId4" Type="http://schemas.openxmlformats.org/officeDocument/2006/relationships/image" Target="../media/image101.png"/><Relationship Id="rId5" Type="http://schemas.openxmlformats.org/officeDocument/2006/relationships/image" Target="../media/image10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4.png"/><Relationship Id="rId4" Type="http://schemas.openxmlformats.org/officeDocument/2006/relationships/image" Target="../media/image151.png"/><Relationship Id="rId5" Type="http://schemas.openxmlformats.org/officeDocument/2006/relationships/image" Target="../media/image14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29.png"/><Relationship Id="rId22" Type="http://schemas.openxmlformats.org/officeDocument/2006/relationships/image" Target="../media/image140.png"/><Relationship Id="rId21" Type="http://schemas.openxmlformats.org/officeDocument/2006/relationships/image" Target="../media/image144.png"/><Relationship Id="rId24" Type="http://schemas.openxmlformats.org/officeDocument/2006/relationships/image" Target="../media/image135.png"/><Relationship Id="rId23" Type="http://schemas.openxmlformats.org/officeDocument/2006/relationships/image" Target="../media/image127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4.png"/><Relationship Id="rId4" Type="http://schemas.openxmlformats.org/officeDocument/2006/relationships/image" Target="../media/image109.png"/><Relationship Id="rId9" Type="http://schemas.openxmlformats.org/officeDocument/2006/relationships/image" Target="../media/image116.png"/><Relationship Id="rId26" Type="http://schemas.openxmlformats.org/officeDocument/2006/relationships/image" Target="../media/image147.png"/><Relationship Id="rId25" Type="http://schemas.openxmlformats.org/officeDocument/2006/relationships/image" Target="../media/image141.png"/><Relationship Id="rId28" Type="http://schemas.openxmlformats.org/officeDocument/2006/relationships/image" Target="../media/image136.png"/><Relationship Id="rId27" Type="http://schemas.openxmlformats.org/officeDocument/2006/relationships/image" Target="../media/image132.png"/><Relationship Id="rId5" Type="http://schemas.openxmlformats.org/officeDocument/2006/relationships/image" Target="../media/image108.png"/><Relationship Id="rId6" Type="http://schemas.openxmlformats.org/officeDocument/2006/relationships/image" Target="../media/image112.png"/><Relationship Id="rId29" Type="http://schemas.openxmlformats.org/officeDocument/2006/relationships/image" Target="../media/image143.png"/><Relationship Id="rId7" Type="http://schemas.openxmlformats.org/officeDocument/2006/relationships/image" Target="../media/image114.png"/><Relationship Id="rId8" Type="http://schemas.openxmlformats.org/officeDocument/2006/relationships/image" Target="../media/image113.jpg"/><Relationship Id="rId11" Type="http://schemas.openxmlformats.org/officeDocument/2006/relationships/image" Target="../media/image117.png"/><Relationship Id="rId10" Type="http://schemas.openxmlformats.org/officeDocument/2006/relationships/image" Target="../media/image131.jpg"/><Relationship Id="rId13" Type="http://schemas.openxmlformats.org/officeDocument/2006/relationships/image" Target="../media/image142.png"/><Relationship Id="rId12" Type="http://schemas.openxmlformats.org/officeDocument/2006/relationships/image" Target="../media/image145.png"/><Relationship Id="rId15" Type="http://schemas.openxmlformats.org/officeDocument/2006/relationships/image" Target="../media/image122.png"/><Relationship Id="rId14" Type="http://schemas.openxmlformats.org/officeDocument/2006/relationships/image" Target="../media/image119.png"/><Relationship Id="rId17" Type="http://schemas.openxmlformats.org/officeDocument/2006/relationships/image" Target="../media/image124.png"/><Relationship Id="rId16" Type="http://schemas.openxmlformats.org/officeDocument/2006/relationships/image" Target="../media/image130.png"/><Relationship Id="rId19" Type="http://schemas.openxmlformats.org/officeDocument/2006/relationships/image" Target="../media/image121.png"/><Relationship Id="rId18" Type="http://schemas.openxmlformats.org/officeDocument/2006/relationships/image" Target="../media/image12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7.png"/><Relationship Id="rId4" Type="http://schemas.openxmlformats.org/officeDocument/2006/relationships/image" Target="../media/image13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3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