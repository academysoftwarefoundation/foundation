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officedocument.obfuscatedFont" Extension="odttf"/>
  <Default ContentType="application/vnd.openxmlformats-package.relationships+xml" Extension="rels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37.xml"/>
  <Override ContentType="application/vnd.openxmlformats-officedocument.presentationml.slideLayout+xml" PartName="/ppt/slideLayouts/slideLayout62.xml"/>
  <Override ContentType="application/vnd.openxmlformats-officedocument.presentationml.slideLayout+xml" PartName="/ppt/slideLayouts/slideLayout54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29.xml"/>
  <Override ContentType="application/vnd.openxmlformats-officedocument.presentationml.slideLayout+xml" PartName="/ppt/slideLayouts/slideLayout46.xml"/>
  <Override ContentType="application/vnd.openxmlformats-officedocument.presentationml.slideLayout+xml" PartName="/ppt/slideLayouts/slideLayout89.xml"/>
  <Override ContentType="application/vnd.openxmlformats-officedocument.presentationml.slideLayout+xml" PartName="/ppt/slideLayouts/slideLayout70.xml"/>
  <Override ContentType="application/vnd.openxmlformats-officedocument.presentationml.slideLayout+xml" PartName="/ppt/slideLayouts/slideLayout20.xml"/>
  <Override ContentType="application/vnd.openxmlformats-officedocument.presentationml.slideLayout+xml" PartName="/ppt/slideLayouts/slideLayout55.xml"/>
  <Override ContentType="application/vnd.openxmlformats-officedocument.presentationml.slideLayout+xml" PartName="/ppt/slideLayouts/slideLayout61.xml"/>
  <Override ContentType="application/vnd.openxmlformats-officedocument.presentationml.slideLayout+xml" PartName="/ppt/slideLayouts/slideLayout38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52.xml"/>
  <Override ContentType="application/vnd.openxmlformats-officedocument.presentationml.slideLayout+xml" PartName="/ppt/slideLayouts/slideLayout95.xml"/>
  <Override ContentType="application/vnd.openxmlformats-officedocument.presentationml.slideLayout+xml" PartName="/ppt/slideLayouts/slideLayout64.xml"/>
  <Override ContentType="application/vnd.openxmlformats-officedocument.presentationml.slideLayout+xml" PartName="/ppt/slideLayouts/slideLayout21.xml"/>
  <Override ContentType="application/vnd.openxmlformats-officedocument.presentationml.slideLayout+xml" PartName="/ppt/slideLayouts/slideLayout60.xml"/>
  <Override ContentType="application/vnd.openxmlformats-officedocument.presentationml.slideLayout+xml" PartName="/ppt/slideLayouts/slideLayout47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18.xml"/>
  <Override ContentType="application/vnd.openxmlformats-officedocument.presentationml.slideLayout+xml" PartName="/ppt/slideLayouts/slideLayout78.xml"/>
  <Override ContentType="application/vnd.openxmlformats-officedocument.presentationml.slideLayout+xml" PartName="/ppt/slideLayouts/slideLayout65.xml"/>
  <Override ContentType="application/vnd.openxmlformats-officedocument.presentationml.slideLayout+xml" PartName="/ppt/slideLayouts/slideLayout22.xml"/>
  <Override ContentType="application/vnd.openxmlformats-officedocument.presentationml.slideLayout+xml" PartName="/ppt/slideLayouts/slideLayout35.xml"/>
  <Override ContentType="application/vnd.openxmlformats-officedocument.presentationml.slideLayout+xml" PartName="/ppt/slideLayouts/slideLayout48.xml"/>
  <Override ContentType="application/vnd.openxmlformats-officedocument.presentationml.slideLayout+xml" PartName="/ppt/slideLayouts/slideLayout85.xml"/>
  <Override ContentType="application/vnd.openxmlformats-officedocument.presentationml.slideLayout+xml" PartName="/ppt/slideLayouts/slideLayout72.xml"/>
  <Override ContentType="application/vnd.openxmlformats-officedocument.presentationml.slideLayout+xml" PartName="/ppt/slideLayouts/slideLayout49.xml"/>
  <Override ContentType="application/vnd.openxmlformats-officedocument.presentationml.slideLayout+xml" PartName="/ppt/slideLayouts/slideLayout79.xml"/>
  <Override ContentType="application/vnd.openxmlformats-officedocument.presentationml.slideLayout+xml" PartName="/ppt/slideLayouts/slideLayout19.xml"/>
  <Override ContentType="application/vnd.openxmlformats-officedocument.presentationml.slideLayout+xml" PartName="/ppt/slideLayouts/slideLayout36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66.xml"/>
  <Override ContentType="application/vnd.openxmlformats-officedocument.presentationml.slideLayout+xml" PartName="/ppt/slideLayouts/slideLayout53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1.xml"/>
  <Override ContentType="application/vnd.openxmlformats-officedocument.presentationml.slideLayout+xml" PartName="/ppt/slideLayouts/slideLayout41.xml"/>
  <Override ContentType="application/vnd.openxmlformats-officedocument.presentationml.slideLayout+xml" PartName="/ppt/slideLayouts/slideLayout23.xml"/>
  <Override ContentType="application/vnd.openxmlformats-officedocument.presentationml.slideLayout+xml" PartName="/ppt/slideLayouts/slideLayout84.xml"/>
  <Override ContentType="application/vnd.openxmlformats-officedocument.presentationml.slideLayout+xml" PartName="/ppt/slideLayouts/slideLayout24.xml"/>
  <Override ContentType="application/vnd.openxmlformats-officedocument.presentationml.slideLayout+xml" PartName="/ppt/slideLayouts/slideLayout67.xml"/>
  <Override ContentType="application/vnd.openxmlformats-officedocument.presentationml.slideLayout+xml" PartName="/ppt/slideLayouts/slideLayout92.xml"/>
  <Override ContentType="application/vnd.openxmlformats-officedocument.presentationml.slideLayout+xml" PartName="/ppt/slideLayouts/slideLayout83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40.xml"/>
  <Override ContentType="application/vnd.openxmlformats-officedocument.presentationml.slideLayout+xml" PartName="/ppt/slideLayouts/slideLayout16.xml"/>
  <Override ContentType="application/vnd.openxmlformats-officedocument.presentationml.slideLayout+xml" PartName="/ppt/slideLayouts/slideLayout76.xml"/>
  <Override ContentType="application/vnd.openxmlformats-officedocument.presentationml.slideLayout+xml" PartName="/ppt/slideLayouts/slideLayout59.xml"/>
  <Override ContentType="application/vnd.openxmlformats-officedocument.presentationml.slideLayout+xml" PartName="/ppt/slideLayouts/slideLayout33.xml"/>
  <Override ContentType="application/vnd.openxmlformats-officedocument.presentationml.slideLayout+xml" PartName="/ppt/slideLayouts/slideLayout25.xml"/>
  <Override ContentType="application/vnd.openxmlformats-officedocument.presentationml.slideLayout+xml" PartName="/ppt/slideLayouts/slideLayout74.xml"/>
  <Override ContentType="application/vnd.openxmlformats-officedocument.presentationml.slideLayout+xml" PartName="/ppt/slideLayouts/slideLayout17.xml"/>
  <Override ContentType="application/vnd.openxmlformats-officedocument.presentationml.slideLayout+xml" PartName="/ppt/slideLayouts/slideLayout42.xml"/>
  <Override ContentType="application/vnd.openxmlformats-officedocument.presentationml.slideLayout+xml" PartName="/ppt/slideLayouts/slideLayout91.xml"/>
  <Override ContentType="application/vnd.openxmlformats-officedocument.presentationml.slideLayout+xml" PartName="/ppt/slideLayouts/slideLayout68.xml"/>
  <Override ContentType="application/vnd.openxmlformats-officedocument.presentationml.slideLayout+xml" PartName="/ppt/slideLayouts/slideLayout34.xml"/>
  <Override ContentType="application/vnd.openxmlformats-officedocument.presentationml.slideLayout+xml" PartName="/ppt/slideLayouts/slideLayout90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77.xml"/>
  <Override ContentType="application/vnd.openxmlformats-officedocument.presentationml.slideLayout+xml" PartName="/ppt/slideLayouts/slideLayout82.xml"/>
  <Override ContentType="application/vnd.openxmlformats-officedocument.presentationml.slideLayout+xml" PartName="/ppt/slideLayouts/slideLayout30.xml"/>
  <Override ContentType="application/vnd.openxmlformats-officedocument.presentationml.slideLayout+xml" PartName="/ppt/slideLayouts/slideLayout73.xml"/>
  <Override ContentType="application/vnd.openxmlformats-officedocument.presentationml.slideLayout+xml" PartName="/ppt/slideLayouts/slideLayout86.xml"/>
  <Override ContentType="application/vnd.openxmlformats-officedocument.presentationml.slideLayout+xml" PartName="/ppt/slideLayouts/slideLayout56.xml"/>
  <Override ContentType="application/vnd.openxmlformats-officedocument.presentationml.slideLayout+xml" PartName="/ppt/slideLayouts/slideLayout81.xml"/>
  <Override ContentType="application/vnd.openxmlformats-officedocument.presentationml.slideLayout+xml" PartName="/ppt/slideLayouts/slideLayout43.xml"/>
  <Override ContentType="application/vnd.openxmlformats-officedocument.presentationml.slideLayout+xml" PartName="/ppt/slideLayouts/slideLayout26.xml"/>
  <Override ContentType="application/vnd.openxmlformats-officedocument.presentationml.slideLayout+xml" PartName="/ppt/slideLayouts/slideLayout51.xml"/>
  <Override ContentType="application/vnd.openxmlformats-officedocument.presentationml.slideLayout+xml" PartName="/ppt/slideLayouts/slideLayout69.xml"/>
  <Override ContentType="application/vnd.openxmlformats-officedocument.presentationml.slideLayout+xml" PartName="/ppt/slideLayouts/slideLayout94.xml"/>
  <Override ContentType="application/vnd.openxmlformats-officedocument.presentationml.slideLayout+xml" PartName="/ppt/slideLayouts/slideLayout13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39.xml"/>
  <Override ContentType="application/vnd.openxmlformats-officedocument.presentationml.slideLayout+xml" PartName="/ppt/slideLayouts/slideLayout57.xml"/>
  <Override ContentType="application/vnd.openxmlformats-officedocument.presentationml.slideLayout+xml" PartName="/ppt/slideLayouts/slideLayout87.xml"/>
  <Override ContentType="application/vnd.openxmlformats-officedocument.presentationml.slideLayout+xml" PartName="/ppt/slideLayouts/slideLayout9.xml"/>
  <Override ContentType="application/vnd.openxmlformats-officedocument.presentationml.slideLayout+xml" PartName="/ppt/slideLayouts/slideLayout31.xml"/>
  <Override ContentType="application/vnd.openxmlformats-officedocument.presentationml.slideLayout+xml" PartName="/ppt/slideLayouts/slideLayout50.xml"/>
  <Override ContentType="application/vnd.openxmlformats-officedocument.presentationml.slideLayout+xml" PartName="/ppt/slideLayouts/slideLayout80.xml"/>
  <Override ContentType="application/vnd.openxmlformats-officedocument.presentationml.slideLayout+xml" PartName="/ppt/slideLayouts/slideLayout44.xml"/>
  <Override ContentType="application/vnd.openxmlformats-officedocument.presentationml.slideLayout+xml" PartName="/ppt/slideLayouts/slideLayout14.xml"/>
  <Override ContentType="application/vnd.openxmlformats-officedocument.presentationml.slideLayout+xml" PartName="/ppt/slideLayouts/slideLayout63.xml"/>
  <Override ContentType="application/vnd.openxmlformats-officedocument.presentationml.slideLayout+xml" PartName="/ppt/slideLayouts/slideLayout28.xml"/>
  <Override ContentType="application/vnd.openxmlformats-officedocument.presentationml.slideLayout+xml" PartName="/ppt/slideLayouts/slideLayout93.xml"/>
  <Override ContentType="application/vnd.openxmlformats-officedocument.presentationml.slideLayout+xml" PartName="/ppt/slideLayouts/slideLayout27.xml"/>
  <Override ContentType="application/vnd.openxmlformats-officedocument.presentationml.slideLayout+xml" PartName="/ppt/slideLayouts/slideLayout58.xml"/>
  <Override ContentType="application/vnd.openxmlformats-officedocument.presentationml.slideLayout+xml" PartName="/ppt/slideLayouts/slideLayout15.xml"/>
  <Override ContentType="application/vnd.openxmlformats-officedocument.presentationml.slideLayout+xml" PartName="/ppt/slideLayouts/slideLayout88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75.xml"/>
  <Override ContentType="application/vnd.openxmlformats-officedocument.presentationml.slideLayout+xml" PartName="/ppt/slideLayouts/slideLayout45.xml"/>
  <Override ContentType="application/vnd.openxmlformats-officedocument.presentationml.slideLayout+xml" PartName="/ppt/slideLayouts/slideLayout32.xml"/>
  <Override ContentType="application/vnd.openxmlformats-officedocument.presentationml.slideMaster+xml" PartName="/ppt/slideMasters/slideMaster3.xml"/>
  <Override ContentType="application/vnd.openxmlformats-officedocument.presentationml.slideMaster+xml" PartName="/ppt/slideMasters/slideMaster2.xml"/>
  <Override ContentType="application/vnd.openxmlformats-officedocument.presentationml.slideMaster+xml" PartName="/ppt/slideMasters/slideMaster1.xml"/>
  <Override ContentType="application/vnd.openxmlformats-officedocument.presentationml.slideMaster+xml" PartName="/ppt/slideMasters/slideMaster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  <Override ContentType="application/vnd.openxmlformats-officedocument.theme+xml" PartName="/ppt/theme/theme3.xml"/>
  <Override ContentType="application/vnd.openxmlformats-officedocument.theme+xml" PartName="/ppt/theme/theme4.xml"/>
  <Override ContentType="application/vnd.openxmlformats-officedocument.theme+xml" PartName="/ppt/theme/theme5.xml"/>
  <Override ContentType="application/vnd.openxmlformats-officedocument.presentationml.viewProps+xml" PartName="/ppt/viewProps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strictFirstAndLastChars="0" saveSubsetFonts="1">
  <p:sldMasterIdLst>
    <p:sldMasterId id="2147483743" r:id="rId4"/>
    <p:sldMasterId id="2147483744" r:id="rId5"/>
    <p:sldMasterId id="2147483745" r:id="rId6"/>
    <p:sldMasterId id="2147483746" r:id="rId7"/>
  </p:sldMasterIdLst>
  <p:notesMasterIdLst>
    <p:notesMasterId r:id="rId8"/>
  </p:notesMasterIdLst>
  <p:sldIdLst>
    <p:sldId id="256" r:id="rId9"/>
    <p:sldId id="257" r:id="rId10"/>
    <p:sldId id="258" r:id="rId11"/>
    <p:sldId id="259" r:id="rId12"/>
    <p:sldId id="260" r:id="rId13"/>
    <p:sldId id="261" r:id="rId14"/>
    <p:sldId id="262" r:id="rId15"/>
    <p:sldId id="263" r:id="rId16"/>
    <p:sldId id="264" r:id="rId17"/>
    <p:sldId id="265" r:id="rId18"/>
    <p:sldId id="266" r:id="rId19"/>
    <p:sldId id="267" r:id="rId20"/>
    <p:sldId id="268" r:id="rId21"/>
    <p:sldId id="269" r:id="rId22"/>
    <p:sldId id="270" r:id="rId23"/>
    <p:sldId id="271" r:id="rId24"/>
    <p:sldId id="272" r:id="rId25"/>
    <p:sldId id="273" r:id="rId26"/>
    <p:sldId id="274" r:id="rId27"/>
    <p:sldId id="275" r:id="rId28"/>
    <p:sldId id="276" r:id="rId29"/>
    <p:sldId id="277" r:id="rId30"/>
    <p:sldId id="278" r:id="rId31"/>
    <p:sldId id="279" r:id="rId32"/>
    <p:sldId id="280" r:id="rId33"/>
    <p:sldId id="281" r:id="rId34"/>
    <p:sldId id="282" r:id="rId35"/>
    <p:sldId id="283" r:id="rId36"/>
    <p:sldId id="284" r:id="rId37"/>
    <p:sldId id="285" r:id="rId38"/>
    <p:sldId id="286" r:id="rId39"/>
    <p:sldId id="287" r:id="rId40"/>
    <p:sldId id="288" r:id="rId41"/>
    <p:sldId id="289" r:id="rId42"/>
    <p:sldId id="290" r:id="rId43"/>
    <p:sldId id="291" r:id="rId44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>
        <p15:guide id="1" orient="horz" pos="288">
          <p15:clr>
            <a:srgbClr val="A4A3A4"/>
          </p15:clr>
        </p15:guide>
        <p15:guide id="2" pos="288">
          <p15:clr>
            <a:srgbClr val="A4A3A4"/>
          </p15:clr>
        </p15:guide>
        <p15:guide id="3" pos="5472">
          <p15:clr>
            <a:srgbClr val="9AA0A6"/>
          </p15:clr>
        </p15:guide>
        <p15:guide id="4" orient="horz" pos="2952">
          <p15:clr>
            <a:srgbClr val="9AA0A6"/>
          </p15:clr>
        </p15:guide>
        <p15:guide id="5" pos="4896">
          <p15:clr>
            <a:srgbClr val="9AA0A6"/>
          </p15:clr>
        </p15:guide>
        <p15:guide id="6" orient="horz" pos="917">
          <p15:clr>
            <a:srgbClr val="9AA0A6"/>
          </p15:clr>
        </p15:guide>
        <p15:guide id="7" pos="4320">
          <p15:clr>
            <a:srgbClr val="9AA0A6"/>
          </p15:clr>
        </p15:guide>
        <p15:guide id="8" pos="3744">
          <p15:clr>
            <a:srgbClr val="9AA0A6"/>
          </p15:clr>
        </p15:guide>
        <p15:guide id="9" pos="3168">
          <p15:clr>
            <a:srgbClr val="9AA0A6"/>
          </p15:clr>
        </p15:guide>
        <p15:guide id="10" pos="2592">
          <p15:clr>
            <a:srgbClr val="9AA0A6"/>
          </p15:clr>
        </p15:guide>
        <p15:guide id="11" pos="2016">
          <p15:clr>
            <a:srgbClr val="9AA0A6"/>
          </p15:clr>
        </p15:guide>
        <p15:guide id="12" pos="1440">
          <p15:clr>
            <a:srgbClr val="9AA0A6"/>
          </p15:clr>
        </p15:guide>
        <p15:guide id="13" pos="864">
          <p15:clr>
            <a:srgbClr val="9AA0A6"/>
          </p15:clr>
        </p15:guide>
        <p15:guide id="14" orient="horz" pos="1546">
          <p15:clr>
            <a:srgbClr val="9AA0A6"/>
          </p15:clr>
        </p15:guide>
        <p15:guide id="15" orient="horz" pos="1694">
          <p15:clr>
            <a:srgbClr val="9AA0A6"/>
          </p15:clr>
        </p15:guide>
        <p15:guide id="16" orient="horz" pos="2323">
          <p15:clr>
            <a:srgbClr val="9AA0A6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viewProps.xml><?xml version="1.0" encoding="utf-8"?>
<p:view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Comments="0">
  <p:slideViewPr>
    <p:cSldViewPr snapToGrid="0">
      <p:cViewPr varScale="1">
        <p:scale>
          <a:sx n="100" d="100"/>
          <a:sy n="100" d="100"/>
        </p:scale>
        <p:origin x="0" y="0"/>
      </p:cViewPr>
      <p:guideLst>
        <p:guide pos="288" orient="horz"/>
        <p:guide pos="288"/>
        <p:guide pos="5472"/>
        <p:guide pos="2952" orient="horz"/>
        <p:guide pos="4896"/>
        <p:guide pos="917" orient="horz"/>
        <p:guide pos="4320"/>
        <p:guide pos="3744"/>
        <p:guide pos="3168"/>
        <p:guide pos="2592"/>
        <p:guide pos="2016"/>
        <p:guide pos="1440"/>
        <p:guide pos="864"/>
        <p:guide pos="1546" orient="horz"/>
        <p:guide pos="1694" orient="horz"/>
        <p:guide pos="2323" orient="horz"/>
      </p:guideLst>
    </p:cSldViewPr>
  </p:slideViewPr>
</p:viewPr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2.xml"/><Relationship Id="rId20" Type="http://schemas.openxmlformats.org/officeDocument/2006/relationships/slide" Target="slides/slide12.xml"/><Relationship Id="rId42" Type="http://schemas.openxmlformats.org/officeDocument/2006/relationships/slide" Target="slides/slide34.xml"/><Relationship Id="rId41" Type="http://schemas.openxmlformats.org/officeDocument/2006/relationships/slide" Target="slides/slide33.xml"/><Relationship Id="rId22" Type="http://schemas.openxmlformats.org/officeDocument/2006/relationships/slide" Target="slides/slide14.xml"/><Relationship Id="rId44" Type="http://schemas.openxmlformats.org/officeDocument/2006/relationships/slide" Target="slides/slide36.xml"/><Relationship Id="rId21" Type="http://schemas.openxmlformats.org/officeDocument/2006/relationships/slide" Target="slides/slide13.xml"/><Relationship Id="rId43" Type="http://schemas.openxmlformats.org/officeDocument/2006/relationships/slide" Target="slides/slide35.xml"/><Relationship Id="rId24" Type="http://schemas.openxmlformats.org/officeDocument/2006/relationships/slide" Target="slides/slide16.xml"/><Relationship Id="rId23" Type="http://schemas.openxmlformats.org/officeDocument/2006/relationships/slide" Target="slides/slide15.xml"/><Relationship Id="rId1" Type="http://schemas.openxmlformats.org/officeDocument/2006/relationships/theme" Target="theme/theme2.xml"/><Relationship Id="rId2" Type="http://schemas.openxmlformats.org/officeDocument/2006/relationships/viewProps" Target="viewProps.xml"/><Relationship Id="rId3" Type="http://schemas.openxmlformats.org/officeDocument/2006/relationships/presProps" Target="presProp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1.xml"/><Relationship Id="rId26" Type="http://schemas.openxmlformats.org/officeDocument/2006/relationships/slide" Target="slides/slide18.xml"/><Relationship Id="rId25" Type="http://schemas.openxmlformats.org/officeDocument/2006/relationships/slide" Target="slides/slide17.xml"/><Relationship Id="rId28" Type="http://schemas.openxmlformats.org/officeDocument/2006/relationships/slide" Target="slides/slide20.xml"/><Relationship Id="rId27" Type="http://schemas.openxmlformats.org/officeDocument/2006/relationships/slide" Target="slides/slide19.xml"/><Relationship Id="rId5" Type="http://schemas.openxmlformats.org/officeDocument/2006/relationships/slideMaster" Target="slideMasters/slideMaster2.xml"/><Relationship Id="rId6" Type="http://schemas.openxmlformats.org/officeDocument/2006/relationships/slideMaster" Target="slideMasters/slideMaster3.xml"/><Relationship Id="rId29" Type="http://schemas.openxmlformats.org/officeDocument/2006/relationships/slide" Target="slides/slide21.xml"/><Relationship Id="rId7" Type="http://schemas.openxmlformats.org/officeDocument/2006/relationships/slideMaster" Target="slideMasters/slideMaster4.xml"/><Relationship Id="rId8" Type="http://schemas.openxmlformats.org/officeDocument/2006/relationships/notesMaster" Target="notesMasters/notesMaster1.xml"/><Relationship Id="rId31" Type="http://schemas.openxmlformats.org/officeDocument/2006/relationships/slide" Target="slides/slide23.xml"/><Relationship Id="rId30" Type="http://schemas.openxmlformats.org/officeDocument/2006/relationships/slide" Target="slides/slide22.xml"/><Relationship Id="rId11" Type="http://schemas.openxmlformats.org/officeDocument/2006/relationships/slide" Target="slides/slide3.xml"/><Relationship Id="rId33" Type="http://schemas.openxmlformats.org/officeDocument/2006/relationships/slide" Target="slides/slide25.xml"/><Relationship Id="rId10" Type="http://schemas.openxmlformats.org/officeDocument/2006/relationships/slide" Target="slides/slide2.xml"/><Relationship Id="rId32" Type="http://schemas.openxmlformats.org/officeDocument/2006/relationships/slide" Target="slides/slide24.xml"/><Relationship Id="rId13" Type="http://schemas.openxmlformats.org/officeDocument/2006/relationships/slide" Target="slides/slide5.xml"/><Relationship Id="rId35" Type="http://schemas.openxmlformats.org/officeDocument/2006/relationships/slide" Target="slides/slide27.xml"/><Relationship Id="rId12" Type="http://schemas.openxmlformats.org/officeDocument/2006/relationships/slide" Target="slides/slide4.xml"/><Relationship Id="rId34" Type="http://schemas.openxmlformats.org/officeDocument/2006/relationships/slide" Target="slides/slide26.xml"/><Relationship Id="rId15" Type="http://schemas.openxmlformats.org/officeDocument/2006/relationships/slide" Target="slides/slide7.xml"/><Relationship Id="rId37" Type="http://schemas.openxmlformats.org/officeDocument/2006/relationships/slide" Target="slides/slide29.xml"/><Relationship Id="rId14" Type="http://schemas.openxmlformats.org/officeDocument/2006/relationships/slide" Target="slides/slide6.xml"/><Relationship Id="rId36" Type="http://schemas.openxmlformats.org/officeDocument/2006/relationships/slide" Target="slides/slide28.xml"/><Relationship Id="rId17" Type="http://schemas.openxmlformats.org/officeDocument/2006/relationships/slide" Target="slides/slide9.xml"/><Relationship Id="rId39" Type="http://schemas.openxmlformats.org/officeDocument/2006/relationships/slide" Target="slides/slide31.xml"/><Relationship Id="rId16" Type="http://schemas.openxmlformats.org/officeDocument/2006/relationships/slide" Target="slides/slide8.xml"/><Relationship Id="rId38" Type="http://schemas.openxmlformats.org/officeDocument/2006/relationships/slide" Target="slides/slide30.xml"/><Relationship Id="rId19" Type="http://schemas.openxmlformats.org/officeDocument/2006/relationships/slide" Target="slides/slide11.xml"/><Relationship Id="rId18" Type="http://schemas.openxmlformats.org/officeDocument/2006/relationships/slide" Target="slides/slide10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hyperlink" Target="https://landscape.aswf.io/embed/embed.html?base-path=&amp;key=aswf-member-company&amp;headers=true&amp;category-header=false&amp;category-in-subcategory=false&amp;title-uppercase=false&amp;title-alignment=left&amp;title-font-family=sans-serif&amp;title-font-size=13&amp;style=clean&amp;bg-color=%232b8ca0&amp;fg-color=%23ffffff&amp;item-modal=false&amp;item-name=false&amp;size=lg&amp;items-alignment=left" TargetMode="Externa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hyperlink" Target="https://jmertic.github.io/committee-gallery/academy-software-foundation-governing-board" TargetMode="Externa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hyperlink" Target="https://jmertic.github.io/committee-gallery/academy-software-foundation-governing-board_slidedeck_alternates" TargetMode="Externa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hyperlink" Target="https://jmertic.github.io/committee-gallery/academy-software-foundation-staff_slidedeck_all" TargetMode="Externa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01" name="Shape 4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2" name="Google Shape;402;p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03" name="Google Shape;403;p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08" name="Shape 40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9" name="Google Shape;409;g23bf50b1865_1_679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10" name="Google Shape;410;g23bf50b1865_1_679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13" name="Shape 4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4" name="Google Shape;414;g2641a776a3e_0_235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rPr lang="en"/>
              <a:t>The Academy Software Foundation was developed in a partnership between the Academy of Motion Picture Arts and Sciences and the Linux Foundation, both partners bringing a unique blend of film industry knowledge and open source technical and organizational expertise to create a unique organization dedicated to accelerate software development and innovation in the motion picture industry. </a:t>
            </a:r>
            <a:endParaRPr/>
          </a:p>
        </p:txBody>
      </p:sp>
      <p:sp>
        <p:nvSpPr>
          <p:cNvPr id="415" name="Google Shape;415;g2641a776a3e_0_235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21" name="Shape 4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2" name="Google Shape;422;g3f933a1795b_3_285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23" name="Google Shape;423;g3f933a1795b_3_28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99" name="Shape 5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0" name="Google Shape;600;g3f54e6b8a18_0_0:notes"/>
          <p:cNvSpPr/>
          <p:nvPr>
            <p:ph idx="2" type="sldImg"/>
          </p:nvPr>
        </p:nvSpPr>
        <p:spPr>
          <a:xfrm>
            <a:off x="1143225" y="685800"/>
            <a:ext cx="45723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01" name="Google Shape;601;g3f54e6b8a18_0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Source: </a:t>
            </a:r>
            <a:r>
              <a:rPr lang="en" u="sng">
                <a:solidFill>
                  <a:schemeClr val="hlink"/>
                </a:solidFill>
                <a:hlinkClick r:id="rId2"/>
              </a:rPr>
              <a:t>https://landscape.aswf.io/embed/embed.html?base-path=&amp;key=aswf-member-company&amp;headers=true&amp;category-header=false&amp;category-in-subcategory=false&amp;title-uppercase=false&amp;title-alignment=left&amp;title-font-family=sans-serif&amp;title-font-size=13&amp;style=clean&amp;bg-color=%232b8ca0&amp;fg-color=%23ffffff&amp;item-modal=false&amp;item-name=false&amp;size=lg&amp;items-alignment=left</a:t>
            </a:r>
            <a:r>
              <a:rPr lang="en">
                <a:solidFill>
                  <a:schemeClr val="dk1"/>
                </a:solidFill>
              </a:rPr>
              <a:t> </a:t>
            </a:r>
            <a:endParaRPr>
              <a:solidFill>
                <a:schemeClr val="dk1"/>
              </a:solidFill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12" name="Shape 6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3" name="Google Shape;613;g23bf50b1865_1_72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14" name="Google Shape;614;g23bf50b1865_1_72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18" name="Shape 6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9" name="Google Shape;619;g3f933a1795b_3_57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  <p:sp>
        <p:nvSpPr>
          <p:cNvPr id="620" name="Google Shape;620;g3f933a1795b_3_570:notes"/>
          <p:cNvSpPr/>
          <p:nvPr>
            <p:ph idx="2" type="sldImg"/>
          </p:nvPr>
        </p:nvSpPr>
        <p:spPr>
          <a:xfrm>
            <a:off x="1143225" y="685800"/>
            <a:ext cx="45723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28" name="Shape 7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9" name="Google Shape;729;g23bf50b1865_1_966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0" name="Google Shape;730;g23bf50b1865_1_966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34" name="Shape 7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5" name="Google Shape;735;g239fda6744f_0_1209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36" name="Google Shape;736;g239fda6744f_0_1209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39" name="Shape 7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40" name="Google Shape;740;g26dc2bfbbcd_0_2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41" name="Google Shape;741;g26dc2bfbbcd_0_2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45" name="Shape 7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46" name="Google Shape;746;g23bf50b1865_1_78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47" name="Google Shape;747;g23bf50b1865_1_78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51" name="Shape 7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2" name="Google Shape;752;g239fda6744f_0_1205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53" name="Google Shape;753;g239fda6744f_0_1205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56" name="Shape 7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7" name="Google Shape;757;g239fda6744f_0_1213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58" name="Google Shape;758;g239fda6744f_0_1213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62" name="Shape 7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63" name="Google Shape;763;g3f54e6b8a18_0_7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64" name="Google Shape;764;g3f54e6b8a18_0_72:notes"/>
          <p:cNvSpPr txBox="1"/>
          <p:nvPr>
            <p:ph idx="1" type="body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" u="sng">
                <a:solidFill>
                  <a:schemeClr val="hlink"/>
                </a:solidFill>
                <a:hlinkClick r:id="rId2"/>
              </a:rPr>
              <a:t>https://jmertic.github.io/committee-gallery/academy-software-foundation-governing-board</a:t>
            </a:r>
            <a:r>
              <a:rPr lang="en"/>
              <a:t> </a:t>
            </a:r>
            <a:endParaRPr/>
          </a:p>
        </p:txBody>
      </p:sp>
      <p:sp>
        <p:nvSpPr>
          <p:cNvPr id="765" name="Google Shape;765;g3f54e6b8a18_0_72:notes"/>
          <p:cNvSpPr txBox="1"/>
          <p:nvPr>
            <p:ph idx="12" type="sldNum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fld id="{00000000-1234-1234-1234-123412341234}" type="slidenum">
              <a:rPr b="0" i="0" lang="en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70" name="Shape 7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71" name="Google Shape;771;g34f81ee9535_0_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72" name="Google Shape;772;g34f81ee9535_0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76" name="Shape 7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77" name="Google Shape;777;g239fda6744f_0_1257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78" name="Google Shape;778;g239fda6744f_0_1257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83" name="Shape 7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4" name="Google Shape;784;g3f54e6b8a18_0_8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85" name="Google Shape;785;g3f54e6b8a18_0_80:notes"/>
          <p:cNvSpPr txBox="1"/>
          <p:nvPr>
            <p:ph idx="1" type="body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" u="sng">
                <a:solidFill>
                  <a:schemeClr val="hlink"/>
                </a:solidFill>
                <a:hlinkClick r:id="rId2"/>
              </a:rPr>
              <a:t>https://jmertic.github.io/committee-gallery/academy-software-foundation-governing-board_slidedeck_alternates</a:t>
            </a:r>
            <a:endParaRPr/>
          </a:p>
        </p:txBody>
      </p:sp>
      <p:sp>
        <p:nvSpPr>
          <p:cNvPr id="786" name="Google Shape;786;g3f54e6b8a18_0_80:notes"/>
          <p:cNvSpPr txBox="1"/>
          <p:nvPr>
            <p:ph idx="12" type="sldNum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fld id="{00000000-1234-1234-1234-123412341234}" type="slidenum">
              <a:rPr b="0" i="0" lang="en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91" name="Shape 7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2" name="Google Shape;792;g2641a776a3e_0_64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93" name="Google Shape;793;g2641a776a3e_0_64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97" name="Shape 7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8" name="Google Shape;798;g2b86e582f31_0_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99" name="Google Shape;799;g2b86e582f31_0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03" name="Shape 8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04" name="Google Shape;804;g2b86e582f31_0_9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05" name="Google Shape;805;g2b86e582f31_0_9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09" name="Shape 8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0" name="Google Shape;810;g2641a776a3e_0_65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11" name="Google Shape;811;g2641a776a3e_0_65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14" name="Shape 8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5" name="Google Shape;815;g23bf50b1865_1_790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16" name="Google Shape;816;g23bf50b1865_1_790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20" name="Shape 8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1" name="Google Shape;821;g3a66f2283a8_0_59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22" name="Google Shape;822;g3a66f2283a8_0_59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79" name="Shape 8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0" name="Google Shape;880;g239fda6744f_0_1250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81" name="Google Shape;881;g239fda6744f_0_1250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85" name="Shape 8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6" name="Google Shape;886;g23bf50b1865_1_932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87" name="Google Shape;887;g23bf50b1865_1_932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91" name="Shape 8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2" name="Google Shape;892;g239fda6744f_0_1264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3" name="Google Shape;893;g239fda6744f_0_1264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97" name="Shape 8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8" name="Google Shape;898;g239fda6744f_0_1278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9" name="Google Shape;899;g239fda6744f_0_1278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04" name="Shape 9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05" name="Google Shape;905;g2641a776a3e_0_65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06" name="Google Shape;906;g2641a776a3e_0_65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09" name="Shape 9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0" name="Google Shape;910;g2641a776a3e_0_105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11" name="Google Shape;911;g2641a776a3e_0_105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15" name="Shape 9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6" name="Google Shape;916;g144a5df102b_3_2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17" name="Google Shape;917;g144a5df102b_3_2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21" name="Shape 9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2" name="Google Shape;922;g23bf50b1865_1_83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23" name="Google Shape;923;g23bf50b1865_1_83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26" name="Shape 9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7" name="Google Shape;927;g23bf50b1865_1_68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28" name="Google Shape;928;g23bf50b1865_1_68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32" name="Shape 9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3" name="Google Shape;933;g2641a776a3e_0_95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34" name="Google Shape;934;g2641a776a3e_0_95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38" name="Shape 9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9" name="Google Shape;939;g2641a776a3e_0_76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40" name="Google Shape;940;g2641a776a3e_0_76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-317500" lvl="0" marL="457200" rtl="0" algn="l">
              <a:spcBef>
                <a:spcPts val="0"/>
              </a:spcBef>
              <a:spcAft>
                <a:spcPts val="0"/>
              </a:spcAft>
              <a:buSzPts val="1400"/>
              <a:buChar char="●"/>
            </a:pPr>
            <a:r>
              <a:rPr lang="en" u="sng">
                <a:solidFill>
                  <a:srgbClr val="2200CC"/>
                </a:solidFill>
                <a:hlinkClick r:id="rId2">
                  <a:extLst>
                    <a:ext uri="{A12FA001-AC4F-418D-AE19-62706E023703}">
                      <ahyp:hlinkClr val="tx"/>
                    </a:ext>
                  </a:extLst>
                </a:hlinkClick>
              </a:rPr>
              <a:t>https://jmertic.github.io/committee-gallery/academy-software-foundation-staff_slidedeck_all</a:t>
            </a:r>
            <a:r>
              <a:rPr lang="en">
                <a:solidFill>
                  <a:schemeClr val="dk1"/>
                </a:solidFill>
              </a:rPr>
              <a:t> </a:t>
            </a:r>
            <a:endParaRPr b="1" sz="2400"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45" name="Shape 9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46" name="Google Shape;946;g23bf50b1865_1_98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47" name="Google Shape;947;g23bf50b1865_1_98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51" name="Shape 9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2" name="Google Shape;952;g1375398be20_0_12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53" name="Google Shape;953;g1375398be20_0_12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2.png"/><Relationship Id="rId3" Type="http://schemas.openxmlformats.org/officeDocument/2006/relationships/image" Target="../media/image6.png"/><Relationship Id="rId4" Type="http://schemas.openxmlformats.org/officeDocument/2006/relationships/image" Target="../media/image48.png"/><Relationship Id="rId5" Type="http://schemas.openxmlformats.org/officeDocument/2006/relationships/image" Target="../media/image3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2.png"/><Relationship Id="rId3" Type="http://schemas.openxmlformats.org/officeDocument/2006/relationships/image" Target="../media/image48.png"/><Relationship Id="rId4" Type="http://schemas.openxmlformats.org/officeDocument/2006/relationships/image" Target="../media/image3.png"/><Relationship Id="rId5" Type="http://schemas.openxmlformats.org/officeDocument/2006/relationships/image" Target="../media/image6.png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Relationship Id="rId3" Type="http://schemas.openxmlformats.org/officeDocument/2006/relationships/image" Target="../media/image3.png"/><Relationship Id="rId4" Type="http://schemas.openxmlformats.org/officeDocument/2006/relationships/image" Target="../media/image7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5.png"/><Relationship Id="rId3" Type="http://schemas.openxmlformats.org/officeDocument/2006/relationships/image" Target="../media/image16.png"/><Relationship Id="rId4" Type="http://schemas.openxmlformats.org/officeDocument/2006/relationships/image" Target="../media/image3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7.png"/><Relationship Id="rId3" Type="http://schemas.openxmlformats.org/officeDocument/2006/relationships/image" Target="../media/image29.png"/><Relationship Id="rId4" Type="http://schemas.openxmlformats.org/officeDocument/2006/relationships/image" Target="../media/image3.png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77.png"/><Relationship Id="rId3" Type="http://schemas.openxmlformats.org/officeDocument/2006/relationships/image" Target="../media/image13.png"/><Relationship Id="rId4" Type="http://schemas.openxmlformats.org/officeDocument/2006/relationships/image" Target="../media/image3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7.png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5.png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2.png"/><Relationship Id="rId3" Type="http://schemas.openxmlformats.org/officeDocument/2006/relationships/image" Target="../media/image48.png"/><Relationship Id="rId4" Type="http://schemas.openxmlformats.org/officeDocument/2006/relationships/image" Target="../media/image3.png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Layouts/_rels/slideLayout1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5.png"/><Relationship Id="rId3" Type="http://schemas.openxmlformats.org/officeDocument/2006/relationships/image" Target="../media/image3.png"/></Relationships>
</file>

<file path=ppt/slideLayouts/_rels/slideLayout1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5.png"/><Relationship Id="rId3" Type="http://schemas.openxmlformats.org/officeDocument/2006/relationships/image" Target="../media/image3.png"/></Relationships>
</file>

<file path=ppt/slideLayouts/_rels/slideLayout1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5.png"/><Relationship Id="rId3" Type="http://schemas.openxmlformats.org/officeDocument/2006/relationships/image" Target="../media/image3.png"/></Relationships>
</file>

<file path=ppt/slideLayouts/_rels/slideLayout1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8.png"/></Relationships>
</file>

<file path=ppt/slideLayouts/_rels/slideLayout1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4.png"/></Relationships>
</file>

<file path=ppt/slideLayouts/_rels/slideLayout1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4.png"/></Relationships>
</file>

<file path=ppt/slideLayouts/_rels/slideLayout1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3.png"/><Relationship Id="rId3" Type="http://schemas.openxmlformats.org/officeDocument/2006/relationships/image" Target="../media/image10.png"/></Relationships>
</file>

<file path=ppt/slideLayouts/_rels/slideLayout2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95.png"/></Relationships>
</file>

<file path=ppt/slideLayouts/_rels/slideLayout2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51.png"/></Relationships>
</file>

<file path=ppt/slideLayouts/_rels/slideLayout2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7.png"/></Relationships>
</file>

<file path=ppt/slideLayouts/_rels/slideLayout2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2.png"/><Relationship Id="rId3" Type="http://schemas.openxmlformats.org/officeDocument/2006/relationships/image" Target="../media/image48.png"/></Relationships>
</file>

<file path=ppt/slideLayouts/_rels/slideLayout2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33.png"/></Relationships>
</file>

<file path=ppt/slideLayouts/_rels/slideLayout2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Layouts/_rels/slideLayout2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Relationship Id="rId3" Type="http://schemas.openxmlformats.org/officeDocument/2006/relationships/image" Target="../media/image3.png"/><Relationship Id="rId4" Type="http://schemas.openxmlformats.org/officeDocument/2006/relationships/image" Target="../media/image7.png"/></Relationships>
</file>

<file path=ppt/slideLayouts/_rels/slideLayout2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2.jpg"/><Relationship Id="rId3" Type="http://schemas.openxmlformats.org/officeDocument/2006/relationships/image" Target="../media/image3.png"/></Relationships>
</file>

<file path=ppt/slideLayouts/_rels/slideLayout2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22.png"/><Relationship Id="rId3" Type="http://schemas.openxmlformats.org/officeDocument/2006/relationships/image" Target="../media/image6.png"/><Relationship Id="rId4" Type="http://schemas.openxmlformats.org/officeDocument/2006/relationships/image" Target="../media/image48.png"/><Relationship Id="rId5" Type="http://schemas.openxmlformats.org/officeDocument/2006/relationships/image" Target="../media/image3.png"/></Relationships>
</file>

<file path=ppt/slideLayouts/_rels/slideLayout3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22.png"/><Relationship Id="rId3" Type="http://schemas.openxmlformats.org/officeDocument/2006/relationships/image" Target="../media/image48.png"/><Relationship Id="rId4" Type="http://schemas.openxmlformats.org/officeDocument/2006/relationships/image" Target="../media/image3.png"/><Relationship Id="rId5" Type="http://schemas.openxmlformats.org/officeDocument/2006/relationships/image" Target="../media/image6.png"/></Relationships>
</file>

<file path=ppt/slideLayouts/_rels/slideLayout3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2.png"/><Relationship Id="rId3" Type="http://schemas.openxmlformats.org/officeDocument/2006/relationships/image" Target="../media/image3.png"/><Relationship Id="rId4" Type="http://schemas.openxmlformats.org/officeDocument/2006/relationships/image" Target="../media/image7.png"/></Relationships>
</file>

<file path=ppt/slideLayouts/_rels/slideLayout3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5.png"/><Relationship Id="rId3" Type="http://schemas.openxmlformats.org/officeDocument/2006/relationships/image" Target="../media/image16.png"/><Relationship Id="rId4" Type="http://schemas.openxmlformats.org/officeDocument/2006/relationships/image" Target="../media/image3.png"/></Relationships>
</file>

<file path=ppt/slideLayouts/_rels/slideLayout3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7.png"/><Relationship Id="rId3" Type="http://schemas.openxmlformats.org/officeDocument/2006/relationships/image" Target="../media/image29.png"/><Relationship Id="rId4" Type="http://schemas.openxmlformats.org/officeDocument/2006/relationships/image" Target="../media/image3.png"/></Relationships>
</file>

<file path=ppt/slideLayouts/_rels/slideLayout3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77.png"/><Relationship Id="rId3" Type="http://schemas.openxmlformats.org/officeDocument/2006/relationships/image" Target="../media/image13.png"/><Relationship Id="rId4" Type="http://schemas.openxmlformats.org/officeDocument/2006/relationships/image" Target="../media/image3.png"/></Relationships>
</file>

<file path=ppt/slideLayouts/_rels/slideLayout3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2.png"/></Relationships>
</file>

<file path=ppt/slideLayouts/_rels/slideLayout3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7.png"/></Relationships>
</file>

<file path=ppt/slideLayouts/_rels/slideLayout3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5.png"/></Relationships>
</file>

<file path=ppt/slideLayouts/_rels/slideLayout3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2.png"/><Relationship Id="rId3" Type="http://schemas.openxmlformats.org/officeDocument/2006/relationships/image" Target="../media/image48.png"/><Relationship Id="rId4" Type="http://schemas.openxmlformats.org/officeDocument/2006/relationships/image" Target="../media/image3.png"/></Relationships>
</file>

<file path=ppt/slideLayouts/_rels/slideLayout4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Layouts/_rels/slideLayout4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Layouts/_rels/slideLayout4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5.png"/><Relationship Id="rId3" Type="http://schemas.openxmlformats.org/officeDocument/2006/relationships/image" Target="../media/image3.png"/></Relationships>
</file>

<file path=ppt/slideLayouts/_rels/slideLayout4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5.png"/><Relationship Id="rId3" Type="http://schemas.openxmlformats.org/officeDocument/2006/relationships/image" Target="../media/image3.png"/></Relationships>
</file>

<file path=ppt/slideLayouts/_rels/slideLayout4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5.png"/><Relationship Id="rId3" Type="http://schemas.openxmlformats.org/officeDocument/2006/relationships/image" Target="../media/image3.png"/></Relationships>
</file>

<file path=ppt/slideLayouts/_rels/slideLayout4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8.png"/></Relationships>
</file>

<file path=ppt/slideLayouts/_rels/slideLayout4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4.png"/></Relationships>
</file>

<file path=ppt/slideLayouts/_rels/slideLayout4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34.png"/></Relationships>
</file>

<file path=ppt/slideLayouts/_rels/slideLayout4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33.png"/><Relationship Id="rId3" Type="http://schemas.openxmlformats.org/officeDocument/2006/relationships/image" Target="../media/image10.png"/></Relationships>
</file>

<file path=ppt/slideLayouts/_rels/slideLayout4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95.png"/></Relationships>
</file>

<file path=ppt/slideLayouts/_rels/slideLayout5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5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51.png"/></Relationships>
</file>

<file path=ppt/slideLayouts/_rels/slideLayout5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47.png"/></Relationships>
</file>

<file path=ppt/slideLayouts/_rels/slideLayout5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22.png"/><Relationship Id="rId3" Type="http://schemas.openxmlformats.org/officeDocument/2006/relationships/image" Target="../media/image6.png"/><Relationship Id="rId4" Type="http://schemas.openxmlformats.org/officeDocument/2006/relationships/image" Target="../media/image48.png"/><Relationship Id="rId5" Type="http://schemas.openxmlformats.org/officeDocument/2006/relationships/image" Target="../media/image3.png"/></Relationships>
</file>

<file path=ppt/slideLayouts/_rels/slideLayout5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22.png"/><Relationship Id="rId3" Type="http://schemas.openxmlformats.org/officeDocument/2006/relationships/image" Target="../media/image48.png"/><Relationship Id="rId4" Type="http://schemas.openxmlformats.org/officeDocument/2006/relationships/image" Target="../media/image3.png"/><Relationship Id="rId5" Type="http://schemas.openxmlformats.org/officeDocument/2006/relationships/image" Target="../media/image6.png"/></Relationships>
</file>

<file path=ppt/slideLayouts/_rels/slideLayout5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2.png"/><Relationship Id="rId3" Type="http://schemas.openxmlformats.org/officeDocument/2006/relationships/image" Target="../media/image3.png"/><Relationship Id="rId4" Type="http://schemas.openxmlformats.org/officeDocument/2006/relationships/image" Target="../media/image7.png"/></Relationships>
</file>

<file path=ppt/slideLayouts/_rels/slideLayout5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5.png"/><Relationship Id="rId3" Type="http://schemas.openxmlformats.org/officeDocument/2006/relationships/image" Target="../media/image16.png"/><Relationship Id="rId4" Type="http://schemas.openxmlformats.org/officeDocument/2006/relationships/image" Target="../media/image3.png"/></Relationships>
</file>

<file path=ppt/slideLayouts/_rels/slideLayout5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17.png"/><Relationship Id="rId3" Type="http://schemas.openxmlformats.org/officeDocument/2006/relationships/image" Target="../media/image29.png"/><Relationship Id="rId4" Type="http://schemas.openxmlformats.org/officeDocument/2006/relationships/image" Target="../media/image3.png"/></Relationships>
</file>

<file path=ppt/slideLayouts/_rels/slideLayout5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77.png"/><Relationship Id="rId3" Type="http://schemas.openxmlformats.org/officeDocument/2006/relationships/image" Target="../media/image13.png"/><Relationship Id="rId4" Type="http://schemas.openxmlformats.org/officeDocument/2006/relationships/image" Target="../media/image3.png"/></Relationships>
</file>

<file path=ppt/slideLayouts/_rels/slideLayout5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2.png"/><Relationship Id="rId3" Type="http://schemas.openxmlformats.org/officeDocument/2006/relationships/image" Target="../media/image74.png"/></Relationships>
</file>

<file path=ppt/slideLayouts/_rels/slideLayout6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17.png"/><Relationship Id="rId3" Type="http://schemas.openxmlformats.org/officeDocument/2006/relationships/image" Target="../media/image74.png"/></Relationships>
</file>

<file path=ppt/slideLayouts/_rels/slideLayout6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5.png"/><Relationship Id="rId3" Type="http://schemas.openxmlformats.org/officeDocument/2006/relationships/image" Target="../media/image74.png"/></Relationships>
</file>

<file path=ppt/slideLayouts/_rels/slideLayout6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12.png"/><Relationship Id="rId3" Type="http://schemas.openxmlformats.org/officeDocument/2006/relationships/image" Target="../media/image48.png"/><Relationship Id="rId4" Type="http://schemas.openxmlformats.org/officeDocument/2006/relationships/image" Target="../media/image3.png"/></Relationships>
</file>

<file path=ppt/slideLayouts/_rels/slideLayout6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12.png"/><Relationship Id="rId3" Type="http://schemas.openxmlformats.org/officeDocument/2006/relationships/image" Target="../media/image48.png"/></Relationships>
</file>

<file path=ppt/slideLayouts/_rels/slideLayout6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Layouts/_rels/slideLayout6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Layouts/_rels/slideLayout6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5.png"/><Relationship Id="rId3" Type="http://schemas.openxmlformats.org/officeDocument/2006/relationships/image" Target="../media/image3.png"/></Relationships>
</file>

<file path=ppt/slideLayouts/_rels/slideLayout6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5.png"/><Relationship Id="rId3" Type="http://schemas.openxmlformats.org/officeDocument/2006/relationships/image" Target="../media/image3.png"/></Relationships>
</file>

<file path=ppt/slideLayouts/_rels/slideLayout6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5.png"/><Relationship Id="rId3" Type="http://schemas.openxmlformats.org/officeDocument/2006/relationships/image" Target="../media/image3.png"/></Relationships>
</file>

<file path=ppt/slideLayouts/_rels/slideLayout6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86.png"/><Relationship Id="rId3" Type="http://schemas.openxmlformats.org/officeDocument/2006/relationships/image" Target="../media/image84.png"/></Relationships>
</file>

<file path=ppt/slideLayouts/_rels/slideLayout7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8.png"/></Relationships>
</file>

<file path=ppt/slideLayouts/_rels/slideLayout7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14.png"/></Relationships>
</file>

<file path=ppt/slideLayouts/_rels/slideLayout7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34.png"/></Relationships>
</file>

<file path=ppt/slideLayouts/_rels/slideLayout7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133.png"/></Relationships>
</file>

<file path=ppt/slideLayouts/_rels/slideLayout7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85.jpg"/><Relationship Id="rId3" Type="http://schemas.openxmlformats.org/officeDocument/2006/relationships/image" Target="../media/image3.png"/></Relationships>
</file>

<file path=ppt/slideLayouts/_rels/slideLayout7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87.png"/></Relationships>
</file>

<file path=ppt/slideLayouts/_rels/slideLayout7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4.xml"/><Relationship Id="rId2" Type="http://schemas.openxmlformats.org/officeDocument/2006/relationships/image" Target="../media/image79.png"/></Relationships>
</file>

<file path=ppt/slideLayouts/_rels/slideLayout7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4.xml"/><Relationship Id="rId2" Type="http://schemas.openxmlformats.org/officeDocument/2006/relationships/image" Target="../media/image92.png"/><Relationship Id="rId3" Type="http://schemas.openxmlformats.org/officeDocument/2006/relationships/image" Target="../media/image88.png"/></Relationships>
</file>

<file path=ppt/slideLayouts/_rels/slideLayout7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4.xml"/><Relationship Id="rId2" Type="http://schemas.openxmlformats.org/officeDocument/2006/relationships/image" Target="../media/image90.png"/><Relationship Id="rId3" Type="http://schemas.openxmlformats.org/officeDocument/2006/relationships/image" Target="../media/image88.png"/></Relationships>
</file>

<file path=ppt/slideLayouts/_rels/slideLayout7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4.xml"/><Relationship Id="rId2" Type="http://schemas.openxmlformats.org/officeDocument/2006/relationships/image" Target="../media/image91.png"/><Relationship Id="rId3" Type="http://schemas.openxmlformats.org/officeDocument/2006/relationships/image" Target="../media/image88.png"/></Relationships>
</file>

<file path=ppt/slideLayouts/_rels/slideLayout8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4.xml"/><Relationship Id="rId2" Type="http://schemas.openxmlformats.org/officeDocument/2006/relationships/image" Target="../media/image93.png"/><Relationship Id="rId3" Type="http://schemas.openxmlformats.org/officeDocument/2006/relationships/image" Target="../media/image88.png"/></Relationships>
</file>

<file path=ppt/slideLayouts/_rels/slideLayout8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4.xml"/><Relationship Id="rId2" Type="http://schemas.openxmlformats.org/officeDocument/2006/relationships/image" Target="../media/image98.png"/><Relationship Id="rId3" Type="http://schemas.openxmlformats.org/officeDocument/2006/relationships/image" Target="../media/image89.png"/></Relationships>
</file>

<file path=ppt/slideLayouts/_rels/slideLayout8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4.xml"/><Relationship Id="rId2" Type="http://schemas.openxmlformats.org/officeDocument/2006/relationships/image" Target="../media/image98.png"/><Relationship Id="rId3" Type="http://schemas.openxmlformats.org/officeDocument/2006/relationships/image" Target="../media/image89.png"/></Relationships>
</file>

<file path=ppt/slideLayouts/_rels/slideLayout8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4.xml"/><Relationship Id="rId2" Type="http://schemas.openxmlformats.org/officeDocument/2006/relationships/image" Target="../media/image98.png"/><Relationship Id="rId3" Type="http://schemas.openxmlformats.org/officeDocument/2006/relationships/image" Target="../media/image89.png"/></Relationships>
</file>

<file path=ppt/slideLayouts/_rels/slideLayout8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4.xml"/><Relationship Id="rId2" Type="http://schemas.openxmlformats.org/officeDocument/2006/relationships/image" Target="../media/image98.png"/><Relationship Id="rId3" Type="http://schemas.openxmlformats.org/officeDocument/2006/relationships/image" Target="../media/image89.png"/></Relationships>
</file>

<file path=ppt/slideLayouts/_rels/slideLayout8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4.xml"/><Relationship Id="rId2" Type="http://schemas.openxmlformats.org/officeDocument/2006/relationships/image" Target="../media/image99.png"/><Relationship Id="rId3" Type="http://schemas.openxmlformats.org/officeDocument/2006/relationships/image" Target="../media/image89.png"/></Relationships>
</file>

<file path=ppt/slideLayouts/_rels/slideLayout8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4.xml"/><Relationship Id="rId2" Type="http://schemas.openxmlformats.org/officeDocument/2006/relationships/image" Target="../media/image99.png"/><Relationship Id="rId3" Type="http://schemas.openxmlformats.org/officeDocument/2006/relationships/image" Target="../media/image89.png"/></Relationships>
</file>

<file path=ppt/slideLayouts/_rels/slideLayout8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4.xml"/><Relationship Id="rId2" Type="http://schemas.openxmlformats.org/officeDocument/2006/relationships/image" Target="../media/image97.png"/><Relationship Id="rId3" Type="http://schemas.openxmlformats.org/officeDocument/2006/relationships/image" Target="../media/image89.png"/></Relationships>
</file>

<file path=ppt/slideLayouts/_rels/slideLayout8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4.xml"/><Relationship Id="rId2" Type="http://schemas.openxmlformats.org/officeDocument/2006/relationships/image" Target="../media/image97.png"/><Relationship Id="rId3" Type="http://schemas.openxmlformats.org/officeDocument/2006/relationships/image" Target="../media/image89.png"/></Relationships>
</file>

<file path=ppt/slideLayouts/_rels/slideLayout8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4.xml"/><Relationship Id="rId2" Type="http://schemas.openxmlformats.org/officeDocument/2006/relationships/image" Target="../media/image5.png"/><Relationship Id="rId3" Type="http://schemas.openxmlformats.org/officeDocument/2006/relationships/image" Target="../media/image3.png"/></Relationships>
</file>

<file path=ppt/slideLayouts/_rels/slideLayout9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4.xml"/><Relationship Id="rId2" Type="http://schemas.openxmlformats.org/officeDocument/2006/relationships/image" Target="../media/image2.png"/><Relationship Id="rId3" Type="http://schemas.openxmlformats.org/officeDocument/2006/relationships/image" Target="../media/image3.png"/><Relationship Id="rId4" Type="http://schemas.openxmlformats.org/officeDocument/2006/relationships/image" Target="../media/image7.png"/></Relationships>
</file>

<file path=ppt/slideLayouts/_rels/slideLayout9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4.xml"/><Relationship Id="rId2" Type="http://schemas.openxmlformats.org/officeDocument/2006/relationships/image" Target="../media/image2.png"/><Relationship Id="rId3" Type="http://schemas.openxmlformats.org/officeDocument/2006/relationships/image" Target="../media/image3.png"/><Relationship Id="rId4" Type="http://schemas.openxmlformats.org/officeDocument/2006/relationships/image" Target="../media/image7.png"/></Relationships>
</file>

<file path=ppt/slideLayouts/_rels/slideLayout9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4.xml"/><Relationship Id="rId2" Type="http://schemas.openxmlformats.org/officeDocument/2006/relationships/image" Target="../media/image5.png"/><Relationship Id="rId3" Type="http://schemas.openxmlformats.org/officeDocument/2006/relationships/image" Target="../media/image16.png"/><Relationship Id="rId4" Type="http://schemas.openxmlformats.org/officeDocument/2006/relationships/image" Target="../media/image3.png"/></Relationships>
</file>

<file path=ppt/slideLayouts/_rels/slideLayout9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4.xml"/><Relationship Id="rId2" Type="http://schemas.openxmlformats.org/officeDocument/2006/relationships/image" Target="../media/image101.jpg"/></Relationships>
</file>

<file path=ppt/slideLayouts/_rels/slideLayout9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4.xml"/><Relationship Id="rId2" Type="http://schemas.openxmlformats.org/officeDocument/2006/relationships/image" Target="../media/image117.jpg"/><Relationship Id="rId3" Type="http://schemas.openxmlformats.org/officeDocument/2006/relationships/image" Target="../media/image3.png"/><Relationship Id="rId4" Type="http://schemas.openxmlformats.org/officeDocument/2006/relationships/image" Target="../media/image105.png"/></Relationships>
</file>

<file path=ppt/slideLayouts/_rels/slideLayout9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4.xml"/><Relationship Id="rId2" Type="http://schemas.openxmlformats.org/officeDocument/2006/relationships/image" Target="../media/image77.png"/><Relationship Id="rId3" Type="http://schemas.openxmlformats.org/officeDocument/2006/relationships/image" Target="../media/image13.png"/><Relationship Id="rId4" Type="http://schemas.openxmlformats.org/officeDocument/2006/relationships/image" Target="../media/image3.png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>
  <p:cSld name="Title Slide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6" name="Shape 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Google Shape;7;p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559422" y="1497122"/>
            <a:ext cx="4025156" cy="2149256"/>
          </a:xfrm>
          <a:prstGeom prst="rect">
            <a:avLst/>
          </a:prstGeom>
          <a:noFill/>
          <a:ln>
            <a:noFill/>
          </a:ln>
        </p:spPr>
      </p:pic>
      <p:pic>
        <p:nvPicPr>
          <p:cNvPr id="8" name="Google Shape;8;p2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029873" y="4670683"/>
            <a:ext cx="2796281" cy="15785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A black and white text&#10;&#10;Description automatically generated" id="9" name="Google Shape;9;p2"/>
          <p:cNvPicPr preferRelativeResize="0"/>
          <p:nvPr/>
        </p:nvPicPr>
        <p:blipFill rotWithShape="1">
          <a:blip r:embed="rId5">
            <a:alphaModFix/>
          </a:blip>
          <a:srcRect b="16097" l="58824" r="15207" t="69117"/>
          <a:stretch/>
        </p:blipFill>
        <p:spPr>
          <a:xfrm>
            <a:off x="317627" y="4666767"/>
            <a:ext cx="585599" cy="1617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extLst>
    <p:ext uri="{DCECCB84-F9BA-43D5-87BE-67443E8EF086}">
      <p15:sldGuideLst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</p15:sldGuideLst>
    </p:ext>
  </p:extLst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 1">
  <p:cSld name="Title Slide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0" name="Shape 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Google Shape;11;p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29873" y="4670683"/>
            <a:ext cx="2796281" cy="15785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A black and white text&#10;&#10;Description automatically generated" id="12" name="Google Shape;12;p3"/>
          <p:cNvPicPr preferRelativeResize="0"/>
          <p:nvPr/>
        </p:nvPicPr>
        <p:blipFill rotWithShape="1">
          <a:blip r:embed="rId4">
            <a:alphaModFix/>
          </a:blip>
          <a:srcRect b="16097" l="58822" r="15209" t="69117"/>
          <a:stretch/>
        </p:blipFill>
        <p:spPr>
          <a:xfrm>
            <a:off x="317627" y="4666767"/>
            <a:ext cx="585599" cy="161773"/>
          </a:xfrm>
          <a:prstGeom prst="rect">
            <a:avLst/>
          </a:prstGeom>
          <a:noFill/>
          <a:ln>
            <a:noFill/>
          </a:ln>
        </p:spPr>
      </p:pic>
      <p:pic>
        <p:nvPicPr>
          <p:cNvPr id="13" name="Google Shape;13;p3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546842" y="1674386"/>
            <a:ext cx="3361163" cy="1794731"/>
          </a:xfrm>
          <a:prstGeom prst="rect">
            <a:avLst/>
          </a:prstGeom>
          <a:noFill/>
          <a:ln>
            <a:noFill/>
          </a:ln>
        </p:spPr>
      </p:pic>
      <p:sp>
        <p:nvSpPr>
          <p:cNvPr id="14" name="Google Shape;14;p3"/>
          <p:cNvSpPr txBox="1"/>
          <p:nvPr>
            <p:ph type="title"/>
          </p:nvPr>
        </p:nvSpPr>
        <p:spPr>
          <a:xfrm>
            <a:off x="4352550" y="525788"/>
            <a:ext cx="4535400" cy="2137500"/>
          </a:xfrm>
          <a:prstGeom prst="rect">
            <a:avLst/>
          </a:prstGeom>
          <a:noFill/>
          <a:ln>
            <a:noFill/>
          </a:ln>
        </p:spPr>
        <p:txBody>
          <a:bodyPr anchorCtr="0" anchor="b" bIns="68575" lIns="68575" spcFirstLastPara="1" rIns="68575" wrap="square" tIns="6857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200"/>
              <a:buNone/>
              <a:defRPr b="1" sz="3200">
                <a:solidFill>
                  <a:schemeClr val="lt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15" name="Google Shape;15;p3"/>
          <p:cNvSpPr txBox="1"/>
          <p:nvPr>
            <p:ph idx="1" type="subTitle"/>
          </p:nvPr>
        </p:nvSpPr>
        <p:spPr>
          <a:xfrm>
            <a:off x="4352550" y="2852944"/>
            <a:ext cx="4535400" cy="695100"/>
          </a:xfrm>
          <a:prstGeom prst="rect">
            <a:avLst/>
          </a:prstGeom>
          <a:noFill/>
          <a:ln>
            <a:noFill/>
          </a:ln>
        </p:spPr>
        <p:txBody>
          <a:bodyPr anchorCtr="0" anchor="t" bIns="68575" lIns="68575" spcFirstLastPara="1" rIns="68575" wrap="square" tIns="6857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9pPr>
          </a:lstStyle>
          <a:p/>
        </p:txBody>
      </p:sp>
    </p:spTree>
  </p:cSld>
  <p:clrMapOvr>
    <a:masterClrMapping/>
  </p:clrMapOvr>
  <p:extLst>
    <p:ext uri="{DCECCB84-F9BA-43D5-87BE-67443E8EF086}">
      <p15:sldGuideLst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</p15:sldGuideLst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4_Title and Content 2">
  <p:cSld name="14_Title and Content_2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4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descr="A black and white text&#10;&#10;Description automatically generated" id="18" name="Google Shape;18;p4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8247882" y="143888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19" name="Google Shape;19;p4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pic>
        <p:nvPicPr>
          <p:cNvPr id="20" name="Google Shape;20;p4"/>
          <p:cNvPicPr preferRelativeResize="0"/>
          <p:nvPr/>
        </p:nvPicPr>
        <p:blipFill rotWithShape="1">
          <a:blip r:embed="rId4">
            <a:alphaModFix/>
          </a:blip>
          <a:srcRect b="768" l="0" r="0" t="768"/>
          <a:stretch/>
        </p:blipFill>
        <p:spPr>
          <a:xfrm>
            <a:off x="-1" y="4972051"/>
            <a:ext cx="9143772" cy="17144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6_Title and Content">
  <p:cSld name="16_Title and Conten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1" name="Shape 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2" name="Google Shape;22;p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031" y="4972050"/>
            <a:ext cx="9141715" cy="17145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A black and white text&#10;&#10;Description automatically generated" id="23" name="Google Shape;23;p5"/>
          <p:cNvPicPr preferRelativeResize="0"/>
          <p:nvPr/>
        </p:nvPicPr>
        <p:blipFill rotWithShape="1">
          <a:blip r:embed="rId4">
            <a:alphaModFix/>
          </a:blip>
          <a:srcRect b="0" l="55419" r="0" t="0"/>
          <a:stretch/>
        </p:blipFill>
        <p:spPr>
          <a:xfrm>
            <a:off x="8247882" y="143888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24" name="Google Shape;24;p5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25" name="Google Shape;25;p5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2_Title and Content 2">
  <p:cSld name="12_Title and Content_2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6" name="Shape 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" name="Google Shape;27;p6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id="28" name="Google Shape;28;p6"/>
          <p:cNvPicPr preferRelativeResize="0"/>
          <p:nvPr/>
        </p:nvPicPr>
        <p:blipFill rotWithShape="1">
          <a:blip r:embed="rId3">
            <a:alphaModFix/>
          </a:blip>
          <a:srcRect b="768" l="0" r="0" t="768"/>
          <a:stretch/>
        </p:blipFill>
        <p:spPr>
          <a:xfrm>
            <a:off x="-1" y="4972051"/>
            <a:ext cx="9143772" cy="17144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A black and white text&#10;&#10;Description automatically generated" id="29" name="Google Shape;29;p6"/>
          <p:cNvPicPr preferRelativeResize="0"/>
          <p:nvPr/>
        </p:nvPicPr>
        <p:blipFill rotWithShape="1">
          <a:blip r:embed="rId4">
            <a:alphaModFix/>
          </a:blip>
          <a:srcRect b="0" l="55419" r="0" t="0"/>
          <a:stretch/>
        </p:blipFill>
        <p:spPr>
          <a:xfrm>
            <a:off x="8247882" y="143888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30" name="Google Shape;30;p6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8_Title and Content">
  <p:cSld name="18_Title and Conten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31" name="Shape 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2" name="Google Shape;32;p7"/>
          <p:cNvPicPr preferRelativeResize="0"/>
          <p:nvPr/>
        </p:nvPicPr>
        <p:blipFill rotWithShape="1">
          <a:blip r:embed="rId3">
            <a:alphaModFix/>
          </a:blip>
          <a:srcRect b="768" l="0" r="0" t="768"/>
          <a:stretch/>
        </p:blipFill>
        <p:spPr>
          <a:xfrm>
            <a:off x="-1" y="4972051"/>
            <a:ext cx="9143772" cy="17144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A black and white text&#10;&#10;Description automatically generated" id="33" name="Google Shape;33;p7"/>
          <p:cNvPicPr preferRelativeResize="0"/>
          <p:nvPr/>
        </p:nvPicPr>
        <p:blipFill rotWithShape="1">
          <a:blip r:embed="rId4">
            <a:alphaModFix/>
          </a:blip>
          <a:srcRect b="0" l="55419" r="0" t="0"/>
          <a:stretch/>
        </p:blipFill>
        <p:spPr>
          <a:xfrm>
            <a:off x="8247882" y="143888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34" name="Google Shape;34;p7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35" name="Google Shape;35;p7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4_Title and Content 1">
  <p:cSld name="14_Title and Content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36" name="Shape 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" name="Google Shape;37;p8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38" name="Google Shape;38;p8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20_Title and Content 1">
  <p:cSld name="20_Title and Content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39" name="Shape 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" name="Google Shape;40;p9"/>
          <p:cNvSpPr txBox="1"/>
          <p:nvPr>
            <p:ph idx="1" type="body"/>
          </p:nvPr>
        </p:nvSpPr>
        <p:spPr>
          <a:xfrm>
            <a:off x="628634" y="1369219"/>
            <a:ext cx="36033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1" name="Google Shape;41;p9"/>
          <p:cNvSpPr txBox="1"/>
          <p:nvPr>
            <p:ph idx="2" type="body"/>
          </p:nvPr>
        </p:nvSpPr>
        <p:spPr>
          <a:xfrm>
            <a:off x="4877144" y="1369219"/>
            <a:ext cx="36033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2" name="Google Shape;42;p9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6_Title and Content 1">
  <p:cSld name="16_Title and Content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10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45" name="Google Shape;45;p10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Slide">
  <p:cSld name="2_Title Slide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46" name="Shape 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7" name="Google Shape;47;p11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29873" y="4670683"/>
            <a:ext cx="2796281" cy="15785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A black and white text&#10;&#10;Description automatically generated" id="48" name="Google Shape;48;p11"/>
          <p:cNvPicPr preferRelativeResize="0"/>
          <p:nvPr/>
        </p:nvPicPr>
        <p:blipFill rotWithShape="1">
          <a:blip r:embed="rId4">
            <a:alphaModFix/>
          </a:blip>
          <a:srcRect b="16097" l="58824" r="15207" t="69117"/>
          <a:stretch/>
        </p:blipFill>
        <p:spPr>
          <a:xfrm>
            <a:off x="317627" y="4666767"/>
            <a:ext cx="585599" cy="161773"/>
          </a:xfrm>
          <a:prstGeom prst="rect">
            <a:avLst/>
          </a:prstGeom>
          <a:noFill/>
          <a:ln>
            <a:noFill/>
          </a:ln>
        </p:spPr>
      </p:pic>
      <p:sp>
        <p:nvSpPr>
          <p:cNvPr id="49" name="Google Shape;49;p11"/>
          <p:cNvSpPr txBox="1"/>
          <p:nvPr>
            <p:ph type="title"/>
          </p:nvPr>
        </p:nvSpPr>
        <p:spPr>
          <a:xfrm>
            <a:off x="628634" y="986884"/>
            <a:ext cx="7886400" cy="3169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300"/>
              <a:buFont typeface="Arial"/>
              <a:buNone/>
              <a:defRPr b="1" i="0" sz="33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  <p:extLst>
    <p:ext uri="{DCECCB84-F9BA-43D5-87BE-67443E8EF086}">
      <p15:sldGuideLst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</p15:sldGuideLst>
    </p:ext>
  </p:extLst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_Title and Content">
  <p:cSld name="1_Title and Conten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A black and white text&#10;&#10;Description automatically generated" id="51" name="Google Shape;51;p12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8247882" y="143888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52" name="Google Shape;52;p12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53" name="Google Shape;53;p12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7_Title and Content">
  <p:cSld name="7_Title and Conten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A black and white text&#10;&#10;Description automatically generated" id="55" name="Google Shape;55;p13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219451" y="116456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56" name="Google Shape;56;p13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57" name="Google Shape;57;p13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2_Title and Content">
  <p:cSld name="2_Title and Conten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A black and white text&#10;&#10;Description automatically generated" id="59" name="Google Shape;59;p14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8247882" y="143888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60" name="Google Shape;60;p14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61" name="Google Shape;61;p14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8_Title and Content">
  <p:cSld name="8_Title and Conten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A black and white text&#10;&#10;Description automatically generated" id="63" name="Google Shape;63;p15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219451" y="116456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64" name="Google Shape;64;p15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65" name="Google Shape;65;p15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8_Title Only">
  <p:cSld name="8_Title and Content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A black and white text&#10;&#10;Description automatically generated" id="67" name="Google Shape;67;p16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219451" y="116456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6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 2 1">
  <p:cSld name="Title Slide_2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69" name="Shape 69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  <p:extLst>
    <p:ext uri="{DCECCB84-F9BA-43D5-87BE-67443E8EF086}">
      <p15:sldGuideLst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</p15:sldGuideLst>
    </p:ext>
  </p:extLst>
</p:sldLayout>
</file>

<file path=ppt/slideLayouts/slideLayout1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_ Blank">
  <p:cSld name="2_Custom Layout_2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roject Card" showMasterSp="0">
  <p:cSld name="9_Title Slide_1">
    <p:bg>
      <p:bgPr>
        <a:solidFill>
          <a:schemeClr val="lt1"/>
        </a:solidFill>
      </p:bgPr>
    </p:bg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2" name="Google Shape;72;p19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2611225" y="5976416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73" name="Google Shape;73;p19"/>
          <p:cNvSpPr/>
          <p:nvPr>
            <p:ph idx="2" type="pic"/>
          </p:nvPr>
        </p:nvSpPr>
        <p:spPr>
          <a:xfrm>
            <a:off x="1141256" y="2728538"/>
            <a:ext cx="1584300" cy="1584300"/>
          </a:xfrm>
          <a:prstGeom prst="rect">
            <a:avLst/>
          </a:prstGeom>
          <a:noFill/>
          <a:ln>
            <a:noFill/>
          </a:ln>
        </p:spPr>
      </p:sp>
      <p:sp>
        <p:nvSpPr>
          <p:cNvPr id="74" name="Google Shape;74;p19"/>
          <p:cNvSpPr txBox="1"/>
          <p:nvPr>
            <p:ph idx="1" type="subTitle"/>
          </p:nvPr>
        </p:nvSpPr>
        <p:spPr>
          <a:xfrm>
            <a:off x="49781" y="4381181"/>
            <a:ext cx="37671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rtl="0" algn="ctr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SzPts val="1200"/>
              <a:buFont typeface="Calibri"/>
              <a:buNone/>
              <a:defRPr sz="1200">
                <a:latin typeface="Calibri"/>
                <a:ea typeface="Calibri"/>
                <a:cs typeface="Calibri"/>
                <a:sym typeface="Calibri"/>
              </a:defRPr>
            </a:lvl1pPr>
            <a:lvl2pPr lvl="1" rtl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2pPr>
            <a:lvl3pPr lvl="2" rtl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600"/>
              <a:buNone/>
              <a:defRPr sz="600"/>
            </a:lvl3pPr>
            <a:lvl4pPr lvl="3" rtl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500"/>
              <a:buNone/>
              <a:defRPr sz="500"/>
            </a:lvl4pPr>
            <a:lvl5pPr lvl="4" rtl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500"/>
              <a:buNone/>
              <a:defRPr sz="500"/>
            </a:lvl5pPr>
            <a:lvl6pPr lvl="5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500"/>
              <a:buNone/>
              <a:defRPr sz="500"/>
            </a:lvl6pPr>
            <a:lvl7pPr lvl="6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500"/>
              <a:buNone/>
              <a:defRPr sz="500"/>
            </a:lvl7pPr>
            <a:lvl8pPr lvl="7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500"/>
              <a:buNone/>
              <a:defRPr sz="500"/>
            </a:lvl8pPr>
            <a:lvl9pPr lvl="8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500"/>
              <a:buNone/>
              <a:defRPr sz="500"/>
            </a:lvl9pPr>
          </a:lstStyle>
          <a:p/>
        </p:txBody>
      </p:sp>
      <p:sp>
        <p:nvSpPr>
          <p:cNvPr id="75" name="Google Shape;75;p19"/>
          <p:cNvSpPr txBox="1"/>
          <p:nvPr>
            <p:ph idx="3" type="body"/>
          </p:nvPr>
        </p:nvSpPr>
        <p:spPr>
          <a:xfrm>
            <a:off x="4113338" y="2468569"/>
            <a:ext cx="4829400" cy="24510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rmAutofit/>
          </a:bodyPr>
          <a:lstStyle>
            <a:lvl1pPr indent="-361950" lvl="0" marL="457200" marR="0" rtl="0" algn="l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" type="title">
  <p:cSld name="TITLE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76" name="Shape 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7" name="Google Shape;77;p20"/>
          <p:cNvSpPr txBox="1"/>
          <p:nvPr>
            <p:ph type="ctrTitle"/>
          </p:nvPr>
        </p:nvSpPr>
        <p:spPr>
          <a:xfrm>
            <a:off x="628650" y="727472"/>
            <a:ext cx="4400700" cy="1790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>
            <a:lvl1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None/>
              <a:defRPr b="1" i="0" sz="2400" u="none" cap="none" strike="noStrike">
                <a:solidFill>
                  <a:schemeClr val="lt1"/>
                </a:solidFill>
              </a:defRPr>
            </a:lvl1pPr>
            <a:lvl2pPr indent="0" lvl="1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>
                <a:latin typeface="Arial"/>
                <a:ea typeface="Arial"/>
                <a:cs typeface="Arial"/>
                <a:sym typeface="Arial"/>
              </a:defRPr>
            </a:lvl2pPr>
            <a:lvl3pPr indent="0" lvl="2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>
                <a:latin typeface="Arial"/>
                <a:ea typeface="Arial"/>
                <a:cs typeface="Arial"/>
                <a:sym typeface="Arial"/>
              </a:defRPr>
            </a:lvl3pPr>
            <a:lvl4pPr indent="0" lvl="3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>
                <a:latin typeface="Arial"/>
                <a:ea typeface="Arial"/>
                <a:cs typeface="Arial"/>
                <a:sym typeface="Arial"/>
              </a:defRPr>
            </a:lvl4pPr>
            <a:lvl5pPr indent="0" lvl="4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>
                <a:latin typeface="Arial"/>
                <a:ea typeface="Arial"/>
                <a:cs typeface="Arial"/>
                <a:sym typeface="Arial"/>
              </a:defRPr>
            </a:lvl5pPr>
            <a:lvl6pPr indent="0" lvl="5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>
                <a:latin typeface="Arial"/>
                <a:ea typeface="Arial"/>
                <a:cs typeface="Arial"/>
                <a:sym typeface="Arial"/>
              </a:defRPr>
            </a:lvl6pPr>
            <a:lvl7pPr indent="0" lvl="6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>
                <a:latin typeface="Arial"/>
                <a:ea typeface="Arial"/>
                <a:cs typeface="Arial"/>
                <a:sym typeface="Arial"/>
              </a:defRPr>
            </a:lvl7pPr>
            <a:lvl8pPr indent="0" lvl="7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>
                <a:latin typeface="Arial"/>
                <a:ea typeface="Arial"/>
                <a:cs typeface="Arial"/>
                <a:sym typeface="Arial"/>
              </a:defRPr>
            </a:lvl8pPr>
            <a:lvl9pPr indent="0" lvl="8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78" name="Google Shape;78;p20"/>
          <p:cNvSpPr txBox="1"/>
          <p:nvPr>
            <p:ph idx="1" type="subTitle"/>
          </p:nvPr>
        </p:nvSpPr>
        <p:spPr>
          <a:xfrm>
            <a:off x="628650" y="2587228"/>
            <a:ext cx="4400700" cy="628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>
            <a:lvl1pPr indent="0" lvl="0" marL="0" marR="0" rtl="0" algn="l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>
                <a:srgbClr val="168FDF"/>
              </a:buClr>
              <a:buSzPts val="1100"/>
              <a:buNone/>
              <a:defRPr i="0" sz="1500" u="none" cap="none" strike="noStrike">
                <a:solidFill>
                  <a:schemeClr val="lt1"/>
                </a:solidFill>
              </a:defRPr>
            </a:lvl1pPr>
            <a:lvl2pPr indent="0" lvl="1" marL="342900" marR="0" rtl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100"/>
              <a:buNone/>
              <a:defRPr i="0" sz="1500" u="none" cap="none" strike="noStrike">
                <a:solidFill>
                  <a:srgbClr val="2F2F2F"/>
                </a:solidFill>
              </a:defRPr>
            </a:lvl2pPr>
            <a:lvl3pPr indent="0" lvl="2" marL="685800" marR="0" rtl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100"/>
              <a:buNone/>
              <a:defRPr i="0" sz="1400" u="none" cap="none" strike="noStrike">
                <a:solidFill>
                  <a:srgbClr val="2F2F2F"/>
                </a:solidFill>
              </a:defRPr>
            </a:lvl3pPr>
            <a:lvl4pPr indent="0" lvl="3" marL="1028700" marR="0" rtl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100"/>
              <a:buNone/>
              <a:defRPr i="0" sz="1200" u="none" cap="none" strike="noStrike">
                <a:solidFill>
                  <a:srgbClr val="2F2F2F"/>
                </a:solidFill>
              </a:defRPr>
            </a:lvl4pPr>
            <a:lvl5pPr indent="0" lvl="4" marL="1371600" marR="0" rtl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100"/>
              <a:buNone/>
              <a:defRPr i="0" sz="1200" u="none" cap="none" strike="noStrike">
                <a:solidFill>
                  <a:srgbClr val="2F2F2F"/>
                </a:solidFill>
              </a:defRPr>
            </a:lvl5pPr>
            <a:lvl6pPr indent="0" lvl="5" marL="1714500" marR="0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  <a:defRPr i="0" sz="1200" u="none" cap="none" strike="noStrike">
                <a:solidFill>
                  <a:schemeClr val="dk1"/>
                </a:solidFill>
              </a:defRPr>
            </a:lvl6pPr>
            <a:lvl7pPr indent="0" lvl="6" marL="2057400" marR="0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  <a:defRPr i="0" sz="1200" u="none" cap="none" strike="noStrike">
                <a:solidFill>
                  <a:schemeClr val="dk1"/>
                </a:solidFill>
              </a:defRPr>
            </a:lvl7pPr>
            <a:lvl8pPr indent="0" lvl="7" marL="2400300" marR="0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  <a:defRPr i="0" sz="1200" u="none" cap="none" strike="noStrike">
                <a:solidFill>
                  <a:schemeClr val="dk1"/>
                </a:solidFill>
              </a:defRPr>
            </a:lvl8pPr>
            <a:lvl9pPr indent="0" lvl="8" marL="2743200" marR="0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  <a:defRPr i="0" sz="1200" u="none" cap="none" strike="noStrike">
                <a:solidFill>
                  <a:schemeClr val="dk1"/>
                </a:solidFill>
              </a:defRPr>
            </a:lvl9pPr>
          </a:lstStyle>
          <a:p/>
        </p:txBody>
      </p:sp>
      <p:pic>
        <p:nvPicPr>
          <p:cNvPr id="79" name="Google Shape;79;p20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628652" y="4141100"/>
            <a:ext cx="1305600" cy="4302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ransition Dark">
  <p:cSld name="Transition Light_1">
    <p:bg>
      <p:bgPr>
        <a:solidFill>
          <a:schemeClr val="dk2"/>
        </a:solidFill>
      </p:bgPr>
    </p:bg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21"/>
          <p:cNvSpPr txBox="1"/>
          <p:nvPr>
            <p:ph type="title"/>
          </p:nvPr>
        </p:nvSpPr>
        <p:spPr>
          <a:xfrm>
            <a:off x="457200" y="1835944"/>
            <a:ext cx="8229600" cy="994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>
            <a:lvl1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None/>
              <a:defRPr i="0" sz="3200" u="none" cap="none" strike="noStrike">
                <a:solidFill>
                  <a:srgbClr val="FFFFFF"/>
                </a:solidFill>
              </a:defRPr>
            </a:lvl1pPr>
            <a:lvl2pPr indent="0" lvl="1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Arial"/>
              <a:buNone/>
              <a:defRPr sz="32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Arial"/>
              <a:buNone/>
              <a:defRPr sz="32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Arial"/>
              <a:buNone/>
              <a:defRPr sz="32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Arial"/>
              <a:buNone/>
              <a:defRPr sz="32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Arial"/>
              <a:buNone/>
              <a:defRPr sz="32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Arial"/>
              <a:buNone/>
              <a:defRPr sz="32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Arial"/>
              <a:buNone/>
              <a:defRPr sz="32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Arial"/>
              <a:buNone/>
              <a:defRPr sz="32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2" name="Google Shape;82;p21"/>
          <p:cNvSpPr txBox="1"/>
          <p:nvPr>
            <p:ph idx="12" type="sldNum"/>
          </p:nvPr>
        </p:nvSpPr>
        <p:spPr>
          <a:xfrm>
            <a:off x="8868254" y="4937760"/>
            <a:ext cx="2757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indent="0" lvl="0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1pPr>
            <a:lvl2pPr indent="0" lvl="1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2pPr>
            <a:lvl3pPr indent="0" lvl="2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3pPr>
            <a:lvl4pPr indent="0" lvl="3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4pPr>
            <a:lvl5pPr indent="0" lvl="4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5pPr>
            <a:lvl6pPr indent="0" lvl="5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6pPr>
            <a:lvl7pPr indent="0" lvl="6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7pPr>
            <a:lvl8pPr indent="0" lvl="7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8pPr>
            <a:lvl9pPr indent="0" lvl="8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cxnSp>
        <p:nvCxnSpPr>
          <p:cNvPr id="83" name="Google Shape;83;p21"/>
          <p:cNvCxnSpPr/>
          <p:nvPr/>
        </p:nvCxnSpPr>
        <p:spPr>
          <a:xfrm>
            <a:off x="158225" y="179819"/>
            <a:ext cx="0" cy="4766400"/>
          </a:xfrm>
          <a:prstGeom prst="straightConnector1">
            <a:avLst/>
          </a:prstGeom>
          <a:noFill/>
          <a:ln cap="flat" cmpd="sng" w="9525">
            <a:solidFill>
              <a:srgbClr val="168FDF"/>
            </a:solidFill>
            <a:prstDash val="solid"/>
            <a:miter lim="8000"/>
            <a:headEnd len="sm" w="sm" type="none"/>
            <a:tailEnd len="sm" w="sm" type="none"/>
          </a:ln>
        </p:spPr>
      </p:cxnSp>
      <p:pic>
        <p:nvPicPr>
          <p:cNvPr id="84" name="Google Shape;84;p21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7806775" y="339585"/>
            <a:ext cx="1152550" cy="3797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>
  <p:cSld name="Blank_1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22"/>
          <p:cNvSpPr txBox="1"/>
          <p:nvPr>
            <p:ph idx="12" type="sldNum"/>
          </p:nvPr>
        </p:nvSpPr>
        <p:spPr>
          <a:xfrm>
            <a:off x="8868254" y="4937760"/>
            <a:ext cx="2757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indent="0" lvl="0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1pPr>
            <a:lvl2pPr indent="0" lvl="1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2pPr>
            <a:lvl3pPr indent="0" lvl="2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3pPr>
            <a:lvl4pPr indent="0" lvl="3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4pPr>
            <a:lvl5pPr indent="0" lvl="4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5pPr>
            <a:lvl6pPr indent="0" lvl="5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6pPr>
            <a:lvl7pPr indent="0" lvl="6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7pPr>
            <a:lvl8pPr indent="0" lvl="7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8pPr>
            <a:lvl9pPr indent="0" lvl="8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t Slide - Green">
  <p:cSld name="TITLE_1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lumn">
  <p:cSld name="Text Half Width_2">
    <p:spTree>
      <p:nvGrpSpPr>
        <p:cNvPr id="88" name="Shape 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" name="Google Shape;89;p24"/>
          <p:cNvSpPr txBox="1"/>
          <p:nvPr>
            <p:ph type="title"/>
          </p:nvPr>
        </p:nvSpPr>
        <p:spPr>
          <a:xfrm>
            <a:off x="233750" y="179822"/>
            <a:ext cx="7486800" cy="699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>
            <a:lvl1pPr indent="0" lvl="0" mar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1100"/>
              <a:buNone/>
              <a:defRPr i="0" sz="1100" u="none" cap="none" strike="noStrike">
                <a:solidFill>
                  <a:srgbClr val="168FDF"/>
                </a:solidFill>
              </a:defRPr>
            </a:lvl1pPr>
            <a:lvl2pPr indent="0" lvl="1" rtl="0"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1100"/>
              <a:buFont typeface="Arial"/>
              <a:buNone/>
              <a:defRPr sz="1100">
                <a:solidFill>
                  <a:srgbClr val="168FDF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rtl="0"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1100"/>
              <a:buFont typeface="Arial"/>
              <a:buNone/>
              <a:defRPr sz="1100">
                <a:solidFill>
                  <a:srgbClr val="168FDF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rtl="0"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1100"/>
              <a:buFont typeface="Arial"/>
              <a:buNone/>
              <a:defRPr sz="1100">
                <a:solidFill>
                  <a:srgbClr val="168FDF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rtl="0"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1100"/>
              <a:buFont typeface="Arial"/>
              <a:buNone/>
              <a:defRPr sz="1100">
                <a:solidFill>
                  <a:srgbClr val="168FDF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rtl="0"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1100"/>
              <a:buFont typeface="Arial"/>
              <a:buNone/>
              <a:defRPr sz="1100">
                <a:solidFill>
                  <a:srgbClr val="168FDF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rtl="0"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1100"/>
              <a:buFont typeface="Arial"/>
              <a:buNone/>
              <a:defRPr sz="1100">
                <a:solidFill>
                  <a:srgbClr val="168FDF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rtl="0"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1100"/>
              <a:buFont typeface="Arial"/>
              <a:buNone/>
              <a:defRPr sz="1100">
                <a:solidFill>
                  <a:srgbClr val="168FDF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rtl="0"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1100"/>
              <a:buFont typeface="Arial"/>
              <a:buNone/>
              <a:defRPr sz="1100">
                <a:solidFill>
                  <a:srgbClr val="168FDF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90" name="Google Shape;90;p24"/>
          <p:cNvSpPr txBox="1"/>
          <p:nvPr>
            <p:ph idx="1" type="body"/>
          </p:nvPr>
        </p:nvSpPr>
        <p:spPr>
          <a:xfrm>
            <a:off x="233750" y="879125"/>
            <a:ext cx="4283100" cy="3980700"/>
          </a:xfrm>
          <a:prstGeom prst="rect">
            <a:avLst/>
          </a:prstGeom>
          <a:noFill/>
          <a:ln>
            <a:noFill/>
          </a:ln>
        </p:spPr>
        <p:txBody>
          <a:bodyPr anchorCtr="0" anchor="t" bIns="68575" lIns="68575" spcFirstLastPara="1" rIns="68575" wrap="square" tIns="68575">
            <a:noAutofit/>
          </a:bodyPr>
          <a:lstStyle>
            <a:lvl1pPr indent="-342900" lvl="0" marL="457200" marR="0" rtl="0" algn="l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>
                <a:srgbClr val="168FDF"/>
              </a:buClr>
              <a:buSzPts val="1800"/>
              <a:buFont typeface="Arial"/>
              <a:buChar char="●"/>
              <a:defRPr i="0" sz="18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36550" lvl="1" marL="9144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700"/>
              <a:buFont typeface="Arial"/>
              <a:buChar char="○"/>
              <a:defRPr i="0" sz="17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30200" lvl="2" marL="13716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600"/>
              <a:buFont typeface="Arial"/>
              <a:buChar char="■"/>
              <a:defRPr i="0" sz="16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23850" lvl="3" marL="18288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500"/>
              <a:buFont typeface="Arial"/>
              <a:buChar char="●"/>
              <a:defRPr i="0" sz="15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298450" lvl="4" marL="22860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100"/>
              <a:buFont typeface="Arial"/>
              <a:buChar char="○"/>
              <a:defRPr i="0" sz="11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■"/>
              <a:defRPr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●"/>
              <a:defRPr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○"/>
              <a:defRPr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■"/>
              <a:defRPr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91" name="Google Shape;91;p24"/>
          <p:cNvSpPr txBox="1"/>
          <p:nvPr>
            <p:ph idx="12" type="sldNum"/>
          </p:nvPr>
        </p:nvSpPr>
        <p:spPr>
          <a:xfrm>
            <a:off x="8868254" y="4937760"/>
            <a:ext cx="2757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indent="0" lvl="0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indent="0" lvl="1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indent="0" lvl="2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indent="0" lvl="3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indent="0" lvl="4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indent="0" lvl="5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6pPr>
            <a:lvl7pPr indent="0" lvl="6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7pPr>
            <a:lvl8pPr indent="0" lvl="7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8pPr>
            <a:lvl9pPr indent="0" lvl="8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cxnSp>
        <p:nvCxnSpPr>
          <p:cNvPr id="92" name="Google Shape;92;p24"/>
          <p:cNvCxnSpPr/>
          <p:nvPr/>
        </p:nvCxnSpPr>
        <p:spPr>
          <a:xfrm>
            <a:off x="158225" y="179819"/>
            <a:ext cx="0" cy="4766400"/>
          </a:xfrm>
          <a:prstGeom prst="straightConnector1">
            <a:avLst/>
          </a:prstGeom>
          <a:noFill/>
          <a:ln cap="flat" cmpd="sng" w="9525">
            <a:solidFill>
              <a:srgbClr val="168FDF"/>
            </a:solidFill>
            <a:prstDash val="solid"/>
            <a:miter lim="8000"/>
            <a:headEnd len="sm" w="sm" type="none"/>
            <a:tailEnd len="sm" w="sm" type="none"/>
          </a:ln>
        </p:spPr>
      </p:cxnSp>
      <p:sp>
        <p:nvSpPr>
          <p:cNvPr id="93" name="Google Shape;93;p24"/>
          <p:cNvSpPr txBox="1"/>
          <p:nvPr>
            <p:ph idx="2" type="body"/>
          </p:nvPr>
        </p:nvSpPr>
        <p:spPr>
          <a:xfrm>
            <a:off x="4676251" y="879125"/>
            <a:ext cx="4283100" cy="3980700"/>
          </a:xfrm>
          <a:prstGeom prst="rect">
            <a:avLst/>
          </a:prstGeom>
          <a:noFill/>
          <a:ln>
            <a:noFill/>
          </a:ln>
        </p:spPr>
        <p:txBody>
          <a:bodyPr anchorCtr="0" anchor="t" bIns="68575" lIns="68575" spcFirstLastPara="1" rIns="68575" wrap="square" tIns="68575">
            <a:noAutofit/>
          </a:bodyPr>
          <a:lstStyle>
            <a:lvl1pPr indent="-342900" lvl="0" marL="457200" marR="0" rtl="0" algn="l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>
                <a:srgbClr val="168FDF"/>
              </a:buClr>
              <a:buSzPts val="1800"/>
              <a:buFont typeface="Arial"/>
              <a:buChar char="●"/>
              <a:defRPr i="0" sz="18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36550" lvl="1" marL="9144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700"/>
              <a:buFont typeface="Arial"/>
              <a:buChar char="○"/>
              <a:defRPr i="0" sz="17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30200" lvl="2" marL="13716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600"/>
              <a:buFont typeface="Arial"/>
              <a:buChar char="■"/>
              <a:defRPr i="0" sz="16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23850" lvl="3" marL="18288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500"/>
              <a:buFont typeface="Arial"/>
              <a:buChar char="●"/>
              <a:defRPr i="0" sz="15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298450" lvl="4" marL="22860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100"/>
              <a:buFont typeface="Arial"/>
              <a:buChar char="○"/>
              <a:defRPr i="0" sz="11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■"/>
              <a:defRPr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●"/>
              <a:defRPr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○"/>
              <a:defRPr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■"/>
              <a:defRPr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pic>
        <p:nvPicPr>
          <p:cNvPr id="94" name="Google Shape;94;p24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7806775" y="339585"/>
            <a:ext cx="1152550" cy="3797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Title">
  <p:cSld name="2_Title Slide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6" name="Google Shape;96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29873" y="4670683"/>
            <a:ext cx="2796281" cy="157855"/>
          </a:xfrm>
          <a:prstGeom prst="rect">
            <a:avLst/>
          </a:prstGeom>
          <a:noFill/>
          <a:ln>
            <a:noFill/>
          </a:ln>
        </p:spPr>
      </p:pic>
      <p:sp>
        <p:nvSpPr>
          <p:cNvPr id="97" name="Google Shape;97;p25"/>
          <p:cNvSpPr txBox="1"/>
          <p:nvPr>
            <p:ph type="title"/>
          </p:nvPr>
        </p:nvSpPr>
        <p:spPr>
          <a:xfrm>
            <a:off x="628625" y="986875"/>
            <a:ext cx="7886400" cy="1413300"/>
          </a:xfrm>
          <a:prstGeom prst="rect">
            <a:avLst/>
          </a:prstGeom>
          <a:noFill/>
          <a:ln>
            <a:noFill/>
          </a:ln>
        </p:spPr>
        <p:txBody>
          <a:bodyPr anchorCtr="0" anchor="b" bIns="34275" lIns="68575" spcFirstLastPara="1" rIns="68575" wrap="square" tIns="34275">
            <a:noAutofit/>
          </a:bodyPr>
          <a:lstStyle>
            <a:lvl1pPr lvl="0" marR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300"/>
              <a:buFont typeface="Arial"/>
              <a:buNone/>
              <a:defRPr b="1" i="0" sz="33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98" name="Google Shape;98;p25"/>
          <p:cNvSpPr txBox="1"/>
          <p:nvPr>
            <p:ph idx="1" type="subTitle"/>
          </p:nvPr>
        </p:nvSpPr>
        <p:spPr>
          <a:xfrm>
            <a:off x="628625" y="2571775"/>
            <a:ext cx="7886400" cy="1584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9pPr>
          </a:lstStyle>
          <a:p/>
        </p:txBody>
      </p:sp>
    </p:spTree>
  </p:cSld>
  <p:clrMapOvr>
    <a:masterClrMapping/>
  </p:clrMapOvr>
  <p:extLst>
    <p:ext uri="{DCECCB84-F9BA-43D5-87BE-67443E8EF086}">
      <p15:sldGuideLst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</p15:sldGuideLst>
    </p:ext>
  </p:extLst>
</p:sldLayout>
</file>

<file path=ppt/slideLayouts/slideLayout2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_Title Slide 1">
  <p:cSld name="1_Title Slide_1">
    <p:bg>
      <p:bgPr>
        <a:solidFill>
          <a:srgbClr val="3CC1CD"/>
        </a:solidFill>
      </p:bgPr>
    </p:bg>
    <p:spTree>
      <p:nvGrpSpPr>
        <p:cNvPr id="99" name="Shape 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0" name="Google Shape;100;p26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 rot="10800000">
            <a:off x="6594" y="1"/>
            <a:ext cx="9144000" cy="51435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s - Alternate 6">
  <p:cSld name="7_Title and Content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A black and white text&#10;&#10;Description automatically generated" id="102" name="Google Shape;102;p27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219451" y="116456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103" name="Google Shape;103;p27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104" name="Google Shape;104;p27"/>
          <p:cNvSpPr txBox="1"/>
          <p:nvPr>
            <p:ph idx="1" type="body"/>
          </p:nvPr>
        </p:nvSpPr>
        <p:spPr>
          <a:xfrm>
            <a:off x="628634" y="1369219"/>
            <a:ext cx="36033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05" name="Google Shape;105;p27"/>
          <p:cNvSpPr txBox="1"/>
          <p:nvPr>
            <p:ph idx="2" type="body"/>
          </p:nvPr>
        </p:nvSpPr>
        <p:spPr>
          <a:xfrm>
            <a:off x="4877144" y="1369219"/>
            <a:ext cx="36033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>
  <p:cSld name="14_Title and Content_2_1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A black and white text&#10;&#10;Description automatically generated" id="107" name="Google Shape;107;p28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8247882" y="143888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108" name="Google Shape;108;p28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pic>
        <p:nvPicPr>
          <p:cNvPr id="109" name="Google Shape;109;p28"/>
          <p:cNvPicPr preferRelativeResize="0"/>
          <p:nvPr/>
        </p:nvPicPr>
        <p:blipFill rotWithShape="1">
          <a:blip r:embed="rId4">
            <a:alphaModFix/>
          </a:blip>
          <a:srcRect b="768" l="0" r="0" t="768"/>
          <a:stretch/>
        </p:blipFill>
        <p:spPr>
          <a:xfrm>
            <a:off x="-1" y="4972051"/>
            <a:ext cx="9143772" cy="17144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2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 with Theme 1">
  <p:cSld name="Title and Content_2_1_1_1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A black and white text&#10;&#10;Description automatically generated" id="111" name="Google Shape;111;p29"/>
          <p:cNvPicPr preferRelativeResize="0"/>
          <p:nvPr/>
        </p:nvPicPr>
        <p:blipFill rotWithShape="1">
          <a:blip r:embed="rId3">
            <a:alphaModFix/>
          </a:blip>
          <a:srcRect b="0" l="56900" r="0" t="0"/>
          <a:stretch/>
        </p:blipFill>
        <p:spPr>
          <a:xfrm>
            <a:off x="8389634" y="78623"/>
            <a:ext cx="612780" cy="689837"/>
          </a:xfrm>
          <a:prstGeom prst="rect">
            <a:avLst/>
          </a:prstGeom>
          <a:noFill/>
          <a:ln>
            <a:noFill/>
          </a:ln>
        </p:spPr>
      </p:pic>
      <p:sp>
        <p:nvSpPr>
          <p:cNvPr id="112" name="Google Shape;112;p29"/>
          <p:cNvSpPr txBox="1"/>
          <p:nvPr/>
        </p:nvSpPr>
        <p:spPr>
          <a:xfrm>
            <a:off x="111956" y="4855069"/>
            <a:ext cx="3456300" cy="170700"/>
          </a:xfrm>
          <a:prstGeom prst="rect">
            <a:avLst/>
          </a:prstGeom>
          <a:noFill/>
          <a:ln>
            <a:noFill/>
          </a:ln>
        </p:spPr>
        <p:txBody>
          <a:bodyPr anchorCtr="0" anchor="t" bIns="68575" lIns="68575" spcFirstLastPara="1" rIns="68575" wrap="square" tIns="6857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800"/>
              <a:buFont typeface="Arial"/>
              <a:buNone/>
            </a:pPr>
            <a:r>
              <a:rPr b="0" i="0" lang="en" sz="800" u="none" cap="none" strike="noStrik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rPr>
              <a:t>Academy Software Foundation Governing Board CONFIDENTIAL</a:t>
            </a:r>
            <a:endParaRPr b="0" i="0" sz="800" u="none" cap="none" strike="noStrike">
              <a:solidFill>
                <a:schemeClr val="lt2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t/>
            </a:r>
            <a:endParaRPr b="0" i="0" sz="1100" u="none" cap="none" strike="noStrike">
              <a:solidFill>
                <a:schemeClr val="lt2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Layout>
</file>

<file path=ppt/slideLayouts/slideLayout2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3_Custom Layout 1">
  <p:cSld name="3_Custom Layout_1">
    <p:bg>
      <p:bgPr>
        <a:gradFill>
          <a:gsLst>
            <a:gs pos="0">
              <a:srgbClr val="FFF0DC"/>
            </a:gs>
            <a:gs pos="100000">
              <a:srgbClr val="FFBB7F"/>
            </a:gs>
          </a:gsLst>
          <a:lin ang="0" scaled="0"/>
        </a:gradFill>
      </p:bgPr>
    </p:bg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3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>
  <p:cSld name="Title Slide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6" name="Google Shape;116;p3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559422" y="1497122"/>
            <a:ext cx="4025156" cy="2149256"/>
          </a:xfrm>
          <a:prstGeom prst="rect">
            <a:avLst/>
          </a:prstGeom>
          <a:noFill/>
          <a:ln>
            <a:noFill/>
          </a:ln>
        </p:spPr>
      </p:pic>
      <p:pic>
        <p:nvPicPr>
          <p:cNvPr id="117" name="Google Shape;117;p32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029873" y="4670683"/>
            <a:ext cx="2796281" cy="15785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A black and white text&#10;&#10;Description automatically generated" id="118" name="Google Shape;118;p32"/>
          <p:cNvPicPr preferRelativeResize="0"/>
          <p:nvPr/>
        </p:nvPicPr>
        <p:blipFill rotWithShape="1">
          <a:blip r:embed="rId5">
            <a:alphaModFix/>
          </a:blip>
          <a:srcRect b="16097" l="58824" r="15207" t="69117"/>
          <a:stretch/>
        </p:blipFill>
        <p:spPr>
          <a:xfrm>
            <a:off x="317627" y="4666767"/>
            <a:ext cx="585599" cy="1617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extLst>
    <p:ext uri="{DCECCB84-F9BA-43D5-87BE-67443E8EF086}">
      <p15:sldGuideLst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</p15:sldGuideLst>
    </p:ext>
  </p:extLst>
</p:sldLayout>
</file>

<file path=ppt/slideLayouts/slideLayout3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 1">
  <p:cSld name="Title Slide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0" name="Google Shape;120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29873" y="4670683"/>
            <a:ext cx="2796281" cy="15785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A black and white text&#10;&#10;Description automatically generated" id="121" name="Google Shape;121;p33"/>
          <p:cNvPicPr preferRelativeResize="0"/>
          <p:nvPr/>
        </p:nvPicPr>
        <p:blipFill rotWithShape="1">
          <a:blip r:embed="rId4">
            <a:alphaModFix/>
          </a:blip>
          <a:srcRect b="16097" l="58822" r="15209" t="69117"/>
          <a:stretch/>
        </p:blipFill>
        <p:spPr>
          <a:xfrm>
            <a:off x="317627" y="4666767"/>
            <a:ext cx="585599" cy="161773"/>
          </a:xfrm>
          <a:prstGeom prst="rect">
            <a:avLst/>
          </a:prstGeom>
          <a:noFill/>
          <a:ln>
            <a:noFill/>
          </a:ln>
        </p:spPr>
      </p:pic>
      <p:pic>
        <p:nvPicPr>
          <p:cNvPr id="122" name="Google Shape;122;p33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546842" y="1674386"/>
            <a:ext cx="3361163" cy="1794731"/>
          </a:xfrm>
          <a:prstGeom prst="rect">
            <a:avLst/>
          </a:prstGeom>
          <a:noFill/>
          <a:ln>
            <a:noFill/>
          </a:ln>
        </p:spPr>
      </p:pic>
      <p:sp>
        <p:nvSpPr>
          <p:cNvPr id="123" name="Google Shape;123;p33"/>
          <p:cNvSpPr txBox="1"/>
          <p:nvPr>
            <p:ph type="title"/>
          </p:nvPr>
        </p:nvSpPr>
        <p:spPr>
          <a:xfrm>
            <a:off x="4352550" y="525788"/>
            <a:ext cx="4535400" cy="2137500"/>
          </a:xfrm>
          <a:prstGeom prst="rect">
            <a:avLst/>
          </a:prstGeom>
          <a:noFill/>
          <a:ln>
            <a:noFill/>
          </a:ln>
        </p:spPr>
        <p:txBody>
          <a:bodyPr anchorCtr="0" anchor="b" bIns="68575" lIns="68575" spcFirstLastPara="1" rIns="68575" wrap="square" tIns="6857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200"/>
              <a:buNone/>
              <a:defRPr b="1" sz="3200">
                <a:solidFill>
                  <a:schemeClr val="lt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124" name="Google Shape;124;p33"/>
          <p:cNvSpPr txBox="1"/>
          <p:nvPr>
            <p:ph idx="1" type="subTitle"/>
          </p:nvPr>
        </p:nvSpPr>
        <p:spPr>
          <a:xfrm>
            <a:off x="4352550" y="2852944"/>
            <a:ext cx="4535400" cy="695100"/>
          </a:xfrm>
          <a:prstGeom prst="rect">
            <a:avLst/>
          </a:prstGeom>
          <a:noFill/>
          <a:ln>
            <a:noFill/>
          </a:ln>
        </p:spPr>
        <p:txBody>
          <a:bodyPr anchorCtr="0" anchor="t" bIns="68575" lIns="68575" spcFirstLastPara="1" rIns="68575" wrap="square" tIns="6857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9pPr>
          </a:lstStyle>
          <a:p/>
        </p:txBody>
      </p:sp>
    </p:spTree>
  </p:cSld>
  <p:clrMapOvr>
    <a:masterClrMapping/>
  </p:clrMapOvr>
  <p:extLst>
    <p:ext uri="{DCECCB84-F9BA-43D5-87BE-67443E8EF086}">
      <p15:sldGuideLst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</p15:sldGuideLst>
    </p:ext>
  </p:extLst>
</p:sldLayout>
</file>

<file path=ppt/slideLayouts/slideLayout3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4_Title and Content 2">
  <p:cSld name="14_Title and Content_2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34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descr="A black and white text&#10;&#10;Description automatically generated" id="127" name="Google Shape;127;p34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8247882" y="143888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34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pic>
        <p:nvPicPr>
          <p:cNvPr id="129" name="Google Shape;129;p34"/>
          <p:cNvPicPr preferRelativeResize="0"/>
          <p:nvPr/>
        </p:nvPicPr>
        <p:blipFill rotWithShape="1">
          <a:blip r:embed="rId4">
            <a:alphaModFix/>
          </a:blip>
          <a:srcRect b="768" l="0" r="0" t="768"/>
          <a:stretch/>
        </p:blipFill>
        <p:spPr>
          <a:xfrm>
            <a:off x="-1" y="4972051"/>
            <a:ext cx="9143772" cy="17144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3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6_Title and Content">
  <p:cSld name="16_Title and Conten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1" name="Google Shape;131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031" y="4972050"/>
            <a:ext cx="9141715" cy="17145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A black and white text&#10;&#10;Description automatically generated" id="132" name="Google Shape;132;p35"/>
          <p:cNvPicPr preferRelativeResize="0"/>
          <p:nvPr/>
        </p:nvPicPr>
        <p:blipFill rotWithShape="1">
          <a:blip r:embed="rId4">
            <a:alphaModFix/>
          </a:blip>
          <a:srcRect b="0" l="55419" r="0" t="0"/>
          <a:stretch/>
        </p:blipFill>
        <p:spPr>
          <a:xfrm>
            <a:off x="8247882" y="143888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133" name="Google Shape;133;p35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134" name="Google Shape;134;p35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3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2_Title and Content 2">
  <p:cSld name="12_Title and Content_2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36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id="137" name="Google Shape;137;p36"/>
          <p:cNvPicPr preferRelativeResize="0"/>
          <p:nvPr/>
        </p:nvPicPr>
        <p:blipFill rotWithShape="1">
          <a:blip r:embed="rId3">
            <a:alphaModFix/>
          </a:blip>
          <a:srcRect b="768" l="0" r="0" t="768"/>
          <a:stretch/>
        </p:blipFill>
        <p:spPr>
          <a:xfrm>
            <a:off x="-1" y="4972051"/>
            <a:ext cx="9143772" cy="17144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A black and white text&#10;&#10;Description automatically generated" id="138" name="Google Shape;138;p36"/>
          <p:cNvPicPr preferRelativeResize="0"/>
          <p:nvPr/>
        </p:nvPicPr>
        <p:blipFill rotWithShape="1">
          <a:blip r:embed="rId4">
            <a:alphaModFix/>
          </a:blip>
          <a:srcRect b="0" l="55419" r="0" t="0"/>
          <a:stretch/>
        </p:blipFill>
        <p:spPr>
          <a:xfrm>
            <a:off x="8247882" y="143888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139" name="Google Shape;139;p36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3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8_Title and Content">
  <p:cSld name="18_Title and Conten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1" name="Google Shape;141;p37"/>
          <p:cNvPicPr preferRelativeResize="0"/>
          <p:nvPr/>
        </p:nvPicPr>
        <p:blipFill rotWithShape="1">
          <a:blip r:embed="rId3">
            <a:alphaModFix/>
          </a:blip>
          <a:srcRect b="768" l="0" r="0" t="768"/>
          <a:stretch/>
        </p:blipFill>
        <p:spPr>
          <a:xfrm>
            <a:off x="-1" y="4972051"/>
            <a:ext cx="9143772" cy="17144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A black and white text&#10;&#10;Description automatically generated" id="142" name="Google Shape;142;p37"/>
          <p:cNvPicPr preferRelativeResize="0"/>
          <p:nvPr/>
        </p:nvPicPr>
        <p:blipFill rotWithShape="1">
          <a:blip r:embed="rId4">
            <a:alphaModFix/>
          </a:blip>
          <a:srcRect b="0" l="55419" r="0" t="0"/>
          <a:stretch/>
        </p:blipFill>
        <p:spPr>
          <a:xfrm>
            <a:off x="8247882" y="143888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143" name="Google Shape;143;p37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144" name="Google Shape;144;p37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3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4_Title and Content 1">
  <p:cSld name="14_Title and Content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38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147" name="Google Shape;147;p38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3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20_Title and Content 1">
  <p:cSld name="20_Title and Content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48" name="Shape 1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9" name="Google Shape;149;p39"/>
          <p:cNvSpPr txBox="1"/>
          <p:nvPr>
            <p:ph idx="1" type="body"/>
          </p:nvPr>
        </p:nvSpPr>
        <p:spPr>
          <a:xfrm>
            <a:off x="628634" y="1369219"/>
            <a:ext cx="36033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50" name="Google Shape;150;p39"/>
          <p:cNvSpPr txBox="1"/>
          <p:nvPr>
            <p:ph idx="2" type="body"/>
          </p:nvPr>
        </p:nvSpPr>
        <p:spPr>
          <a:xfrm>
            <a:off x="4877144" y="1369219"/>
            <a:ext cx="36033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51" name="Google Shape;151;p39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3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6_Title and Content 1">
  <p:cSld name="16_Title and Content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40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154" name="Google Shape;154;p40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3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Slide">
  <p:cSld name="2_Title Slide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6" name="Google Shape;156;p41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29873" y="4670683"/>
            <a:ext cx="2796281" cy="15785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A black and white text&#10;&#10;Description automatically generated" id="157" name="Google Shape;157;p41"/>
          <p:cNvPicPr preferRelativeResize="0"/>
          <p:nvPr/>
        </p:nvPicPr>
        <p:blipFill rotWithShape="1">
          <a:blip r:embed="rId4">
            <a:alphaModFix/>
          </a:blip>
          <a:srcRect b="16097" l="58824" r="15207" t="69117"/>
          <a:stretch/>
        </p:blipFill>
        <p:spPr>
          <a:xfrm>
            <a:off x="317627" y="4666767"/>
            <a:ext cx="585599" cy="161773"/>
          </a:xfrm>
          <a:prstGeom prst="rect">
            <a:avLst/>
          </a:prstGeom>
          <a:noFill/>
          <a:ln>
            <a:noFill/>
          </a:ln>
        </p:spPr>
      </p:pic>
      <p:sp>
        <p:nvSpPr>
          <p:cNvPr id="158" name="Google Shape;158;p41"/>
          <p:cNvSpPr txBox="1"/>
          <p:nvPr>
            <p:ph type="title"/>
          </p:nvPr>
        </p:nvSpPr>
        <p:spPr>
          <a:xfrm>
            <a:off x="628634" y="986884"/>
            <a:ext cx="7886400" cy="3169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300"/>
              <a:buFont typeface="Arial"/>
              <a:buNone/>
              <a:defRPr b="1" i="0" sz="33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  <p:extLst>
    <p:ext uri="{DCECCB84-F9BA-43D5-87BE-67443E8EF086}">
      <p15:sldGuideLst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</p15:sldGuideLst>
    </p:ext>
  </p:extLst>
</p:sldLayout>
</file>

<file path=ppt/slideLayouts/slideLayout4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_Title and Content">
  <p:cSld name="1_Title and Conten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59" name="Shape 1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A black and white text&#10;&#10;Description automatically generated" id="160" name="Google Shape;160;p42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8247882" y="143888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161" name="Google Shape;161;p42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162" name="Google Shape;162;p42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4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7_Title and Content">
  <p:cSld name="7_Title and Conten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A black and white text&#10;&#10;Description automatically generated" id="164" name="Google Shape;164;p43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219451" y="116456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165" name="Google Shape;165;p43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166" name="Google Shape;166;p43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4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2_Title and Content">
  <p:cSld name="2_Title and Conten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A black and white text&#10;&#10;Description automatically generated" id="168" name="Google Shape;168;p44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8247882" y="143888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169" name="Google Shape;169;p44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170" name="Google Shape;170;p44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4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8_Title and Content">
  <p:cSld name="8_Title and Conten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71" name="Shape 1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A black and white text&#10;&#10;Description automatically generated" id="172" name="Google Shape;172;p45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219451" y="116456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173" name="Google Shape;173;p45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174" name="Google Shape;174;p45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4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8_Title Only">
  <p:cSld name="8_Title and Content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A black and white text&#10;&#10;Description automatically generated" id="176" name="Google Shape;176;p46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219451" y="116456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177" name="Google Shape;177;p46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4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 2 1">
  <p:cSld name="Title Slide_2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  <p:extLst>
    <p:ext uri="{DCECCB84-F9BA-43D5-87BE-67443E8EF086}">
      <p15:sldGuideLst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</p15:sldGuideLst>
    </p:ext>
  </p:extLst>
</p:sldLayout>
</file>

<file path=ppt/slideLayouts/slideLayout4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_ Blank">
  <p:cSld name="2_Custom Layout_2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79" name="Shape 179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4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roject Card" showMasterSp="0">
  <p:cSld name="9_Title Slide_1">
    <p:bg>
      <p:bgPr>
        <a:solidFill>
          <a:schemeClr val="lt1"/>
        </a:solidFill>
      </p:bgPr>
    </p:bg>
    <p:spTree>
      <p:nvGrpSpPr>
        <p:cNvPr id="180" name="Shape 1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81" name="Google Shape;181;p49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2611225" y="5976416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182" name="Google Shape;182;p49"/>
          <p:cNvSpPr/>
          <p:nvPr>
            <p:ph idx="2" type="pic"/>
          </p:nvPr>
        </p:nvSpPr>
        <p:spPr>
          <a:xfrm>
            <a:off x="1141256" y="2728538"/>
            <a:ext cx="1584300" cy="1584300"/>
          </a:xfrm>
          <a:prstGeom prst="rect">
            <a:avLst/>
          </a:prstGeom>
          <a:noFill/>
          <a:ln>
            <a:noFill/>
          </a:ln>
        </p:spPr>
      </p:sp>
      <p:sp>
        <p:nvSpPr>
          <p:cNvPr id="183" name="Google Shape;183;p49"/>
          <p:cNvSpPr txBox="1"/>
          <p:nvPr>
            <p:ph idx="1" type="subTitle"/>
          </p:nvPr>
        </p:nvSpPr>
        <p:spPr>
          <a:xfrm>
            <a:off x="49781" y="4381181"/>
            <a:ext cx="37671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rtl="0" algn="ctr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SzPts val="1200"/>
              <a:buFont typeface="Calibri"/>
              <a:buNone/>
              <a:defRPr sz="1200">
                <a:latin typeface="Calibri"/>
                <a:ea typeface="Calibri"/>
                <a:cs typeface="Calibri"/>
                <a:sym typeface="Calibri"/>
              </a:defRPr>
            </a:lvl1pPr>
            <a:lvl2pPr lvl="1" rtl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2pPr>
            <a:lvl3pPr lvl="2" rtl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600"/>
              <a:buNone/>
              <a:defRPr sz="600"/>
            </a:lvl3pPr>
            <a:lvl4pPr lvl="3" rtl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500"/>
              <a:buNone/>
              <a:defRPr sz="500"/>
            </a:lvl4pPr>
            <a:lvl5pPr lvl="4" rtl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500"/>
              <a:buNone/>
              <a:defRPr sz="500"/>
            </a:lvl5pPr>
            <a:lvl6pPr lvl="5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500"/>
              <a:buNone/>
              <a:defRPr sz="500"/>
            </a:lvl6pPr>
            <a:lvl7pPr lvl="6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500"/>
              <a:buNone/>
              <a:defRPr sz="500"/>
            </a:lvl7pPr>
            <a:lvl8pPr lvl="7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500"/>
              <a:buNone/>
              <a:defRPr sz="500"/>
            </a:lvl8pPr>
            <a:lvl9pPr lvl="8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500"/>
              <a:buNone/>
              <a:defRPr sz="500"/>
            </a:lvl9pPr>
          </a:lstStyle>
          <a:p/>
        </p:txBody>
      </p:sp>
      <p:sp>
        <p:nvSpPr>
          <p:cNvPr id="184" name="Google Shape;184;p49"/>
          <p:cNvSpPr txBox="1"/>
          <p:nvPr>
            <p:ph idx="3" type="body"/>
          </p:nvPr>
        </p:nvSpPr>
        <p:spPr>
          <a:xfrm>
            <a:off x="4113338" y="2468569"/>
            <a:ext cx="4829400" cy="24510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rmAutofit/>
          </a:bodyPr>
          <a:lstStyle>
            <a:lvl1pPr indent="-361950" lvl="0" marL="457200" marR="0" rtl="0" algn="l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4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" type="title">
  <p:cSld name="TITLE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50"/>
          <p:cNvSpPr txBox="1"/>
          <p:nvPr>
            <p:ph type="ctrTitle"/>
          </p:nvPr>
        </p:nvSpPr>
        <p:spPr>
          <a:xfrm>
            <a:off x="628650" y="727472"/>
            <a:ext cx="4400700" cy="1790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>
            <a:lvl1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None/>
              <a:defRPr b="1" i="0" sz="2400" u="none" cap="none" strike="noStrike">
                <a:solidFill>
                  <a:schemeClr val="lt1"/>
                </a:solidFill>
              </a:defRPr>
            </a:lvl1pPr>
            <a:lvl2pPr indent="0" lvl="1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>
                <a:latin typeface="Arial"/>
                <a:ea typeface="Arial"/>
                <a:cs typeface="Arial"/>
                <a:sym typeface="Arial"/>
              </a:defRPr>
            </a:lvl2pPr>
            <a:lvl3pPr indent="0" lvl="2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>
                <a:latin typeface="Arial"/>
                <a:ea typeface="Arial"/>
                <a:cs typeface="Arial"/>
                <a:sym typeface="Arial"/>
              </a:defRPr>
            </a:lvl3pPr>
            <a:lvl4pPr indent="0" lvl="3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>
                <a:latin typeface="Arial"/>
                <a:ea typeface="Arial"/>
                <a:cs typeface="Arial"/>
                <a:sym typeface="Arial"/>
              </a:defRPr>
            </a:lvl4pPr>
            <a:lvl5pPr indent="0" lvl="4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>
                <a:latin typeface="Arial"/>
                <a:ea typeface="Arial"/>
                <a:cs typeface="Arial"/>
                <a:sym typeface="Arial"/>
              </a:defRPr>
            </a:lvl5pPr>
            <a:lvl6pPr indent="0" lvl="5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>
                <a:latin typeface="Arial"/>
                <a:ea typeface="Arial"/>
                <a:cs typeface="Arial"/>
                <a:sym typeface="Arial"/>
              </a:defRPr>
            </a:lvl6pPr>
            <a:lvl7pPr indent="0" lvl="6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>
                <a:latin typeface="Arial"/>
                <a:ea typeface="Arial"/>
                <a:cs typeface="Arial"/>
                <a:sym typeface="Arial"/>
              </a:defRPr>
            </a:lvl7pPr>
            <a:lvl8pPr indent="0" lvl="7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>
                <a:latin typeface="Arial"/>
                <a:ea typeface="Arial"/>
                <a:cs typeface="Arial"/>
                <a:sym typeface="Arial"/>
              </a:defRPr>
            </a:lvl8pPr>
            <a:lvl9pPr indent="0" lvl="8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187" name="Google Shape;187;p50"/>
          <p:cNvSpPr txBox="1"/>
          <p:nvPr>
            <p:ph idx="1" type="subTitle"/>
          </p:nvPr>
        </p:nvSpPr>
        <p:spPr>
          <a:xfrm>
            <a:off x="628650" y="2587228"/>
            <a:ext cx="4400700" cy="628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>
            <a:lvl1pPr indent="0" lvl="0" marL="0" marR="0" rtl="0" algn="l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>
                <a:srgbClr val="168FDF"/>
              </a:buClr>
              <a:buSzPts val="1100"/>
              <a:buNone/>
              <a:defRPr i="0" sz="1500" u="none" cap="none" strike="noStrike">
                <a:solidFill>
                  <a:schemeClr val="lt1"/>
                </a:solidFill>
              </a:defRPr>
            </a:lvl1pPr>
            <a:lvl2pPr indent="0" lvl="1" marL="342900" marR="0" rtl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100"/>
              <a:buNone/>
              <a:defRPr i="0" sz="1500" u="none" cap="none" strike="noStrike">
                <a:solidFill>
                  <a:srgbClr val="2F2F2F"/>
                </a:solidFill>
              </a:defRPr>
            </a:lvl2pPr>
            <a:lvl3pPr indent="0" lvl="2" marL="685800" marR="0" rtl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100"/>
              <a:buNone/>
              <a:defRPr i="0" sz="1400" u="none" cap="none" strike="noStrike">
                <a:solidFill>
                  <a:srgbClr val="2F2F2F"/>
                </a:solidFill>
              </a:defRPr>
            </a:lvl3pPr>
            <a:lvl4pPr indent="0" lvl="3" marL="1028700" marR="0" rtl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100"/>
              <a:buNone/>
              <a:defRPr i="0" sz="1200" u="none" cap="none" strike="noStrike">
                <a:solidFill>
                  <a:srgbClr val="2F2F2F"/>
                </a:solidFill>
              </a:defRPr>
            </a:lvl4pPr>
            <a:lvl5pPr indent="0" lvl="4" marL="1371600" marR="0" rtl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100"/>
              <a:buNone/>
              <a:defRPr i="0" sz="1200" u="none" cap="none" strike="noStrike">
                <a:solidFill>
                  <a:srgbClr val="2F2F2F"/>
                </a:solidFill>
              </a:defRPr>
            </a:lvl5pPr>
            <a:lvl6pPr indent="0" lvl="5" marL="1714500" marR="0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  <a:defRPr i="0" sz="1200" u="none" cap="none" strike="noStrike">
                <a:solidFill>
                  <a:schemeClr val="dk1"/>
                </a:solidFill>
              </a:defRPr>
            </a:lvl6pPr>
            <a:lvl7pPr indent="0" lvl="6" marL="2057400" marR="0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  <a:defRPr i="0" sz="1200" u="none" cap="none" strike="noStrike">
                <a:solidFill>
                  <a:schemeClr val="dk1"/>
                </a:solidFill>
              </a:defRPr>
            </a:lvl7pPr>
            <a:lvl8pPr indent="0" lvl="7" marL="2400300" marR="0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  <a:defRPr i="0" sz="1200" u="none" cap="none" strike="noStrike">
                <a:solidFill>
                  <a:schemeClr val="dk1"/>
                </a:solidFill>
              </a:defRPr>
            </a:lvl8pPr>
            <a:lvl9pPr indent="0" lvl="8" marL="2743200" marR="0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  <a:defRPr i="0" sz="1200" u="none" cap="none" strike="noStrike">
                <a:solidFill>
                  <a:schemeClr val="dk1"/>
                </a:solidFill>
              </a:defRPr>
            </a:lvl9pPr>
          </a:lstStyle>
          <a:p/>
        </p:txBody>
      </p:sp>
      <p:pic>
        <p:nvPicPr>
          <p:cNvPr id="188" name="Google Shape;188;p50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628652" y="4141100"/>
            <a:ext cx="1305600" cy="4302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4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ransition Dark">
  <p:cSld name="Transition Light_1">
    <p:bg>
      <p:bgPr>
        <a:solidFill>
          <a:schemeClr val="dk2"/>
        </a:solidFill>
      </p:bgPr>
    </p:bg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51"/>
          <p:cNvSpPr txBox="1"/>
          <p:nvPr>
            <p:ph type="title"/>
          </p:nvPr>
        </p:nvSpPr>
        <p:spPr>
          <a:xfrm>
            <a:off x="457200" y="1835944"/>
            <a:ext cx="8229600" cy="994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>
            <a:lvl1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None/>
              <a:defRPr i="0" sz="3200" u="none" cap="none" strike="noStrike">
                <a:solidFill>
                  <a:srgbClr val="FFFFFF"/>
                </a:solidFill>
              </a:defRPr>
            </a:lvl1pPr>
            <a:lvl2pPr indent="0" lvl="1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Arial"/>
              <a:buNone/>
              <a:defRPr sz="32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Arial"/>
              <a:buNone/>
              <a:defRPr sz="32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Arial"/>
              <a:buNone/>
              <a:defRPr sz="32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Arial"/>
              <a:buNone/>
              <a:defRPr sz="32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Arial"/>
              <a:buNone/>
              <a:defRPr sz="32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Arial"/>
              <a:buNone/>
              <a:defRPr sz="32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Arial"/>
              <a:buNone/>
              <a:defRPr sz="32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Arial"/>
              <a:buNone/>
              <a:defRPr sz="32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191" name="Google Shape;191;p51"/>
          <p:cNvSpPr txBox="1"/>
          <p:nvPr>
            <p:ph idx="12" type="sldNum"/>
          </p:nvPr>
        </p:nvSpPr>
        <p:spPr>
          <a:xfrm>
            <a:off x="8868254" y="4937760"/>
            <a:ext cx="2757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indent="0" lvl="0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1pPr>
            <a:lvl2pPr indent="0" lvl="1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2pPr>
            <a:lvl3pPr indent="0" lvl="2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3pPr>
            <a:lvl4pPr indent="0" lvl="3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4pPr>
            <a:lvl5pPr indent="0" lvl="4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5pPr>
            <a:lvl6pPr indent="0" lvl="5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6pPr>
            <a:lvl7pPr indent="0" lvl="6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7pPr>
            <a:lvl8pPr indent="0" lvl="7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8pPr>
            <a:lvl9pPr indent="0" lvl="8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cxnSp>
        <p:nvCxnSpPr>
          <p:cNvPr id="192" name="Google Shape;192;p51"/>
          <p:cNvCxnSpPr/>
          <p:nvPr/>
        </p:nvCxnSpPr>
        <p:spPr>
          <a:xfrm>
            <a:off x="158225" y="179819"/>
            <a:ext cx="0" cy="4766400"/>
          </a:xfrm>
          <a:prstGeom prst="straightConnector1">
            <a:avLst/>
          </a:prstGeom>
          <a:noFill/>
          <a:ln cap="flat" cmpd="sng" w="7150">
            <a:solidFill>
              <a:srgbClr val="168FDF"/>
            </a:solidFill>
            <a:prstDash val="solid"/>
            <a:miter lim="8000"/>
            <a:headEnd len="sm" w="sm" type="none"/>
            <a:tailEnd len="sm" w="sm" type="none"/>
          </a:ln>
        </p:spPr>
      </p:cxnSp>
      <p:pic>
        <p:nvPicPr>
          <p:cNvPr id="193" name="Google Shape;193;p51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7806775" y="339585"/>
            <a:ext cx="1152550" cy="3797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5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>
  <p:cSld name="Blank_1"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52"/>
          <p:cNvSpPr txBox="1"/>
          <p:nvPr>
            <p:ph idx="12" type="sldNum"/>
          </p:nvPr>
        </p:nvSpPr>
        <p:spPr>
          <a:xfrm>
            <a:off x="8868254" y="4937760"/>
            <a:ext cx="2757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indent="0" lvl="0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1pPr>
            <a:lvl2pPr indent="0" lvl="1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2pPr>
            <a:lvl3pPr indent="0" lvl="2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3pPr>
            <a:lvl4pPr indent="0" lvl="3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4pPr>
            <a:lvl5pPr indent="0" lvl="4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5pPr>
            <a:lvl6pPr indent="0" lvl="5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6pPr>
            <a:lvl7pPr indent="0" lvl="6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7pPr>
            <a:lvl8pPr indent="0" lvl="7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8pPr>
            <a:lvl9pPr indent="0" lvl="8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t Slide - Green">
  <p:cSld name="TITLE_1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96" name="Shape 196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5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lumn">
  <p:cSld name="Text Half Width_2"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54"/>
          <p:cNvSpPr txBox="1"/>
          <p:nvPr>
            <p:ph type="title"/>
          </p:nvPr>
        </p:nvSpPr>
        <p:spPr>
          <a:xfrm>
            <a:off x="233750" y="179822"/>
            <a:ext cx="7486800" cy="699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>
            <a:lvl1pPr indent="0" lvl="0" mar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1100"/>
              <a:buNone/>
              <a:defRPr i="0" sz="1100" u="none" cap="none" strike="noStrike">
                <a:solidFill>
                  <a:srgbClr val="168FDF"/>
                </a:solidFill>
              </a:defRPr>
            </a:lvl1pPr>
            <a:lvl2pPr indent="0" lvl="1" rtl="0"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1100"/>
              <a:buFont typeface="Arial"/>
              <a:buNone/>
              <a:defRPr sz="1100">
                <a:solidFill>
                  <a:srgbClr val="168FDF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rtl="0"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1100"/>
              <a:buFont typeface="Arial"/>
              <a:buNone/>
              <a:defRPr sz="1100">
                <a:solidFill>
                  <a:srgbClr val="168FDF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rtl="0"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1100"/>
              <a:buFont typeface="Arial"/>
              <a:buNone/>
              <a:defRPr sz="1100">
                <a:solidFill>
                  <a:srgbClr val="168FDF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rtl="0"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1100"/>
              <a:buFont typeface="Arial"/>
              <a:buNone/>
              <a:defRPr sz="1100">
                <a:solidFill>
                  <a:srgbClr val="168FDF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rtl="0"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1100"/>
              <a:buFont typeface="Arial"/>
              <a:buNone/>
              <a:defRPr sz="1100">
                <a:solidFill>
                  <a:srgbClr val="168FDF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rtl="0"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1100"/>
              <a:buFont typeface="Arial"/>
              <a:buNone/>
              <a:defRPr sz="1100">
                <a:solidFill>
                  <a:srgbClr val="168FDF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rtl="0"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1100"/>
              <a:buFont typeface="Arial"/>
              <a:buNone/>
              <a:defRPr sz="1100">
                <a:solidFill>
                  <a:srgbClr val="168FDF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rtl="0"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1100"/>
              <a:buFont typeface="Arial"/>
              <a:buNone/>
              <a:defRPr sz="1100">
                <a:solidFill>
                  <a:srgbClr val="168FDF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199" name="Google Shape;199;p54"/>
          <p:cNvSpPr txBox="1"/>
          <p:nvPr>
            <p:ph idx="1" type="body"/>
          </p:nvPr>
        </p:nvSpPr>
        <p:spPr>
          <a:xfrm>
            <a:off x="233750" y="879125"/>
            <a:ext cx="4283100" cy="3980700"/>
          </a:xfrm>
          <a:prstGeom prst="rect">
            <a:avLst/>
          </a:prstGeom>
          <a:noFill/>
          <a:ln>
            <a:noFill/>
          </a:ln>
        </p:spPr>
        <p:txBody>
          <a:bodyPr anchorCtr="0" anchor="t" bIns="68575" lIns="68575" spcFirstLastPara="1" rIns="68575" wrap="square" tIns="68575">
            <a:noAutofit/>
          </a:bodyPr>
          <a:lstStyle>
            <a:lvl1pPr indent="-342900" lvl="0" marL="457200" marR="0" rtl="0" algn="l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>
                <a:srgbClr val="168FDF"/>
              </a:buClr>
              <a:buSzPts val="1800"/>
              <a:buFont typeface="Arial"/>
              <a:buChar char="●"/>
              <a:defRPr i="0" sz="18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36550" lvl="1" marL="9144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700"/>
              <a:buFont typeface="Arial"/>
              <a:buChar char="○"/>
              <a:defRPr i="0" sz="17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30200" lvl="2" marL="13716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600"/>
              <a:buFont typeface="Arial"/>
              <a:buChar char="■"/>
              <a:defRPr i="0" sz="16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23850" lvl="3" marL="18288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500"/>
              <a:buFont typeface="Arial"/>
              <a:buChar char="●"/>
              <a:defRPr i="0" sz="15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298450" lvl="4" marL="22860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100"/>
              <a:buFont typeface="Arial"/>
              <a:buChar char="○"/>
              <a:defRPr i="0" sz="11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■"/>
              <a:defRPr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●"/>
              <a:defRPr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○"/>
              <a:defRPr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■"/>
              <a:defRPr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200" name="Google Shape;200;p54"/>
          <p:cNvSpPr txBox="1"/>
          <p:nvPr>
            <p:ph idx="12" type="sldNum"/>
          </p:nvPr>
        </p:nvSpPr>
        <p:spPr>
          <a:xfrm>
            <a:off x="8868254" y="4937760"/>
            <a:ext cx="2757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indent="0" lvl="0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indent="0" lvl="1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indent="0" lvl="2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indent="0" lvl="3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indent="0" lvl="4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indent="0" lvl="5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6pPr>
            <a:lvl7pPr indent="0" lvl="6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7pPr>
            <a:lvl8pPr indent="0" lvl="7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8pPr>
            <a:lvl9pPr indent="0" lvl="8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cxnSp>
        <p:nvCxnSpPr>
          <p:cNvPr id="201" name="Google Shape;201;p54"/>
          <p:cNvCxnSpPr/>
          <p:nvPr/>
        </p:nvCxnSpPr>
        <p:spPr>
          <a:xfrm>
            <a:off x="158225" y="179819"/>
            <a:ext cx="0" cy="4766400"/>
          </a:xfrm>
          <a:prstGeom prst="straightConnector1">
            <a:avLst/>
          </a:prstGeom>
          <a:noFill/>
          <a:ln cap="flat" cmpd="sng" w="7150">
            <a:solidFill>
              <a:srgbClr val="168FDF"/>
            </a:solidFill>
            <a:prstDash val="solid"/>
            <a:miter lim="8000"/>
            <a:headEnd len="sm" w="sm" type="none"/>
            <a:tailEnd len="sm" w="sm" type="none"/>
          </a:ln>
        </p:spPr>
      </p:cxnSp>
      <p:sp>
        <p:nvSpPr>
          <p:cNvPr id="202" name="Google Shape;202;p54"/>
          <p:cNvSpPr txBox="1"/>
          <p:nvPr>
            <p:ph idx="2" type="body"/>
          </p:nvPr>
        </p:nvSpPr>
        <p:spPr>
          <a:xfrm>
            <a:off x="4676251" y="879125"/>
            <a:ext cx="4283100" cy="3980700"/>
          </a:xfrm>
          <a:prstGeom prst="rect">
            <a:avLst/>
          </a:prstGeom>
          <a:noFill/>
          <a:ln>
            <a:noFill/>
          </a:ln>
        </p:spPr>
        <p:txBody>
          <a:bodyPr anchorCtr="0" anchor="t" bIns="68575" lIns="68575" spcFirstLastPara="1" rIns="68575" wrap="square" tIns="68575">
            <a:noAutofit/>
          </a:bodyPr>
          <a:lstStyle>
            <a:lvl1pPr indent="-342900" lvl="0" marL="457200" marR="0" rtl="0" algn="l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>
                <a:srgbClr val="168FDF"/>
              </a:buClr>
              <a:buSzPts val="1800"/>
              <a:buFont typeface="Arial"/>
              <a:buChar char="●"/>
              <a:defRPr i="0" sz="18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36550" lvl="1" marL="9144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700"/>
              <a:buFont typeface="Arial"/>
              <a:buChar char="○"/>
              <a:defRPr i="0" sz="17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30200" lvl="2" marL="13716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600"/>
              <a:buFont typeface="Arial"/>
              <a:buChar char="■"/>
              <a:defRPr i="0" sz="16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23850" lvl="3" marL="18288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500"/>
              <a:buFont typeface="Arial"/>
              <a:buChar char="●"/>
              <a:defRPr i="0" sz="15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298450" lvl="4" marL="22860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100"/>
              <a:buFont typeface="Arial"/>
              <a:buChar char="○"/>
              <a:defRPr i="0" sz="11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■"/>
              <a:defRPr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●"/>
              <a:defRPr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○"/>
              <a:defRPr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■"/>
              <a:defRPr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pic>
        <p:nvPicPr>
          <p:cNvPr id="203" name="Google Shape;203;p54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7806775" y="339585"/>
            <a:ext cx="1152550" cy="3797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5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>
  <p:cSld name="Title Slide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05" name="Shape 20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6" name="Google Shape;206;p5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559422" y="1497122"/>
            <a:ext cx="4025156" cy="2149256"/>
          </a:xfrm>
          <a:prstGeom prst="rect">
            <a:avLst/>
          </a:prstGeom>
          <a:noFill/>
          <a:ln>
            <a:noFill/>
          </a:ln>
        </p:spPr>
      </p:pic>
      <p:pic>
        <p:nvPicPr>
          <p:cNvPr id="207" name="Google Shape;207;p5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029873" y="4670683"/>
            <a:ext cx="2796281" cy="15785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A black and white text&#10;&#10;Description automatically generated" id="208" name="Google Shape;208;p56"/>
          <p:cNvPicPr preferRelativeResize="0"/>
          <p:nvPr/>
        </p:nvPicPr>
        <p:blipFill rotWithShape="1">
          <a:blip r:embed="rId5">
            <a:alphaModFix/>
          </a:blip>
          <a:srcRect b="16097" l="58824" r="15207" t="69117"/>
          <a:stretch/>
        </p:blipFill>
        <p:spPr>
          <a:xfrm>
            <a:off x="317627" y="4666767"/>
            <a:ext cx="585599" cy="1617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extLst>
    <p:ext uri="{DCECCB84-F9BA-43D5-87BE-67443E8EF086}">
      <p15:sldGuideLst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</p15:sldGuideLst>
    </p:ext>
  </p:extLst>
</p:sldLayout>
</file>

<file path=ppt/slideLayouts/slideLayout5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 1">
  <p:cSld name="Title Slide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09" name="Shape 2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10" name="Google Shape;210;p5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29873" y="4670683"/>
            <a:ext cx="2796281" cy="15785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A black and white text&#10;&#10;Description automatically generated" id="211" name="Google Shape;211;p57"/>
          <p:cNvPicPr preferRelativeResize="0"/>
          <p:nvPr/>
        </p:nvPicPr>
        <p:blipFill rotWithShape="1">
          <a:blip r:embed="rId4">
            <a:alphaModFix/>
          </a:blip>
          <a:srcRect b="16097" l="58822" r="15209" t="69117"/>
          <a:stretch/>
        </p:blipFill>
        <p:spPr>
          <a:xfrm>
            <a:off x="317627" y="4666767"/>
            <a:ext cx="585599" cy="161773"/>
          </a:xfrm>
          <a:prstGeom prst="rect">
            <a:avLst/>
          </a:prstGeom>
          <a:noFill/>
          <a:ln>
            <a:noFill/>
          </a:ln>
        </p:spPr>
      </p:pic>
      <p:pic>
        <p:nvPicPr>
          <p:cNvPr id="212" name="Google Shape;212;p57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546842" y="1674386"/>
            <a:ext cx="3361163" cy="1794731"/>
          </a:xfrm>
          <a:prstGeom prst="rect">
            <a:avLst/>
          </a:prstGeom>
          <a:noFill/>
          <a:ln>
            <a:noFill/>
          </a:ln>
        </p:spPr>
      </p:pic>
      <p:sp>
        <p:nvSpPr>
          <p:cNvPr id="213" name="Google Shape;213;p57"/>
          <p:cNvSpPr txBox="1"/>
          <p:nvPr>
            <p:ph type="title"/>
          </p:nvPr>
        </p:nvSpPr>
        <p:spPr>
          <a:xfrm>
            <a:off x="4352550" y="525788"/>
            <a:ext cx="4535400" cy="2137500"/>
          </a:xfrm>
          <a:prstGeom prst="rect">
            <a:avLst/>
          </a:prstGeom>
          <a:noFill/>
          <a:ln>
            <a:noFill/>
          </a:ln>
        </p:spPr>
        <p:txBody>
          <a:bodyPr anchorCtr="0" anchor="b" bIns="68575" lIns="68575" spcFirstLastPara="1" rIns="68575" wrap="square" tIns="6857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200"/>
              <a:buNone/>
              <a:defRPr b="1" sz="3200">
                <a:solidFill>
                  <a:schemeClr val="lt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214" name="Google Shape;214;p57"/>
          <p:cNvSpPr txBox="1"/>
          <p:nvPr>
            <p:ph idx="1" type="subTitle"/>
          </p:nvPr>
        </p:nvSpPr>
        <p:spPr>
          <a:xfrm>
            <a:off x="4352550" y="2852944"/>
            <a:ext cx="4535400" cy="695100"/>
          </a:xfrm>
          <a:prstGeom prst="rect">
            <a:avLst/>
          </a:prstGeom>
          <a:noFill/>
          <a:ln>
            <a:noFill/>
          </a:ln>
        </p:spPr>
        <p:txBody>
          <a:bodyPr anchorCtr="0" anchor="t" bIns="68575" lIns="68575" spcFirstLastPara="1" rIns="68575" wrap="square" tIns="6857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9pPr>
          </a:lstStyle>
          <a:p/>
        </p:txBody>
      </p:sp>
    </p:spTree>
  </p:cSld>
  <p:clrMapOvr>
    <a:masterClrMapping/>
  </p:clrMapOvr>
  <p:extLst>
    <p:ext uri="{DCECCB84-F9BA-43D5-87BE-67443E8EF086}">
      <p15:sldGuideLst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</p15:sldGuideLst>
    </p:ext>
  </p:extLst>
</p:sldLayout>
</file>

<file path=ppt/slideLayouts/slideLayout5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4_Title and Content 2">
  <p:cSld name="14_Title and Content_2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58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descr="A black and white text&#10;&#10;Description automatically generated" id="217" name="Google Shape;217;p58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8247882" y="143888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218" name="Google Shape;218;p58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pic>
        <p:nvPicPr>
          <p:cNvPr id="219" name="Google Shape;219;p58"/>
          <p:cNvPicPr preferRelativeResize="0"/>
          <p:nvPr/>
        </p:nvPicPr>
        <p:blipFill rotWithShape="1">
          <a:blip r:embed="rId4">
            <a:alphaModFix/>
          </a:blip>
          <a:srcRect b="768" l="0" r="0" t="768"/>
          <a:stretch/>
        </p:blipFill>
        <p:spPr>
          <a:xfrm>
            <a:off x="-1" y="4972051"/>
            <a:ext cx="9143772" cy="17144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5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6_Title and Content">
  <p:cSld name="16_Title and Conten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59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id="222" name="Google Shape;222;p5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031" y="4972050"/>
            <a:ext cx="9141715" cy="17145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A black and white text&#10;&#10;Description automatically generated" id="223" name="Google Shape;223;p59"/>
          <p:cNvPicPr preferRelativeResize="0"/>
          <p:nvPr/>
        </p:nvPicPr>
        <p:blipFill rotWithShape="1">
          <a:blip r:embed="rId4">
            <a:alphaModFix/>
          </a:blip>
          <a:srcRect b="0" l="55419" r="0" t="0"/>
          <a:stretch/>
        </p:blipFill>
        <p:spPr>
          <a:xfrm>
            <a:off x="8247882" y="143888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224" name="Google Shape;224;p59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5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2_Title and Content 2">
  <p:cSld name="12_Title and Content_2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60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id="227" name="Google Shape;227;p60"/>
          <p:cNvPicPr preferRelativeResize="0"/>
          <p:nvPr/>
        </p:nvPicPr>
        <p:blipFill rotWithShape="1">
          <a:blip r:embed="rId3">
            <a:alphaModFix/>
          </a:blip>
          <a:srcRect b="768" l="0" r="0" t="768"/>
          <a:stretch/>
        </p:blipFill>
        <p:spPr>
          <a:xfrm>
            <a:off x="-1" y="4972051"/>
            <a:ext cx="9143772" cy="17144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A black and white text&#10;&#10;Description automatically generated" id="228" name="Google Shape;228;p60"/>
          <p:cNvPicPr preferRelativeResize="0"/>
          <p:nvPr/>
        </p:nvPicPr>
        <p:blipFill rotWithShape="1">
          <a:blip r:embed="rId4">
            <a:alphaModFix/>
          </a:blip>
          <a:srcRect b="0" l="55419" r="0" t="0"/>
          <a:stretch/>
        </p:blipFill>
        <p:spPr>
          <a:xfrm>
            <a:off x="8247882" y="143888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229" name="Google Shape;229;p60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5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8_Title and Content">
  <p:cSld name="18_Title and Conten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61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id="232" name="Google Shape;232;p61"/>
          <p:cNvPicPr preferRelativeResize="0"/>
          <p:nvPr/>
        </p:nvPicPr>
        <p:blipFill rotWithShape="1">
          <a:blip r:embed="rId3">
            <a:alphaModFix/>
          </a:blip>
          <a:srcRect b="768" l="0" r="0" t="768"/>
          <a:stretch/>
        </p:blipFill>
        <p:spPr>
          <a:xfrm>
            <a:off x="-1" y="4972051"/>
            <a:ext cx="9143772" cy="17144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A black and white text&#10;&#10;Description automatically generated" id="233" name="Google Shape;233;p61"/>
          <p:cNvPicPr preferRelativeResize="0"/>
          <p:nvPr/>
        </p:nvPicPr>
        <p:blipFill rotWithShape="1">
          <a:blip r:embed="rId4">
            <a:alphaModFix/>
          </a:blip>
          <a:srcRect b="0" l="55419" r="0" t="0"/>
          <a:stretch/>
        </p:blipFill>
        <p:spPr>
          <a:xfrm>
            <a:off x="8247882" y="143888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234" name="Google Shape;234;p61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5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4_Title and Content 1">
  <p:cSld name="14_Title and Content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62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id="237" name="Google Shape;237;p6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235356" y="4200525"/>
            <a:ext cx="822695" cy="857251"/>
          </a:xfrm>
          <a:prstGeom prst="rect">
            <a:avLst/>
          </a:prstGeom>
          <a:noFill/>
          <a:ln>
            <a:noFill/>
          </a:ln>
        </p:spPr>
      </p:pic>
      <p:sp>
        <p:nvSpPr>
          <p:cNvPr id="238" name="Google Shape;238;p62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6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20_Title and Content 1">
  <p:cSld name="20_Title and Content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63"/>
          <p:cNvSpPr txBox="1"/>
          <p:nvPr>
            <p:ph idx="1" type="body"/>
          </p:nvPr>
        </p:nvSpPr>
        <p:spPr>
          <a:xfrm>
            <a:off x="628634" y="1369219"/>
            <a:ext cx="36033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241" name="Google Shape;241;p63"/>
          <p:cNvSpPr txBox="1"/>
          <p:nvPr>
            <p:ph idx="2" type="body"/>
          </p:nvPr>
        </p:nvSpPr>
        <p:spPr>
          <a:xfrm>
            <a:off x="4877144" y="1369219"/>
            <a:ext cx="36033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id="242" name="Google Shape;242;p6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235356" y="4200525"/>
            <a:ext cx="822695" cy="857251"/>
          </a:xfrm>
          <a:prstGeom prst="rect">
            <a:avLst/>
          </a:prstGeom>
          <a:noFill/>
          <a:ln>
            <a:noFill/>
          </a:ln>
        </p:spPr>
      </p:pic>
      <p:sp>
        <p:nvSpPr>
          <p:cNvPr id="243" name="Google Shape;243;p63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6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6_Title and Content 1">
  <p:cSld name="16_Title and Content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64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id="246" name="Google Shape;246;p6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235356" y="4200525"/>
            <a:ext cx="822695" cy="857251"/>
          </a:xfrm>
          <a:prstGeom prst="rect">
            <a:avLst/>
          </a:prstGeom>
          <a:noFill/>
          <a:ln>
            <a:noFill/>
          </a:ln>
        </p:spPr>
      </p:pic>
      <p:sp>
        <p:nvSpPr>
          <p:cNvPr id="247" name="Google Shape;247;p64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6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Slide">
  <p:cSld name="2_Title Slide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48" name="Shape 2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49" name="Google Shape;249;p6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29873" y="4670683"/>
            <a:ext cx="2796281" cy="15785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A black and white text&#10;&#10;Description automatically generated" id="250" name="Google Shape;250;p65"/>
          <p:cNvPicPr preferRelativeResize="0"/>
          <p:nvPr/>
        </p:nvPicPr>
        <p:blipFill rotWithShape="1">
          <a:blip r:embed="rId4">
            <a:alphaModFix/>
          </a:blip>
          <a:srcRect b="16097" l="58824" r="15207" t="69117"/>
          <a:stretch/>
        </p:blipFill>
        <p:spPr>
          <a:xfrm>
            <a:off x="317627" y="4666767"/>
            <a:ext cx="585599" cy="161773"/>
          </a:xfrm>
          <a:prstGeom prst="rect">
            <a:avLst/>
          </a:prstGeom>
          <a:noFill/>
          <a:ln>
            <a:noFill/>
          </a:ln>
        </p:spPr>
      </p:pic>
      <p:sp>
        <p:nvSpPr>
          <p:cNvPr id="251" name="Google Shape;251;p65"/>
          <p:cNvSpPr txBox="1"/>
          <p:nvPr>
            <p:ph type="title"/>
          </p:nvPr>
        </p:nvSpPr>
        <p:spPr>
          <a:xfrm>
            <a:off x="628634" y="986884"/>
            <a:ext cx="7886400" cy="3169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300"/>
              <a:buFont typeface="Arial"/>
              <a:buNone/>
              <a:defRPr b="1" i="0" sz="33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  <p:extLst>
    <p:ext uri="{DCECCB84-F9BA-43D5-87BE-67443E8EF086}">
      <p15:sldGuideLst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</p15:sldGuideLst>
    </p:ext>
  </p:extLst>
</p:sldLayout>
</file>

<file path=ppt/slideLayouts/slideLayout6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Slide 1">
  <p:cSld name="2_Title Slide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52" name="Shape 2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53" name="Google Shape;253;p6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29873" y="4670683"/>
            <a:ext cx="2796281" cy="157855"/>
          </a:xfrm>
          <a:prstGeom prst="rect">
            <a:avLst/>
          </a:prstGeom>
          <a:noFill/>
          <a:ln>
            <a:noFill/>
          </a:ln>
        </p:spPr>
      </p:pic>
      <p:sp>
        <p:nvSpPr>
          <p:cNvPr id="254" name="Google Shape;254;p66"/>
          <p:cNvSpPr txBox="1"/>
          <p:nvPr>
            <p:ph type="title"/>
          </p:nvPr>
        </p:nvSpPr>
        <p:spPr>
          <a:xfrm>
            <a:off x="628634" y="986884"/>
            <a:ext cx="7886400" cy="3169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300"/>
              <a:buFont typeface="Arial"/>
              <a:buNone/>
              <a:defRPr b="1" i="0" sz="33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  <p:extLst>
    <p:ext uri="{DCECCB84-F9BA-43D5-87BE-67443E8EF086}">
      <p15:sldGuideLst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</p15:sldGuideLst>
    </p:ext>
  </p:extLst>
</p:sldLayout>
</file>

<file path=ppt/slideLayouts/slideLayout6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_Title and Content">
  <p:cSld name="1_Title and Conten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55" name="Shape 2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6" name="Google Shape;256;p67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descr="A black and white text&#10;&#10;Description automatically generated" id="257" name="Google Shape;257;p67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8247882" y="143888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258" name="Google Shape;258;p67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6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7_Title and Content">
  <p:cSld name="7_Title and Conten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68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descr="A black and white text&#10;&#10;Description automatically generated" id="261" name="Google Shape;261;p68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219451" y="116456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262" name="Google Shape;262;p68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6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2_Title and Content">
  <p:cSld name="2_Title and Conten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69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descr="A black and white text&#10;&#10;Description automatically generated" id="265" name="Google Shape;265;p69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8247882" y="143888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266" name="Google Shape;266;p69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6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8_Title and Content">
  <p:cSld name="8_Title and Conten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67" name="Shape 2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8" name="Google Shape;268;p70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descr="A black and white text&#10;&#10;Description automatically generated" id="269" name="Google Shape;269;p70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219451" y="116456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270" name="Google Shape;270;p70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6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8_Title Only">
  <p:cSld name="8_Title and Content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71" name="Shape 2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A black and white text&#10;&#10;Description automatically generated" id="272" name="Google Shape;272;p71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219451" y="116456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273" name="Google Shape;273;p71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6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8_Title and Content 1">
  <p:cSld name="18_Title and Content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74" name="Shape 2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5" name="Google Shape;275;p72"/>
          <p:cNvSpPr txBox="1"/>
          <p:nvPr>
            <p:ph idx="1" type="body"/>
          </p:nvPr>
        </p:nvSpPr>
        <p:spPr>
          <a:xfrm>
            <a:off x="628650" y="1369219"/>
            <a:ext cx="78867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descr="A black and white text&#10;&#10;Description automatically generated" id="276" name="Google Shape;276;p7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460166" y="143882"/>
            <a:ext cx="1421746" cy="689820"/>
          </a:xfrm>
          <a:prstGeom prst="rect">
            <a:avLst/>
          </a:prstGeom>
          <a:noFill/>
          <a:ln>
            <a:noFill/>
          </a:ln>
        </p:spPr>
      </p:pic>
      <p:sp>
        <p:nvSpPr>
          <p:cNvPr id="277" name="Google Shape;277;p72"/>
          <p:cNvSpPr txBox="1"/>
          <p:nvPr>
            <p:ph type="title"/>
          </p:nvPr>
        </p:nvSpPr>
        <p:spPr>
          <a:xfrm>
            <a:off x="628650" y="273844"/>
            <a:ext cx="78867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7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 2 1">
  <p:cSld name="Title Slide_2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  <p:extLst>
    <p:ext uri="{DCECCB84-F9BA-43D5-87BE-67443E8EF086}">
      <p15:sldGuideLst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</p15:sldGuideLst>
    </p:ext>
  </p:extLst>
</p:sldLayout>
</file>

<file path=ppt/slideLayouts/slideLayout7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_ Blank">
  <p:cSld name="2_Custom Layout_2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79" name="Shape 279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7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roject Card" showMasterSp="0">
  <p:cSld name="9_Title Slide_1">
    <p:bg>
      <p:bgPr>
        <a:solidFill>
          <a:schemeClr val="lt1"/>
        </a:solidFill>
      </p:bgPr>
    </p:bg>
    <p:spTree>
      <p:nvGrpSpPr>
        <p:cNvPr id="280" name="Shape 2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81" name="Google Shape;281;p75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2611225" y="5976416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282" name="Google Shape;282;p75"/>
          <p:cNvSpPr/>
          <p:nvPr>
            <p:ph idx="2" type="pic"/>
          </p:nvPr>
        </p:nvSpPr>
        <p:spPr>
          <a:xfrm>
            <a:off x="1141256" y="2728538"/>
            <a:ext cx="1584300" cy="1584300"/>
          </a:xfrm>
          <a:prstGeom prst="rect">
            <a:avLst/>
          </a:prstGeom>
          <a:noFill/>
          <a:ln>
            <a:noFill/>
          </a:ln>
        </p:spPr>
      </p:sp>
      <p:sp>
        <p:nvSpPr>
          <p:cNvPr id="283" name="Google Shape;283;p75"/>
          <p:cNvSpPr txBox="1"/>
          <p:nvPr>
            <p:ph idx="1" type="subTitle"/>
          </p:nvPr>
        </p:nvSpPr>
        <p:spPr>
          <a:xfrm>
            <a:off x="49781" y="4381181"/>
            <a:ext cx="37671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rtl="0" algn="ctr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SzPts val="1200"/>
              <a:buFont typeface="Calibri"/>
              <a:buNone/>
              <a:defRPr sz="1200">
                <a:latin typeface="Calibri"/>
                <a:ea typeface="Calibri"/>
                <a:cs typeface="Calibri"/>
                <a:sym typeface="Calibri"/>
              </a:defRPr>
            </a:lvl1pPr>
            <a:lvl2pPr lvl="1" rtl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2pPr>
            <a:lvl3pPr lvl="2" rtl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600"/>
              <a:buNone/>
              <a:defRPr sz="600"/>
            </a:lvl3pPr>
            <a:lvl4pPr lvl="3" rtl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500"/>
              <a:buNone/>
              <a:defRPr sz="500"/>
            </a:lvl4pPr>
            <a:lvl5pPr lvl="4" rtl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500"/>
              <a:buNone/>
              <a:defRPr sz="500"/>
            </a:lvl5pPr>
            <a:lvl6pPr lvl="5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500"/>
              <a:buNone/>
              <a:defRPr sz="500"/>
            </a:lvl6pPr>
            <a:lvl7pPr lvl="6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500"/>
              <a:buNone/>
              <a:defRPr sz="500"/>
            </a:lvl7pPr>
            <a:lvl8pPr lvl="7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500"/>
              <a:buNone/>
              <a:defRPr sz="500"/>
            </a:lvl8pPr>
            <a:lvl9pPr lvl="8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500"/>
              <a:buNone/>
              <a:defRPr sz="500"/>
            </a:lvl9pPr>
          </a:lstStyle>
          <a:p/>
        </p:txBody>
      </p:sp>
      <p:sp>
        <p:nvSpPr>
          <p:cNvPr id="284" name="Google Shape;284;p75"/>
          <p:cNvSpPr txBox="1"/>
          <p:nvPr>
            <p:ph idx="3" type="body"/>
          </p:nvPr>
        </p:nvSpPr>
        <p:spPr>
          <a:xfrm>
            <a:off x="4113338" y="2468569"/>
            <a:ext cx="4829400" cy="24510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rmAutofit/>
          </a:bodyPr>
          <a:lstStyle>
            <a:lvl1pPr indent="-361950" lvl="0" marL="457200" marR="0" rtl="0" algn="l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7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_Title Slide 1">
  <p:cSld name="1_Title Slide_1">
    <p:bg>
      <p:bgPr>
        <a:solidFill>
          <a:srgbClr val="3CC1CD"/>
        </a:solidFill>
      </p:bgPr>
    </p:bg>
    <p:spTree>
      <p:nvGrpSpPr>
        <p:cNvPr id="285" name="Shape 2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86" name="Google Shape;286;p76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 rot="10800000">
            <a:off x="6594" y="1"/>
            <a:ext cx="9144000" cy="51435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7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 with Theme 1">
  <p:cSld name="Title and Content_2_1_1_1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A black and white text&#10;&#10;Description automatically generated" id="288" name="Google Shape;288;p77"/>
          <p:cNvPicPr preferRelativeResize="0"/>
          <p:nvPr/>
        </p:nvPicPr>
        <p:blipFill rotWithShape="1">
          <a:blip r:embed="rId3">
            <a:alphaModFix/>
          </a:blip>
          <a:srcRect b="0" l="56900" r="0" t="0"/>
          <a:stretch/>
        </p:blipFill>
        <p:spPr>
          <a:xfrm>
            <a:off x="8389634" y="78623"/>
            <a:ext cx="612780" cy="689837"/>
          </a:xfrm>
          <a:prstGeom prst="rect">
            <a:avLst/>
          </a:prstGeom>
          <a:noFill/>
          <a:ln>
            <a:noFill/>
          </a:ln>
        </p:spPr>
      </p:pic>
      <p:sp>
        <p:nvSpPr>
          <p:cNvPr id="289" name="Google Shape;289;p77"/>
          <p:cNvSpPr txBox="1"/>
          <p:nvPr/>
        </p:nvSpPr>
        <p:spPr>
          <a:xfrm>
            <a:off x="111956" y="4855069"/>
            <a:ext cx="3456300" cy="170700"/>
          </a:xfrm>
          <a:prstGeom prst="rect">
            <a:avLst/>
          </a:prstGeom>
          <a:noFill/>
          <a:ln>
            <a:noFill/>
          </a:ln>
        </p:spPr>
        <p:txBody>
          <a:bodyPr anchorCtr="0" anchor="t" bIns="68575" lIns="68575" spcFirstLastPara="1" rIns="68575" wrap="square" tIns="6857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800"/>
              <a:buFont typeface="Arial"/>
              <a:buNone/>
            </a:pPr>
            <a:r>
              <a:rPr b="0" i="0" lang="en" sz="800" u="none" cap="none" strike="noStrik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rPr>
              <a:t>Academy Software Foundation Governing Board CONFIDENTIAL</a:t>
            </a:r>
            <a:endParaRPr b="0" i="0" sz="800" u="none" cap="none" strike="noStrike">
              <a:solidFill>
                <a:schemeClr val="lt2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t/>
            </a:r>
            <a:endParaRPr b="0" i="0" sz="1100" u="none" cap="none" strike="noStrike">
              <a:solidFill>
                <a:schemeClr val="lt2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Layout>
</file>

<file path=ppt/slideLayouts/slideLayout7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_Title and Content 2">
  <p:cSld name="2_Title and Content 2_2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78"/>
          <p:cNvSpPr/>
          <p:nvPr/>
        </p:nvSpPr>
        <p:spPr>
          <a:xfrm>
            <a:off x="0" y="916600"/>
            <a:ext cx="9144000" cy="425880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50"/>
              <a:buFont typeface="Arial"/>
              <a:buNone/>
            </a:pPr>
            <a:r>
              <a:t/>
            </a:r>
            <a:endParaRPr b="0" i="0" sz="135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92" name="Google Shape;292;p78"/>
          <p:cNvSpPr txBox="1"/>
          <p:nvPr>
            <p:ph type="title"/>
          </p:nvPr>
        </p:nvSpPr>
        <p:spPr>
          <a:xfrm>
            <a:off x="628650" y="273844"/>
            <a:ext cx="6796500" cy="4620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rgbClr val="005A66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50"/>
              <a:buFont typeface="Arial"/>
              <a:buNone/>
              <a:defRPr b="0" i="0" sz="135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50"/>
              <a:buFont typeface="Arial"/>
              <a:buNone/>
              <a:defRPr b="0" i="0" sz="135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50"/>
              <a:buFont typeface="Arial"/>
              <a:buNone/>
              <a:defRPr b="0" i="0" sz="135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50"/>
              <a:buFont typeface="Arial"/>
              <a:buNone/>
              <a:defRPr b="0" i="0" sz="135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50"/>
              <a:buFont typeface="Arial"/>
              <a:buNone/>
              <a:defRPr b="0" i="0" sz="135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50"/>
              <a:buFont typeface="Arial"/>
              <a:buNone/>
              <a:defRPr b="0" i="0" sz="135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50"/>
              <a:buFont typeface="Arial"/>
              <a:buNone/>
              <a:defRPr b="0" i="0" sz="135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50"/>
              <a:buFont typeface="Arial"/>
              <a:buNone/>
              <a:defRPr b="0" i="0" sz="135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7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_Title Slide 1">
  <p:cSld name="1_Title Slide_1">
    <p:bg>
      <p:bgPr>
        <a:solidFill>
          <a:srgbClr val="3CC1CD"/>
        </a:solidFill>
      </p:bgPr>
    </p:bg>
    <p:spTree>
      <p:nvGrpSpPr>
        <p:cNvPr id="297" name="Shape 2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98" name="Google Shape;298;p80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 rot="10800000">
            <a:off x="6596" y="2"/>
            <a:ext cx="9143998" cy="51435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7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3_Custom Layout">
  <p:cSld name="3_Custom Layou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99" name="Shape 2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A black and white logo&#10;&#10;Description automatically generated" id="300" name="Google Shape;300;p81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84162" y="749507"/>
            <a:ext cx="5831430" cy="356883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7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6_Custom Layout">
  <p:cSld name="6_Custom Layou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301" name="Shape 3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2" name="Google Shape;302;p82"/>
          <p:cNvSpPr txBox="1"/>
          <p:nvPr>
            <p:ph idx="1" type="body"/>
          </p:nvPr>
        </p:nvSpPr>
        <p:spPr>
          <a:xfrm>
            <a:off x="258842" y="1744191"/>
            <a:ext cx="5793000" cy="1321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360000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b="1" sz="48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228600" lvl="1" marL="914400" algn="ctr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2pPr>
            <a:lvl3pPr indent="-228600" lvl="2" marL="1371600" algn="ctr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3pPr>
            <a:lvl4pPr indent="-228600" lvl="3" marL="1828800" algn="ctr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4pPr>
            <a:lvl5pPr indent="-228600" lvl="4" marL="2286000" algn="ctr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5pPr>
            <a:lvl6pPr indent="-342900" lvl="5" marL="27432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03" name="Google Shape;303;p82"/>
          <p:cNvSpPr txBox="1"/>
          <p:nvPr>
            <p:ph idx="2" type="body"/>
          </p:nvPr>
        </p:nvSpPr>
        <p:spPr>
          <a:xfrm>
            <a:off x="258842" y="3151033"/>
            <a:ext cx="3026100" cy="403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360000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 b="1" i="0" sz="18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228600" lvl="1" marL="914400" algn="ctr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2pPr>
            <a:lvl3pPr indent="-228600" lvl="2" marL="1371600" algn="ctr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3pPr>
            <a:lvl4pPr indent="-228600" lvl="3" marL="1828800" algn="ctr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4pPr>
            <a:lvl5pPr indent="-228600" lvl="4" marL="2286000" algn="ctr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5pPr>
            <a:lvl6pPr indent="-342900" lvl="5" marL="27432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04" name="Google Shape;304;p82"/>
          <p:cNvSpPr txBox="1"/>
          <p:nvPr>
            <p:ph idx="3" type="body"/>
          </p:nvPr>
        </p:nvSpPr>
        <p:spPr>
          <a:xfrm>
            <a:off x="262947" y="4470167"/>
            <a:ext cx="2150400" cy="403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360000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28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 b="0" i="0" sz="14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228600" lvl="1" marL="914400" algn="ctr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2pPr>
            <a:lvl3pPr indent="-228600" lvl="2" marL="1371600" algn="ctr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3pPr>
            <a:lvl4pPr indent="-228600" lvl="3" marL="1828800" algn="ctr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4pPr>
            <a:lvl5pPr indent="-228600" lvl="4" marL="2286000" algn="ctr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5pPr>
            <a:lvl6pPr indent="-342900" lvl="5" marL="27432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pic>
        <p:nvPicPr>
          <p:cNvPr descr="A black and white logo&#10;&#10;Description automatically generated" id="305" name="Google Shape;305;p8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91874" y="-269823"/>
            <a:ext cx="2682065" cy="164142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7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4_Custom Layout">
  <p:cSld name="4_Custom Layou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83"/>
          <p:cNvSpPr txBox="1"/>
          <p:nvPr>
            <p:ph idx="1" type="body"/>
          </p:nvPr>
        </p:nvSpPr>
        <p:spPr>
          <a:xfrm>
            <a:off x="258842" y="1766676"/>
            <a:ext cx="5793000" cy="132150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360000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dk1"/>
              </a:buClr>
              <a:buSzPts val="4800"/>
              <a:buNone/>
              <a:defRPr b="1" sz="4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228600" lvl="1" marL="914400" algn="ctr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2pPr>
            <a:lvl3pPr indent="-228600" lvl="2" marL="1371600" algn="ctr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3pPr>
            <a:lvl4pPr indent="-228600" lvl="3" marL="1828800" algn="ctr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4pPr>
            <a:lvl5pPr indent="-228600" lvl="4" marL="2286000" algn="ctr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5pPr>
            <a:lvl6pPr indent="-342900" lvl="5" marL="27432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08" name="Google Shape;308;p83"/>
          <p:cNvSpPr txBox="1"/>
          <p:nvPr>
            <p:ph idx="2" type="body"/>
          </p:nvPr>
        </p:nvSpPr>
        <p:spPr>
          <a:xfrm>
            <a:off x="258842" y="3173518"/>
            <a:ext cx="3026100" cy="4032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t" bIns="45700" lIns="360000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 b="1" i="0" sz="18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228600" lvl="1" marL="914400" algn="ctr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2pPr>
            <a:lvl3pPr indent="-228600" lvl="2" marL="1371600" algn="ctr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3pPr>
            <a:lvl4pPr indent="-228600" lvl="3" marL="1828800" algn="ctr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4pPr>
            <a:lvl5pPr indent="-228600" lvl="4" marL="2286000" algn="ctr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5pPr>
            <a:lvl6pPr indent="-342900" lvl="5" marL="27432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09" name="Google Shape;309;p83"/>
          <p:cNvSpPr txBox="1"/>
          <p:nvPr>
            <p:ph idx="3" type="body"/>
          </p:nvPr>
        </p:nvSpPr>
        <p:spPr>
          <a:xfrm>
            <a:off x="270442" y="4470167"/>
            <a:ext cx="2150400" cy="403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360000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28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 b="0" i="0" sz="14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228600" lvl="1" marL="914400" algn="ctr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2pPr>
            <a:lvl3pPr indent="-228600" lvl="2" marL="1371600" algn="ctr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3pPr>
            <a:lvl4pPr indent="-228600" lvl="3" marL="1828800" algn="ctr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4pPr>
            <a:lvl5pPr indent="-228600" lvl="4" marL="2286000" algn="ctr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5pPr>
            <a:lvl6pPr indent="-342900" lvl="5" marL="27432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pic>
        <p:nvPicPr>
          <p:cNvPr descr="A black and white logo&#10;&#10;Description automatically generated" id="310" name="Google Shape;310;p8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91874" y="-269823"/>
            <a:ext cx="2682065" cy="164142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8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2_Custom Layout">
  <p:cSld name="2_Custom Layou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311" name="Shape 3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2" name="Google Shape;312;p84"/>
          <p:cNvSpPr txBox="1"/>
          <p:nvPr>
            <p:ph idx="1" type="body"/>
          </p:nvPr>
        </p:nvSpPr>
        <p:spPr>
          <a:xfrm>
            <a:off x="3867992" y="2093372"/>
            <a:ext cx="5006100" cy="1270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360000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760"/>
              </a:spcBef>
              <a:spcAft>
                <a:spcPts val="0"/>
              </a:spcAft>
              <a:buClr>
                <a:schemeClr val="lt1"/>
              </a:buClr>
              <a:buSzPts val="3800"/>
              <a:buNone/>
              <a:defRPr b="1" sz="38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228600" lvl="1" marL="914400" algn="ctr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2pPr>
            <a:lvl3pPr indent="-228600" lvl="2" marL="1371600" algn="ctr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3pPr>
            <a:lvl4pPr indent="-228600" lvl="3" marL="1828800" algn="ctr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4pPr>
            <a:lvl5pPr indent="-228600" lvl="4" marL="2286000" algn="ctr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5pPr>
            <a:lvl6pPr indent="-342900" lvl="5" marL="27432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pic>
        <p:nvPicPr>
          <p:cNvPr descr="A black and white logo&#10;&#10;Description automatically generated" id="313" name="Google Shape;313;p8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330346" y="-269823"/>
            <a:ext cx="2682065" cy="164142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8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8_Custom Layout">
  <p:cSld name="8_Custom Layou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314" name="Shape 3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5" name="Google Shape;315;p85"/>
          <p:cNvSpPr txBox="1"/>
          <p:nvPr>
            <p:ph type="title"/>
          </p:nvPr>
        </p:nvSpPr>
        <p:spPr>
          <a:xfrm>
            <a:off x="296897" y="40417"/>
            <a:ext cx="8389800" cy="490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Arial"/>
              <a:buNone/>
              <a:defRPr sz="28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16" name="Google Shape;316;p85"/>
          <p:cNvSpPr txBox="1"/>
          <p:nvPr>
            <p:ph idx="1" type="body"/>
          </p:nvPr>
        </p:nvSpPr>
        <p:spPr>
          <a:xfrm>
            <a:off x="355601" y="885371"/>
            <a:ext cx="7376400" cy="3297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lnSpc>
                <a:spcPct val="100000"/>
              </a:lnSpc>
              <a:spcBef>
                <a:spcPts val="560"/>
              </a:spcBef>
              <a:spcAft>
                <a:spcPts val="0"/>
              </a:spcAft>
              <a:buClr>
                <a:srgbClr val="BFBFBF"/>
              </a:buClr>
              <a:buSzPts val="2800"/>
              <a:buChar char="•"/>
              <a:defRPr sz="2800">
                <a:latin typeface="Arial"/>
                <a:ea typeface="Arial"/>
                <a:cs typeface="Arial"/>
                <a:sym typeface="Arial"/>
              </a:defRPr>
            </a:lvl1pPr>
            <a:lvl2pPr indent="-381000" lvl="1" marL="914400" algn="l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rgbClr val="BFBFBF"/>
              </a:buClr>
              <a:buSzPts val="2400"/>
              <a:buChar char="–"/>
              <a:defRPr sz="2400">
                <a:latin typeface="Arial"/>
                <a:ea typeface="Arial"/>
                <a:cs typeface="Arial"/>
                <a:sym typeface="Arial"/>
              </a:defRPr>
            </a:lvl2pPr>
            <a:lvl3pPr indent="-355600" lvl="2" marL="13716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BFBFBF"/>
              </a:buClr>
              <a:buSzPts val="2000"/>
              <a:buChar char="•"/>
              <a:defRPr sz="2000">
                <a:latin typeface="Arial"/>
                <a:ea typeface="Arial"/>
                <a:cs typeface="Arial"/>
                <a:sym typeface="Arial"/>
              </a:defRPr>
            </a:lvl3pPr>
            <a:lvl4pPr indent="-355600" lvl="3" marL="18288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BFBFBF"/>
              </a:buClr>
              <a:buSzPts val="2000"/>
              <a:buChar char="–"/>
              <a:defRPr>
                <a:latin typeface="Arial"/>
                <a:ea typeface="Arial"/>
                <a:cs typeface="Arial"/>
                <a:sym typeface="Arial"/>
              </a:defRPr>
            </a:lvl4pPr>
            <a:lvl5pPr indent="-355600" lvl="4" marL="22860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BFBFBF"/>
              </a:buClr>
              <a:buSzPts val="2000"/>
              <a:buChar char="»"/>
              <a:defRPr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17" name="Google Shape;317;p85"/>
          <p:cNvSpPr/>
          <p:nvPr/>
        </p:nvSpPr>
        <p:spPr>
          <a:xfrm>
            <a:off x="-2" y="4946754"/>
            <a:ext cx="9144000" cy="196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18" name="Google Shape;318;p85"/>
          <p:cNvSpPr txBox="1"/>
          <p:nvPr/>
        </p:nvSpPr>
        <p:spPr>
          <a:xfrm>
            <a:off x="8375257" y="4911195"/>
            <a:ext cx="631200" cy="255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Arial"/>
              <a:buNone/>
            </a:pPr>
            <a:r>
              <a:rPr b="1" i="0" lang="en" sz="1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#ASWF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descr="A black background with a black square&#10;&#10;Description automatically generated with medium confidence" id="319" name="Google Shape;319;p8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192192" y="4437089"/>
            <a:ext cx="779421" cy="47739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8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8_Custom Layout 1">
  <p:cSld name="8_Custom Layout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320" name="Shape 3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1" name="Google Shape;321;p86"/>
          <p:cNvSpPr txBox="1"/>
          <p:nvPr>
            <p:ph type="title"/>
          </p:nvPr>
        </p:nvSpPr>
        <p:spPr>
          <a:xfrm>
            <a:off x="296897" y="40417"/>
            <a:ext cx="8389800" cy="490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Arial"/>
              <a:buNone/>
              <a:defRPr sz="28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2" name="Google Shape;322;p86"/>
          <p:cNvSpPr/>
          <p:nvPr/>
        </p:nvSpPr>
        <p:spPr>
          <a:xfrm>
            <a:off x="-2" y="4946754"/>
            <a:ext cx="9144000" cy="196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23" name="Google Shape;323;p86"/>
          <p:cNvSpPr txBox="1"/>
          <p:nvPr/>
        </p:nvSpPr>
        <p:spPr>
          <a:xfrm>
            <a:off x="8375257" y="4911195"/>
            <a:ext cx="631200" cy="255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Arial"/>
              <a:buNone/>
            </a:pPr>
            <a:r>
              <a:rPr b="1" i="0" lang="en" sz="1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#ASWF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descr="A black background with a black square&#10;&#10;Description automatically generated with medium confidence" id="324" name="Google Shape;324;p8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192192" y="4437089"/>
            <a:ext cx="779421" cy="47739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8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9_Custom Layout">
  <p:cSld name="9_Custom Layou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325" name="Shape 3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6" name="Google Shape;326;p87"/>
          <p:cNvSpPr txBox="1"/>
          <p:nvPr>
            <p:ph type="title"/>
          </p:nvPr>
        </p:nvSpPr>
        <p:spPr>
          <a:xfrm>
            <a:off x="296897" y="40417"/>
            <a:ext cx="8389800" cy="490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Arial"/>
              <a:buNone/>
              <a:defRPr sz="28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7" name="Google Shape;327;p87"/>
          <p:cNvSpPr txBox="1"/>
          <p:nvPr>
            <p:ph idx="1" type="body"/>
          </p:nvPr>
        </p:nvSpPr>
        <p:spPr>
          <a:xfrm>
            <a:off x="355601" y="885371"/>
            <a:ext cx="3468900" cy="3297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lnSpc>
                <a:spcPct val="100000"/>
              </a:lnSpc>
              <a:spcBef>
                <a:spcPts val="560"/>
              </a:spcBef>
              <a:spcAft>
                <a:spcPts val="0"/>
              </a:spcAft>
              <a:buClr>
                <a:srgbClr val="BFBFBF"/>
              </a:buClr>
              <a:buSzPts val="2800"/>
              <a:buChar char="•"/>
              <a:defRPr sz="2800">
                <a:latin typeface="Arial"/>
                <a:ea typeface="Arial"/>
                <a:cs typeface="Arial"/>
                <a:sym typeface="Arial"/>
              </a:defRPr>
            </a:lvl1pPr>
            <a:lvl2pPr indent="-381000" lvl="1" marL="914400" algn="l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rgbClr val="BFBFBF"/>
              </a:buClr>
              <a:buSzPts val="2400"/>
              <a:buChar char="–"/>
              <a:defRPr sz="2400">
                <a:latin typeface="Arial"/>
                <a:ea typeface="Arial"/>
                <a:cs typeface="Arial"/>
                <a:sym typeface="Arial"/>
              </a:defRPr>
            </a:lvl2pPr>
            <a:lvl3pPr indent="-355600" lvl="2" marL="13716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BFBFBF"/>
              </a:buClr>
              <a:buSzPts val="2000"/>
              <a:buChar char="•"/>
              <a:defRPr sz="2000">
                <a:latin typeface="Arial"/>
                <a:ea typeface="Arial"/>
                <a:cs typeface="Arial"/>
                <a:sym typeface="Arial"/>
              </a:defRPr>
            </a:lvl3pPr>
            <a:lvl4pPr indent="-355600" lvl="3" marL="18288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BFBFBF"/>
              </a:buClr>
              <a:buSzPts val="2000"/>
              <a:buChar char="–"/>
              <a:defRPr>
                <a:latin typeface="Arial"/>
                <a:ea typeface="Arial"/>
                <a:cs typeface="Arial"/>
                <a:sym typeface="Arial"/>
              </a:defRPr>
            </a:lvl4pPr>
            <a:lvl5pPr indent="-355600" lvl="4" marL="22860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BFBFBF"/>
              </a:buClr>
              <a:buSzPts val="2000"/>
              <a:buChar char="»"/>
              <a:defRPr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28" name="Google Shape;328;p87"/>
          <p:cNvSpPr/>
          <p:nvPr/>
        </p:nvSpPr>
        <p:spPr>
          <a:xfrm>
            <a:off x="-2" y="4946754"/>
            <a:ext cx="9144000" cy="196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29" name="Google Shape;329;p87"/>
          <p:cNvSpPr txBox="1"/>
          <p:nvPr/>
        </p:nvSpPr>
        <p:spPr>
          <a:xfrm>
            <a:off x="8375257" y="4911195"/>
            <a:ext cx="631200" cy="255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Arial"/>
              <a:buNone/>
            </a:pPr>
            <a:r>
              <a:rPr b="1" i="0" lang="en" sz="1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#ASWF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30" name="Google Shape;330;p87"/>
          <p:cNvSpPr txBox="1"/>
          <p:nvPr>
            <p:ph idx="2" type="body"/>
          </p:nvPr>
        </p:nvSpPr>
        <p:spPr>
          <a:xfrm>
            <a:off x="4204595" y="885371"/>
            <a:ext cx="3468900" cy="3297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lnSpc>
                <a:spcPct val="100000"/>
              </a:lnSpc>
              <a:spcBef>
                <a:spcPts val="560"/>
              </a:spcBef>
              <a:spcAft>
                <a:spcPts val="0"/>
              </a:spcAft>
              <a:buClr>
                <a:srgbClr val="BFBFBF"/>
              </a:buClr>
              <a:buSzPts val="2800"/>
              <a:buChar char="•"/>
              <a:defRPr sz="2800">
                <a:latin typeface="Arial"/>
                <a:ea typeface="Arial"/>
                <a:cs typeface="Arial"/>
                <a:sym typeface="Arial"/>
              </a:defRPr>
            </a:lvl1pPr>
            <a:lvl2pPr indent="-381000" lvl="1" marL="914400" algn="l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rgbClr val="BFBFBF"/>
              </a:buClr>
              <a:buSzPts val="2400"/>
              <a:buChar char="–"/>
              <a:defRPr sz="2400">
                <a:latin typeface="Arial"/>
                <a:ea typeface="Arial"/>
                <a:cs typeface="Arial"/>
                <a:sym typeface="Arial"/>
              </a:defRPr>
            </a:lvl2pPr>
            <a:lvl3pPr indent="-355600" lvl="2" marL="13716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BFBFBF"/>
              </a:buClr>
              <a:buSzPts val="2000"/>
              <a:buChar char="•"/>
              <a:defRPr sz="2000">
                <a:latin typeface="Arial"/>
                <a:ea typeface="Arial"/>
                <a:cs typeface="Arial"/>
                <a:sym typeface="Arial"/>
              </a:defRPr>
            </a:lvl3pPr>
            <a:lvl4pPr indent="-355600" lvl="3" marL="18288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BFBFBF"/>
              </a:buClr>
              <a:buSzPts val="2000"/>
              <a:buChar char="–"/>
              <a:defRPr>
                <a:latin typeface="Arial"/>
                <a:ea typeface="Arial"/>
                <a:cs typeface="Arial"/>
                <a:sym typeface="Arial"/>
              </a:defRPr>
            </a:lvl4pPr>
            <a:lvl5pPr indent="-355600" lvl="4" marL="22860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BFBFBF"/>
              </a:buClr>
              <a:buSzPts val="2000"/>
              <a:buChar char="»"/>
              <a:defRPr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31" name="Google Shape;331;p87"/>
          <p:cNvSpPr txBox="1"/>
          <p:nvPr/>
        </p:nvSpPr>
        <p:spPr>
          <a:xfrm>
            <a:off x="7060758" y="-294198"/>
            <a:ext cx="184800" cy="3693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A black background with a black square&#10;&#10;Description automatically generated with medium confidence" id="332" name="Google Shape;332;p8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192192" y="4437089"/>
            <a:ext cx="779421" cy="47739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8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0_Custom Layout">
  <p:cSld name="10_Custom Layou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88"/>
          <p:cNvSpPr txBox="1"/>
          <p:nvPr>
            <p:ph type="title"/>
          </p:nvPr>
        </p:nvSpPr>
        <p:spPr>
          <a:xfrm>
            <a:off x="296897" y="40417"/>
            <a:ext cx="8389800" cy="490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Arial"/>
              <a:buNone/>
              <a:defRPr sz="28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5" name="Google Shape;335;p88"/>
          <p:cNvSpPr txBox="1"/>
          <p:nvPr>
            <p:ph idx="1" type="body"/>
          </p:nvPr>
        </p:nvSpPr>
        <p:spPr>
          <a:xfrm>
            <a:off x="355601" y="885371"/>
            <a:ext cx="3468900" cy="3297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lnSpc>
                <a:spcPct val="100000"/>
              </a:lnSpc>
              <a:spcBef>
                <a:spcPts val="560"/>
              </a:spcBef>
              <a:spcAft>
                <a:spcPts val="0"/>
              </a:spcAft>
              <a:buClr>
                <a:srgbClr val="BFBFBF"/>
              </a:buClr>
              <a:buSzPts val="2800"/>
              <a:buChar char="•"/>
              <a:defRPr sz="2800">
                <a:latin typeface="Arial"/>
                <a:ea typeface="Arial"/>
                <a:cs typeface="Arial"/>
                <a:sym typeface="Arial"/>
              </a:defRPr>
            </a:lvl1pPr>
            <a:lvl2pPr indent="-381000" lvl="1" marL="914400" algn="l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rgbClr val="BFBFBF"/>
              </a:buClr>
              <a:buSzPts val="2400"/>
              <a:buChar char="–"/>
              <a:defRPr sz="2400">
                <a:latin typeface="Arial"/>
                <a:ea typeface="Arial"/>
                <a:cs typeface="Arial"/>
                <a:sym typeface="Arial"/>
              </a:defRPr>
            </a:lvl2pPr>
            <a:lvl3pPr indent="-355600" lvl="2" marL="13716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BFBFBF"/>
              </a:buClr>
              <a:buSzPts val="2000"/>
              <a:buChar char="•"/>
              <a:defRPr sz="2000">
                <a:latin typeface="Arial"/>
                <a:ea typeface="Arial"/>
                <a:cs typeface="Arial"/>
                <a:sym typeface="Arial"/>
              </a:defRPr>
            </a:lvl3pPr>
            <a:lvl4pPr indent="-355600" lvl="3" marL="18288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BFBFBF"/>
              </a:buClr>
              <a:buSzPts val="2000"/>
              <a:buChar char="–"/>
              <a:defRPr>
                <a:latin typeface="Arial"/>
                <a:ea typeface="Arial"/>
                <a:cs typeface="Arial"/>
                <a:sym typeface="Arial"/>
              </a:defRPr>
            </a:lvl4pPr>
            <a:lvl5pPr indent="-355600" lvl="4" marL="22860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BFBFBF"/>
              </a:buClr>
              <a:buSzPts val="2000"/>
              <a:buChar char="»"/>
              <a:defRPr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36" name="Google Shape;336;p88"/>
          <p:cNvSpPr/>
          <p:nvPr/>
        </p:nvSpPr>
        <p:spPr>
          <a:xfrm>
            <a:off x="-2" y="4946754"/>
            <a:ext cx="9144000" cy="196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37" name="Google Shape;337;p88"/>
          <p:cNvSpPr txBox="1"/>
          <p:nvPr/>
        </p:nvSpPr>
        <p:spPr>
          <a:xfrm>
            <a:off x="8375257" y="4911195"/>
            <a:ext cx="631200" cy="255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Arial"/>
              <a:buNone/>
            </a:pPr>
            <a:r>
              <a:rPr b="1" i="0" lang="en" sz="1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#ASWF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38" name="Google Shape;338;p88"/>
          <p:cNvSpPr txBox="1"/>
          <p:nvPr/>
        </p:nvSpPr>
        <p:spPr>
          <a:xfrm>
            <a:off x="7060758" y="-294198"/>
            <a:ext cx="184800" cy="3693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39" name="Google Shape;339;p88"/>
          <p:cNvSpPr/>
          <p:nvPr>
            <p:ph idx="2" type="pic"/>
          </p:nvPr>
        </p:nvSpPr>
        <p:spPr>
          <a:xfrm>
            <a:off x="4255756" y="867246"/>
            <a:ext cx="3896700" cy="3315900"/>
          </a:xfrm>
          <a:prstGeom prst="rect">
            <a:avLst/>
          </a:prstGeom>
          <a:noFill/>
          <a:ln>
            <a:noFill/>
          </a:ln>
        </p:spPr>
      </p:sp>
      <p:pic>
        <p:nvPicPr>
          <p:cNvPr descr="A black background with a black square&#10;&#10;Description automatically generated with medium confidence" id="340" name="Google Shape;340;p8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192192" y="4437089"/>
            <a:ext cx="779421" cy="47739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8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1_Custom Layout">
  <p:cSld name="11_Custom Layou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341" name="Shape 3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2" name="Google Shape;342;p89"/>
          <p:cNvSpPr txBox="1"/>
          <p:nvPr>
            <p:ph type="title"/>
          </p:nvPr>
        </p:nvSpPr>
        <p:spPr>
          <a:xfrm>
            <a:off x="296897" y="40417"/>
            <a:ext cx="8389800" cy="490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Arial"/>
              <a:buNone/>
              <a:defRPr sz="28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3" name="Google Shape;343;p89"/>
          <p:cNvSpPr txBox="1"/>
          <p:nvPr>
            <p:ph idx="1" type="body"/>
          </p:nvPr>
        </p:nvSpPr>
        <p:spPr>
          <a:xfrm>
            <a:off x="355600" y="885375"/>
            <a:ext cx="6122700" cy="3297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lnSpc>
                <a:spcPct val="100000"/>
              </a:lnSpc>
              <a:spcBef>
                <a:spcPts val="560"/>
              </a:spcBef>
              <a:spcAft>
                <a:spcPts val="0"/>
              </a:spcAft>
              <a:buClr>
                <a:srgbClr val="BFBFBF"/>
              </a:buClr>
              <a:buSzPts val="2800"/>
              <a:buChar char="•"/>
              <a:defRPr sz="2800">
                <a:latin typeface="Arial"/>
                <a:ea typeface="Arial"/>
                <a:cs typeface="Arial"/>
                <a:sym typeface="Arial"/>
              </a:defRPr>
            </a:lvl1pPr>
            <a:lvl2pPr indent="-381000" lvl="1" marL="914400" algn="l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rgbClr val="BFBFBF"/>
              </a:buClr>
              <a:buSzPts val="2400"/>
              <a:buChar char="–"/>
              <a:defRPr sz="2400">
                <a:latin typeface="Arial"/>
                <a:ea typeface="Arial"/>
                <a:cs typeface="Arial"/>
                <a:sym typeface="Arial"/>
              </a:defRPr>
            </a:lvl2pPr>
            <a:lvl3pPr indent="-355600" lvl="2" marL="13716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BFBFBF"/>
              </a:buClr>
              <a:buSzPts val="2000"/>
              <a:buChar char="•"/>
              <a:defRPr sz="2000">
                <a:latin typeface="Arial"/>
                <a:ea typeface="Arial"/>
                <a:cs typeface="Arial"/>
                <a:sym typeface="Arial"/>
              </a:defRPr>
            </a:lvl3pPr>
            <a:lvl4pPr indent="-355600" lvl="3" marL="18288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BFBFBF"/>
              </a:buClr>
              <a:buSzPts val="2000"/>
              <a:buChar char="–"/>
              <a:defRPr>
                <a:latin typeface="Arial"/>
                <a:ea typeface="Arial"/>
                <a:cs typeface="Arial"/>
                <a:sym typeface="Arial"/>
              </a:defRPr>
            </a:lvl4pPr>
            <a:lvl5pPr indent="-355600" lvl="4" marL="22860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BFBFBF"/>
              </a:buClr>
              <a:buSzPts val="2000"/>
              <a:buChar char="»"/>
              <a:defRPr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44" name="Google Shape;344;p89"/>
          <p:cNvSpPr/>
          <p:nvPr/>
        </p:nvSpPr>
        <p:spPr>
          <a:xfrm>
            <a:off x="-2" y="4946754"/>
            <a:ext cx="9144000" cy="196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45" name="Google Shape;345;p89"/>
          <p:cNvSpPr txBox="1"/>
          <p:nvPr/>
        </p:nvSpPr>
        <p:spPr>
          <a:xfrm>
            <a:off x="8375257" y="4911195"/>
            <a:ext cx="631200" cy="255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Arial"/>
              <a:buNone/>
            </a:pPr>
            <a:r>
              <a:rPr b="1" i="0" lang="en" sz="1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#ASWF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descr="A black background with a black square&#10;&#10;Description automatically generated with medium confidence" id="346" name="Google Shape;346;p8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192192" y="4437089"/>
            <a:ext cx="779421" cy="47739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8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3_Custom Layout">
  <p:cSld name="13_Custom Layou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90"/>
          <p:cNvSpPr txBox="1"/>
          <p:nvPr>
            <p:ph type="title"/>
          </p:nvPr>
        </p:nvSpPr>
        <p:spPr>
          <a:xfrm>
            <a:off x="296897" y="40417"/>
            <a:ext cx="8389800" cy="490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Arial"/>
              <a:buNone/>
              <a:defRPr sz="28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9" name="Google Shape;349;p90"/>
          <p:cNvSpPr txBox="1"/>
          <p:nvPr>
            <p:ph idx="1" type="body"/>
          </p:nvPr>
        </p:nvSpPr>
        <p:spPr>
          <a:xfrm>
            <a:off x="355601" y="885371"/>
            <a:ext cx="3468900" cy="3297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lnSpc>
                <a:spcPct val="100000"/>
              </a:lnSpc>
              <a:spcBef>
                <a:spcPts val="560"/>
              </a:spcBef>
              <a:spcAft>
                <a:spcPts val="0"/>
              </a:spcAft>
              <a:buClr>
                <a:srgbClr val="BFBFBF"/>
              </a:buClr>
              <a:buSzPts val="2800"/>
              <a:buChar char="•"/>
              <a:defRPr sz="2800">
                <a:latin typeface="Arial"/>
                <a:ea typeface="Arial"/>
                <a:cs typeface="Arial"/>
                <a:sym typeface="Arial"/>
              </a:defRPr>
            </a:lvl1pPr>
            <a:lvl2pPr indent="-381000" lvl="1" marL="914400" algn="l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rgbClr val="BFBFBF"/>
              </a:buClr>
              <a:buSzPts val="2400"/>
              <a:buChar char="–"/>
              <a:defRPr sz="2400">
                <a:latin typeface="Arial"/>
                <a:ea typeface="Arial"/>
                <a:cs typeface="Arial"/>
                <a:sym typeface="Arial"/>
              </a:defRPr>
            </a:lvl2pPr>
            <a:lvl3pPr indent="-355600" lvl="2" marL="13716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BFBFBF"/>
              </a:buClr>
              <a:buSzPts val="2000"/>
              <a:buChar char="•"/>
              <a:defRPr sz="2000">
                <a:latin typeface="Arial"/>
                <a:ea typeface="Arial"/>
                <a:cs typeface="Arial"/>
                <a:sym typeface="Arial"/>
              </a:defRPr>
            </a:lvl3pPr>
            <a:lvl4pPr indent="-355600" lvl="3" marL="18288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BFBFBF"/>
              </a:buClr>
              <a:buSzPts val="2000"/>
              <a:buChar char="–"/>
              <a:defRPr>
                <a:latin typeface="Arial"/>
                <a:ea typeface="Arial"/>
                <a:cs typeface="Arial"/>
                <a:sym typeface="Arial"/>
              </a:defRPr>
            </a:lvl4pPr>
            <a:lvl5pPr indent="-355600" lvl="4" marL="22860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BFBFBF"/>
              </a:buClr>
              <a:buSzPts val="2000"/>
              <a:buChar char="»"/>
              <a:defRPr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50" name="Google Shape;350;p90"/>
          <p:cNvSpPr/>
          <p:nvPr/>
        </p:nvSpPr>
        <p:spPr>
          <a:xfrm>
            <a:off x="-2" y="4946754"/>
            <a:ext cx="9144000" cy="196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1" name="Google Shape;351;p90"/>
          <p:cNvSpPr txBox="1"/>
          <p:nvPr/>
        </p:nvSpPr>
        <p:spPr>
          <a:xfrm>
            <a:off x="8375257" y="4911195"/>
            <a:ext cx="631200" cy="255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Arial"/>
              <a:buNone/>
            </a:pPr>
            <a:r>
              <a:rPr b="1" i="0" lang="en" sz="1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#ASWF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52" name="Google Shape;352;p90"/>
          <p:cNvSpPr txBox="1"/>
          <p:nvPr/>
        </p:nvSpPr>
        <p:spPr>
          <a:xfrm>
            <a:off x="7060758" y="-294198"/>
            <a:ext cx="184800" cy="3693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3" name="Google Shape;353;p90"/>
          <p:cNvSpPr/>
          <p:nvPr>
            <p:ph idx="2" type="pic"/>
          </p:nvPr>
        </p:nvSpPr>
        <p:spPr>
          <a:xfrm>
            <a:off x="4255756" y="867246"/>
            <a:ext cx="3896700" cy="3315900"/>
          </a:xfrm>
          <a:prstGeom prst="rect">
            <a:avLst/>
          </a:prstGeom>
          <a:noFill/>
          <a:ln>
            <a:noFill/>
          </a:ln>
        </p:spPr>
      </p:sp>
      <p:pic>
        <p:nvPicPr>
          <p:cNvPr descr="A black background with a black square&#10;&#10;Description automatically generated with medium confidence" id="354" name="Google Shape;354;p9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192192" y="4437089"/>
            <a:ext cx="779421" cy="47739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8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2_Custom Layout">
  <p:cSld name="12_Custom Layou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355" name="Shape 3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6" name="Google Shape;356;p91"/>
          <p:cNvSpPr txBox="1"/>
          <p:nvPr>
            <p:ph type="title"/>
          </p:nvPr>
        </p:nvSpPr>
        <p:spPr>
          <a:xfrm>
            <a:off x="296897" y="40417"/>
            <a:ext cx="8389800" cy="490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Arial"/>
              <a:buNone/>
              <a:defRPr sz="28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7" name="Google Shape;357;p91"/>
          <p:cNvSpPr txBox="1"/>
          <p:nvPr>
            <p:ph idx="1" type="body"/>
          </p:nvPr>
        </p:nvSpPr>
        <p:spPr>
          <a:xfrm>
            <a:off x="355600" y="885375"/>
            <a:ext cx="5917500" cy="3297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lnSpc>
                <a:spcPct val="100000"/>
              </a:lnSpc>
              <a:spcBef>
                <a:spcPts val="560"/>
              </a:spcBef>
              <a:spcAft>
                <a:spcPts val="0"/>
              </a:spcAft>
              <a:buClr>
                <a:srgbClr val="BFBFBF"/>
              </a:buClr>
              <a:buSzPts val="2800"/>
              <a:buChar char="•"/>
              <a:defRPr sz="2800">
                <a:latin typeface="Arial"/>
                <a:ea typeface="Arial"/>
                <a:cs typeface="Arial"/>
                <a:sym typeface="Arial"/>
              </a:defRPr>
            </a:lvl1pPr>
            <a:lvl2pPr indent="-381000" lvl="1" marL="914400" algn="l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rgbClr val="BFBFBF"/>
              </a:buClr>
              <a:buSzPts val="2400"/>
              <a:buChar char="–"/>
              <a:defRPr sz="2400">
                <a:latin typeface="Arial"/>
                <a:ea typeface="Arial"/>
                <a:cs typeface="Arial"/>
                <a:sym typeface="Arial"/>
              </a:defRPr>
            </a:lvl2pPr>
            <a:lvl3pPr indent="-355600" lvl="2" marL="13716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BFBFBF"/>
              </a:buClr>
              <a:buSzPts val="2000"/>
              <a:buChar char="•"/>
              <a:defRPr sz="2000">
                <a:latin typeface="Arial"/>
                <a:ea typeface="Arial"/>
                <a:cs typeface="Arial"/>
                <a:sym typeface="Arial"/>
              </a:defRPr>
            </a:lvl3pPr>
            <a:lvl4pPr indent="-355600" lvl="3" marL="18288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BFBFBF"/>
              </a:buClr>
              <a:buSzPts val="2000"/>
              <a:buChar char="–"/>
              <a:defRPr>
                <a:latin typeface="Arial"/>
                <a:ea typeface="Arial"/>
                <a:cs typeface="Arial"/>
                <a:sym typeface="Arial"/>
              </a:defRPr>
            </a:lvl4pPr>
            <a:lvl5pPr indent="-355600" lvl="4" marL="22860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BFBFBF"/>
              </a:buClr>
              <a:buSzPts val="2000"/>
              <a:buChar char="»"/>
              <a:defRPr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58" name="Google Shape;358;p91"/>
          <p:cNvSpPr/>
          <p:nvPr/>
        </p:nvSpPr>
        <p:spPr>
          <a:xfrm>
            <a:off x="-2" y="4946754"/>
            <a:ext cx="9144000" cy="196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9" name="Google Shape;359;p91"/>
          <p:cNvSpPr txBox="1"/>
          <p:nvPr/>
        </p:nvSpPr>
        <p:spPr>
          <a:xfrm>
            <a:off x="8375257" y="4911195"/>
            <a:ext cx="631200" cy="255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Arial"/>
              <a:buNone/>
            </a:pPr>
            <a:r>
              <a:rPr b="1" i="0" lang="en" sz="1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#ASWF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descr="A black background with a black square&#10;&#10;Description automatically generated with medium confidence" id="360" name="Google Shape;360;p91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192192" y="4437089"/>
            <a:ext cx="779421" cy="47739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8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4_Custom Layout">
  <p:cSld name="14_Custom Layou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361" name="Shape 3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2" name="Google Shape;362;p92"/>
          <p:cNvSpPr txBox="1"/>
          <p:nvPr>
            <p:ph type="title"/>
          </p:nvPr>
        </p:nvSpPr>
        <p:spPr>
          <a:xfrm>
            <a:off x="296897" y="40417"/>
            <a:ext cx="8389800" cy="490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Arial"/>
              <a:buNone/>
              <a:defRPr sz="28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3" name="Google Shape;363;p92"/>
          <p:cNvSpPr txBox="1"/>
          <p:nvPr>
            <p:ph idx="1" type="body"/>
          </p:nvPr>
        </p:nvSpPr>
        <p:spPr>
          <a:xfrm>
            <a:off x="355601" y="885371"/>
            <a:ext cx="3468900" cy="3297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lnSpc>
                <a:spcPct val="100000"/>
              </a:lnSpc>
              <a:spcBef>
                <a:spcPts val="560"/>
              </a:spcBef>
              <a:spcAft>
                <a:spcPts val="0"/>
              </a:spcAft>
              <a:buClr>
                <a:srgbClr val="BFBFBF"/>
              </a:buClr>
              <a:buSzPts val="2800"/>
              <a:buChar char="•"/>
              <a:defRPr sz="2800">
                <a:latin typeface="Arial"/>
                <a:ea typeface="Arial"/>
                <a:cs typeface="Arial"/>
                <a:sym typeface="Arial"/>
              </a:defRPr>
            </a:lvl1pPr>
            <a:lvl2pPr indent="-381000" lvl="1" marL="914400" algn="l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rgbClr val="BFBFBF"/>
              </a:buClr>
              <a:buSzPts val="2400"/>
              <a:buChar char="–"/>
              <a:defRPr sz="2400">
                <a:latin typeface="Arial"/>
                <a:ea typeface="Arial"/>
                <a:cs typeface="Arial"/>
                <a:sym typeface="Arial"/>
              </a:defRPr>
            </a:lvl2pPr>
            <a:lvl3pPr indent="-355600" lvl="2" marL="13716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BFBFBF"/>
              </a:buClr>
              <a:buSzPts val="2000"/>
              <a:buChar char="•"/>
              <a:defRPr sz="2000">
                <a:latin typeface="Arial"/>
                <a:ea typeface="Arial"/>
                <a:cs typeface="Arial"/>
                <a:sym typeface="Arial"/>
              </a:defRPr>
            </a:lvl3pPr>
            <a:lvl4pPr indent="-355600" lvl="3" marL="18288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BFBFBF"/>
              </a:buClr>
              <a:buSzPts val="2000"/>
              <a:buChar char="–"/>
              <a:defRPr>
                <a:latin typeface="Arial"/>
                <a:ea typeface="Arial"/>
                <a:cs typeface="Arial"/>
                <a:sym typeface="Arial"/>
              </a:defRPr>
            </a:lvl4pPr>
            <a:lvl5pPr indent="-355600" lvl="4" marL="22860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BFBFBF"/>
              </a:buClr>
              <a:buSzPts val="2000"/>
              <a:buChar char="»"/>
              <a:defRPr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64" name="Google Shape;364;p92"/>
          <p:cNvSpPr/>
          <p:nvPr/>
        </p:nvSpPr>
        <p:spPr>
          <a:xfrm>
            <a:off x="-2" y="4946754"/>
            <a:ext cx="9144000" cy="196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65" name="Google Shape;365;p92"/>
          <p:cNvSpPr txBox="1"/>
          <p:nvPr/>
        </p:nvSpPr>
        <p:spPr>
          <a:xfrm>
            <a:off x="8375257" y="4911195"/>
            <a:ext cx="631200" cy="255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Arial"/>
              <a:buNone/>
            </a:pPr>
            <a:r>
              <a:rPr b="1" i="0" lang="en" sz="1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#ASWF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66" name="Google Shape;366;p92"/>
          <p:cNvSpPr txBox="1"/>
          <p:nvPr/>
        </p:nvSpPr>
        <p:spPr>
          <a:xfrm>
            <a:off x="7060758" y="-294198"/>
            <a:ext cx="184800" cy="3693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67" name="Google Shape;367;p92"/>
          <p:cNvSpPr/>
          <p:nvPr>
            <p:ph idx="2" type="pic"/>
          </p:nvPr>
        </p:nvSpPr>
        <p:spPr>
          <a:xfrm>
            <a:off x="4255756" y="867246"/>
            <a:ext cx="3896700" cy="3315900"/>
          </a:xfrm>
          <a:prstGeom prst="rect">
            <a:avLst/>
          </a:prstGeom>
          <a:noFill/>
          <a:ln>
            <a:noFill/>
          </a:ln>
        </p:spPr>
      </p:sp>
      <p:pic>
        <p:nvPicPr>
          <p:cNvPr descr="A black background with a black square&#10;&#10;Description automatically generated with medium confidence" id="368" name="Google Shape;368;p9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192192" y="4437089"/>
            <a:ext cx="779421" cy="47739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8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8_Title Only">
  <p:cSld name="8_Title and Content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369" name="Shape 3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A black and white text&#10;&#10;Description automatically generated" id="370" name="Google Shape;370;p93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219451" y="116456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371" name="Google Shape;371;p93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9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>
  <p:cSld name="14_Title and Content_2_1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372" name="Shape 3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A black and white text&#10;&#10;Description automatically generated" id="373" name="Google Shape;373;p94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8247882" y="143888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374" name="Google Shape;374;p94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pic>
        <p:nvPicPr>
          <p:cNvPr id="375" name="Google Shape;375;p94"/>
          <p:cNvPicPr preferRelativeResize="0"/>
          <p:nvPr/>
        </p:nvPicPr>
        <p:blipFill rotWithShape="1">
          <a:blip r:embed="rId4">
            <a:alphaModFix/>
          </a:blip>
          <a:srcRect b="768" l="0" r="0" t="768"/>
          <a:stretch/>
        </p:blipFill>
        <p:spPr>
          <a:xfrm>
            <a:off x="-1" y="4972051"/>
            <a:ext cx="9143772" cy="17144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9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>
  <p:cSld name="14_Title and Content_2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376" name="Shape 3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7" name="Google Shape;377;p95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descr="A black and white text&#10;&#10;Description automatically generated" id="378" name="Google Shape;378;p95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8247882" y="143888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379" name="Google Shape;379;p95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pic>
        <p:nvPicPr>
          <p:cNvPr id="380" name="Google Shape;380;p95"/>
          <p:cNvPicPr preferRelativeResize="0"/>
          <p:nvPr/>
        </p:nvPicPr>
        <p:blipFill rotWithShape="1">
          <a:blip r:embed="rId4">
            <a:alphaModFix/>
          </a:blip>
          <a:srcRect b="768" l="0" r="0" t="768"/>
          <a:stretch/>
        </p:blipFill>
        <p:spPr>
          <a:xfrm>
            <a:off x="-1" y="4972051"/>
            <a:ext cx="9143772" cy="17144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9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 - Alternate 1">
  <p:cSld name="16_Title and Conten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381" name="Shape 3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2" name="Google Shape;382;p96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id="383" name="Google Shape;383;p9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031" y="4972050"/>
            <a:ext cx="9141715" cy="17145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A black and white text&#10;&#10;Description automatically generated" id="384" name="Google Shape;384;p96"/>
          <p:cNvPicPr preferRelativeResize="0"/>
          <p:nvPr/>
        </p:nvPicPr>
        <p:blipFill rotWithShape="1">
          <a:blip r:embed="rId4">
            <a:alphaModFix/>
          </a:blip>
          <a:srcRect b="0" l="55419" r="0" t="0"/>
          <a:stretch/>
        </p:blipFill>
        <p:spPr>
          <a:xfrm>
            <a:off x="8247882" y="143888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385" name="Google Shape;385;p96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9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04_StatementSlide_5">
  <p:cSld name="04_StatementSlide_5">
    <p:bg>
      <p:bgPr>
        <a:solidFill>
          <a:schemeClr val="dk1"/>
        </a:solidFill>
      </p:bgPr>
    </p:bg>
    <p:spTree>
      <p:nvGrpSpPr>
        <p:cNvPr id="386" name="Shape 3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87" name="Google Shape;387;p97"/>
          <p:cNvPicPr preferRelativeResize="0"/>
          <p:nvPr/>
        </p:nvPicPr>
        <p:blipFill rotWithShape="1">
          <a:blip r:embed="rId2">
            <a:alphaModFix/>
          </a:blip>
          <a:srcRect b="27121" l="6137" r="588" t="20399"/>
          <a:stretch/>
        </p:blipFill>
        <p:spPr>
          <a:xfrm flipH="1">
            <a:off x="3" y="1"/>
            <a:ext cx="9144090" cy="5143501"/>
          </a:xfrm>
          <a:prstGeom prst="rect">
            <a:avLst/>
          </a:prstGeom>
          <a:noFill/>
          <a:ln>
            <a:noFill/>
          </a:ln>
        </p:spPr>
      </p:pic>
      <p:sp>
        <p:nvSpPr>
          <p:cNvPr id="388" name="Google Shape;388;p97"/>
          <p:cNvSpPr txBox="1"/>
          <p:nvPr>
            <p:ph idx="1" type="subTitle"/>
          </p:nvPr>
        </p:nvSpPr>
        <p:spPr>
          <a:xfrm>
            <a:off x="349535" y="305100"/>
            <a:ext cx="4882200" cy="2266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marR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300"/>
              <a:buFont typeface="Arial"/>
              <a:buNone/>
              <a:defRPr b="1" i="0" sz="23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lt1"/>
              </a:buClr>
              <a:buSzPts val="2300"/>
              <a:buFont typeface="Arial"/>
              <a:buNone/>
              <a:defRPr b="0" i="0" sz="23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lt1"/>
              </a:buClr>
              <a:buSzPts val="2300"/>
              <a:buFont typeface="Arial"/>
              <a:buNone/>
              <a:defRPr b="0" i="0" sz="23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lt1"/>
              </a:buClr>
              <a:buSzPts val="2300"/>
              <a:buFont typeface="Arial"/>
              <a:buNone/>
              <a:defRPr b="0" i="0" sz="23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lt1"/>
              </a:buClr>
              <a:buSzPts val="2300"/>
              <a:buFont typeface="Arial"/>
              <a:buNone/>
              <a:defRPr b="0" i="0" sz="23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lt1"/>
              </a:buClr>
              <a:buSzPts val="2300"/>
              <a:buFont typeface="Arial"/>
              <a:buNone/>
              <a:defRPr b="0" i="0" sz="23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lt1"/>
              </a:buClr>
              <a:buSzPts val="2300"/>
              <a:buFont typeface="Arial"/>
              <a:buNone/>
              <a:defRPr b="0" i="0" sz="23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lt1"/>
              </a:buClr>
              <a:buSzPts val="2300"/>
              <a:buFont typeface="Arial"/>
              <a:buNone/>
              <a:defRPr b="0" i="0" sz="23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algn="l">
              <a:lnSpc>
                <a:spcPct val="90000"/>
              </a:lnSpc>
              <a:spcBef>
                <a:spcPts val="800"/>
              </a:spcBef>
              <a:spcAft>
                <a:spcPts val="800"/>
              </a:spcAft>
              <a:buClr>
                <a:schemeClr val="lt1"/>
              </a:buClr>
              <a:buSzPts val="2300"/>
              <a:buFont typeface="Arial"/>
              <a:buNone/>
              <a:defRPr b="0" i="0" sz="23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389" name="Google Shape;389;p97"/>
          <p:cNvSpPr txBox="1"/>
          <p:nvPr/>
        </p:nvSpPr>
        <p:spPr>
          <a:xfrm>
            <a:off x="8148359" y="4800600"/>
            <a:ext cx="648600" cy="342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600"/>
              <a:buFont typeface="Arial"/>
              <a:buNone/>
            </a:pPr>
            <a:fld id="{00000000-1234-1234-1234-123412341234}" type="slidenum">
              <a:rPr b="0" i="0" lang="en" sz="6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6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90" name="Google Shape;390;p97"/>
          <p:cNvSpPr txBox="1"/>
          <p:nvPr>
            <p:ph idx="2" type="subTitle"/>
          </p:nvPr>
        </p:nvSpPr>
        <p:spPr>
          <a:xfrm>
            <a:off x="342895" y="4800600"/>
            <a:ext cx="1323300" cy="342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"/>
              <a:buFont typeface="Arial"/>
              <a:buNone/>
              <a:defRPr b="0" i="0" sz="6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"/>
              <a:buFont typeface="Arial"/>
              <a:buNone/>
              <a:defRPr b="0" i="0" sz="6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"/>
              <a:buFont typeface="Arial"/>
              <a:buNone/>
              <a:defRPr b="0" i="0" sz="6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"/>
              <a:buFont typeface="Arial"/>
              <a:buNone/>
              <a:defRPr b="0" i="0" sz="6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"/>
              <a:buFont typeface="Arial"/>
              <a:buNone/>
              <a:defRPr b="0" i="0" sz="6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"/>
              <a:buFont typeface="Arial"/>
              <a:buNone/>
              <a:defRPr b="0" i="0" sz="6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"/>
              <a:buFont typeface="Arial"/>
              <a:buNone/>
              <a:defRPr b="0" i="0" sz="6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"/>
              <a:buFont typeface="Arial"/>
              <a:buNone/>
              <a:defRPr b="0" i="0" sz="6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"/>
              <a:buFont typeface="Arial"/>
              <a:buNone/>
              <a:defRPr b="0" i="0" sz="6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9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 1 1">
  <p:cSld name="Title and Content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391" name="Shape 3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2" name="Google Shape;392;p98"/>
          <p:cNvSpPr txBox="1"/>
          <p:nvPr>
            <p:ph idx="1" type="body"/>
          </p:nvPr>
        </p:nvSpPr>
        <p:spPr>
          <a:xfrm>
            <a:off x="628650" y="1369219"/>
            <a:ext cx="78867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393" name="Google Shape;393;p98"/>
          <p:cNvSpPr txBox="1"/>
          <p:nvPr>
            <p:ph type="title"/>
          </p:nvPr>
        </p:nvSpPr>
        <p:spPr>
          <a:xfrm>
            <a:off x="276356" y="215410"/>
            <a:ext cx="67701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pic>
        <p:nvPicPr>
          <p:cNvPr descr="A black and white text&#10;&#10;Description automatically generated" id="394" name="Google Shape;394;p98"/>
          <p:cNvPicPr preferRelativeResize="0"/>
          <p:nvPr/>
        </p:nvPicPr>
        <p:blipFill rotWithShape="1">
          <a:blip r:embed="rId3">
            <a:alphaModFix/>
          </a:blip>
          <a:srcRect b="0" l="56900" r="0" t="0"/>
          <a:stretch/>
        </p:blipFill>
        <p:spPr>
          <a:xfrm>
            <a:off x="7730309" y="101573"/>
            <a:ext cx="612780" cy="689837"/>
          </a:xfrm>
          <a:prstGeom prst="rect">
            <a:avLst/>
          </a:prstGeom>
          <a:noFill/>
          <a:ln>
            <a:noFill/>
          </a:ln>
        </p:spPr>
      </p:pic>
      <p:pic>
        <p:nvPicPr>
          <p:cNvPr id="395" name="Google Shape;395;p98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 flipH="1">
            <a:off x="2" y="4737188"/>
            <a:ext cx="9141714" cy="40631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9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 - Alternate 3">
  <p:cSld name="18_Title and Conten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396" name="Shape 3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7" name="Google Shape;397;p99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id="398" name="Google Shape;398;p99"/>
          <p:cNvPicPr preferRelativeResize="0"/>
          <p:nvPr/>
        </p:nvPicPr>
        <p:blipFill rotWithShape="1">
          <a:blip r:embed="rId3">
            <a:alphaModFix/>
          </a:blip>
          <a:srcRect b="768" l="0" r="0" t="768"/>
          <a:stretch/>
        </p:blipFill>
        <p:spPr>
          <a:xfrm>
            <a:off x="-1" y="4972051"/>
            <a:ext cx="9143772" cy="17144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A black and white text&#10;&#10;Description automatically generated" id="399" name="Google Shape;399;p99"/>
          <p:cNvPicPr preferRelativeResize="0"/>
          <p:nvPr/>
        </p:nvPicPr>
        <p:blipFill rotWithShape="1">
          <a:blip r:embed="rId4">
            <a:alphaModFix/>
          </a:blip>
          <a:srcRect b="0" l="55419" r="0" t="0"/>
          <a:stretch/>
        </p:blipFill>
        <p:spPr>
          <a:xfrm>
            <a:off x="8247882" y="143888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400" name="Google Shape;400;p99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20" Type="http://schemas.openxmlformats.org/officeDocument/2006/relationships/slideLayout" Target="../slideLayouts/slideLayout20.xml"/><Relationship Id="rId22" Type="http://schemas.openxmlformats.org/officeDocument/2006/relationships/slideLayout" Target="../slideLayouts/slideLayout22.xml"/><Relationship Id="rId21" Type="http://schemas.openxmlformats.org/officeDocument/2006/relationships/slideLayout" Target="../slideLayouts/slideLayout21.xml"/><Relationship Id="rId24" Type="http://schemas.openxmlformats.org/officeDocument/2006/relationships/slideLayout" Target="../slideLayouts/slideLayout24.xml"/><Relationship Id="rId23" Type="http://schemas.openxmlformats.org/officeDocument/2006/relationships/slideLayout" Target="../slideLayouts/slideLayout23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26" Type="http://schemas.openxmlformats.org/officeDocument/2006/relationships/slideLayout" Target="../slideLayouts/slideLayout26.xml"/><Relationship Id="rId25" Type="http://schemas.openxmlformats.org/officeDocument/2006/relationships/slideLayout" Target="../slideLayouts/slideLayout25.xml"/><Relationship Id="rId28" Type="http://schemas.openxmlformats.org/officeDocument/2006/relationships/slideLayout" Target="../slideLayouts/slideLayout28.xml"/><Relationship Id="rId27" Type="http://schemas.openxmlformats.org/officeDocument/2006/relationships/slideLayout" Target="../slideLayouts/slideLayout27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29" Type="http://schemas.openxmlformats.org/officeDocument/2006/relationships/slideLayout" Target="../slideLayouts/slideLayout29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30" Type="http://schemas.openxmlformats.org/officeDocument/2006/relationships/theme" Target="../theme/theme2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slideLayout" Target="../slideLayouts/slideLayout13.xml"/><Relationship Id="rId12" Type="http://schemas.openxmlformats.org/officeDocument/2006/relationships/slideLayout" Target="../slideLayouts/slideLayout12.xml"/><Relationship Id="rId15" Type="http://schemas.openxmlformats.org/officeDocument/2006/relationships/slideLayout" Target="../slideLayouts/slideLayout15.xml"/><Relationship Id="rId14" Type="http://schemas.openxmlformats.org/officeDocument/2006/relationships/slideLayout" Target="../slideLayouts/slideLayout14.xml"/><Relationship Id="rId17" Type="http://schemas.openxmlformats.org/officeDocument/2006/relationships/slideLayout" Target="../slideLayouts/slideLayout17.xml"/><Relationship Id="rId16" Type="http://schemas.openxmlformats.org/officeDocument/2006/relationships/slideLayout" Target="../slideLayouts/slideLayout16.xml"/><Relationship Id="rId19" Type="http://schemas.openxmlformats.org/officeDocument/2006/relationships/slideLayout" Target="../slideLayouts/slideLayout19.xml"/><Relationship Id="rId18" Type="http://schemas.openxmlformats.org/officeDocument/2006/relationships/slideLayout" Target="../slideLayouts/slideLayout18.xml"/></Relationships>
</file>

<file path=ppt/slideMasters/_rels/slideMaster2.xml.rels><?xml version="1.0" encoding="UTF-8" standalone="yes"?><Relationships xmlns="http://schemas.openxmlformats.org/package/2006/relationships"><Relationship Id="rId20" Type="http://schemas.openxmlformats.org/officeDocument/2006/relationships/slideLayout" Target="../slideLayouts/slideLayout49.xml"/><Relationship Id="rId22" Type="http://schemas.openxmlformats.org/officeDocument/2006/relationships/slideLayout" Target="../slideLayouts/slideLayout51.xml"/><Relationship Id="rId21" Type="http://schemas.openxmlformats.org/officeDocument/2006/relationships/slideLayout" Target="../slideLayouts/slideLayout50.xml"/><Relationship Id="rId24" Type="http://schemas.openxmlformats.org/officeDocument/2006/relationships/theme" Target="../theme/theme5.xml"/><Relationship Id="rId23" Type="http://schemas.openxmlformats.org/officeDocument/2006/relationships/slideLayout" Target="../slideLayouts/slideLayout52.xml"/><Relationship Id="rId1" Type="http://schemas.openxmlformats.org/officeDocument/2006/relationships/slideLayout" Target="../slideLayouts/slideLayout30.xml"/><Relationship Id="rId2" Type="http://schemas.openxmlformats.org/officeDocument/2006/relationships/slideLayout" Target="../slideLayouts/slideLayout31.xml"/><Relationship Id="rId3" Type="http://schemas.openxmlformats.org/officeDocument/2006/relationships/slideLayout" Target="../slideLayouts/slideLayout32.xml"/><Relationship Id="rId4" Type="http://schemas.openxmlformats.org/officeDocument/2006/relationships/slideLayout" Target="../slideLayouts/slideLayout33.xml"/><Relationship Id="rId9" Type="http://schemas.openxmlformats.org/officeDocument/2006/relationships/slideLayout" Target="../slideLayouts/slideLayout38.xml"/><Relationship Id="rId5" Type="http://schemas.openxmlformats.org/officeDocument/2006/relationships/slideLayout" Target="../slideLayouts/slideLayout34.xml"/><Relationship Id="rId6" Type="http://schemas.openxmlformats.org/officeDocument/2006/relationships/slideLayout" Target="../slideLayouts/slideLayout35.xml"/><Relationship Id="rId7" Type="http://schemas.openxmlformats.org/officeDocument/2006/relationships/slideLayout" Target="../slideLayouts/slideLayout36.xml"/><Relationship Id="rId8" Type="http://schemas.openxmlformats.org/officeDocument/2006/relationships/slideLayout" Target="../slideLayouts/slideLayout37.xml"/><Relationship Id="rId11" Type="http://schemas.openxmlformats.org/officeDocument/2006/relationships/slideLayout" Target="../slideLayouts/slideLayout40.xml"/><Relationship Id="rId10" Type="http://schemas.openxmlformats.org/officeDocument/2006/relationships/slideLayout" Target="../slideLayouts/slideLayout39.xml"/><Relationship Id="rId13" Type="http://schemas.openxmlformats.org/officeDocument/2006/relationships/slideLayout" Target="../slideLayouts/slideLayout42.xml"/><Relationship Id="rId12" Type="http://schemas.openxmlformats.org/officeDocument/2006/relationships/slideLayout" Target="../slideLayouts/slideLayout41.xml"/><Relationship Id="rId15" Type="http://schemas.openxmlformats.org/officeDocument/2006/relationships/slideLayout" Target="../slideLayouts/slideLayout44.xml"/><Relationship Id="rId14" Type="http://schemas.openxmlformats.org/officeDocument/2006/relationships/slideLayout" Target="../slideLayouts/slideLayout43.xml"/><Relationship Id="rId17" Type="http://schemas.openxmlformats.org/officeDocument/2006/relationships/slideLayout" Target="../slideLayouts/slideLayout46.xml"/><Relationship Id="rId16" Type="http://schemas.openxmlformats.org/officeDocument/2006/relationships/slideLayout" Target="../slideLayouts/slideLayout45.xml"/><Relationship Id="rId19" Type="http://schemas.openxmlformats.org/officeDocument/2006/relationships/slideLayout" Target="../slideLayouts/slideLayout48.xml"/><Relationship Id="rId18" Type="http://schemas.openxmlformats.org/officeDocument/2006/relationships/slideLayout" Target="../slideLayouts/slideLayout47.xml"/></Relationships>
</file>

<file path=ppt/slideMasters/_rels/slideMaster3.xml.rels><?xml version="1.0" encoding="UTF-8" standalone="yes"?><Relationships xmlns="http://schemas.openxmlformats.org/package/2006/relationships"><Relationship Id="rId20" Type="http://schemas.openxmlformats.org/officeDocument/2006/relationships/slideLayout" Target="../slideLayouts/slideLayout72.xml"/><Relationship Id="rId22" Type="http://schemas.openxmlformats.org/officeDocument/2006/relationships/slideLayout" Target="../slideLayouts/slideLayout74.xml"/><Relationship Id="rId21" Type="http://schemas.openxmlformats.org/officeDocument/2006/relationships/slideLayout" Target="../slideLayouts/slideLayout73.xml"/><Relationship Id="rId24" Type="http://schemas.openxmlformats.org/officeDocument/2006/relationships/theme" Target="../theme/theme1.xml"/><Relationship Id="rId23" Type="http://schemas.openxmlformats.org/officeDocument/2006/relationships/slideLayout" Target="../slideLayouts/slideLayout75.xml"/><Relationship Id="rId1" Type="http://schemas.openxmlformats.org/officeDocument/2006/relationships/slideLayout" Target="../slideLayouts/slideLayout53.xml"/><Relationship Id="rId2" Type="http://schemas.openxmlformats.org/officeDocument/2006/relationships/slideLayout" Target="../slideLayouts/slideLayout54.xml"/><Relationship Id="rId3" Type="http://schemas.openxmlformats.org/officeDocument/2006/relationships/slideLayout" Target="../slideLayouts/slideLayout55.xml"/><Relationship Id="rId4" Type="http://schemas.openxmlformats.org/officeDocument/2006/relationships/slideLayout" Target="../slideLayouts/slideLayout56.xml"/><Relationship Id="rId9" Type="http://schemas.openxmlformats.org/officeDocument/2006/relationships/slideLayout" Target="../slideLayouts/slideLayout61.xml"/><Relationship Id="rId5" Type="http://schemas.openxmlformats.org/officeDocument/2006/relationships/slideLayout" Target="../slideLayouts/slideLayout57.xml"/><Relationship Id="rId6" Type="http://schemas.openxmlformats.org/officeDocument/2006/relationships/slideLayout" Target="../slideLayouts/slideLayout58.xml"/><Relationship Id="rId7" Type="http://schemas.openxmlformats.org/officeDocument/2006/relationships/slideLayout" Target="../slideLayouts/slideLayout59.xml"/><Relationship Id="rId8" Type="http://schemas.openxmlformats.org/officeDocument/2006/relationships/slideLayout" Target="../slideLayouts/slideLayout60.xml"/><Relationship Id="rId11" Type="http://schemas.openxmlformats.org/officeDocument/2006/relationships/slideLayout" Target="../slideLayouts/slideLayout63.xml"/><Relationship Id="rId10" Type="http://schemas.openxmlformats.org/officeDocument/2006/relationships/slideLayout" Target="../slideLayouts/slideLayout62.xml"/><Relationship Id="rId13" Type="http://schemas.openxmlformats.org/officeDocument/2006/relationships/slideLayout" Target="../slideLayouts/slideLayout65.xml"/><Relationship Id="rId12" Type="http://schemas.openxmlformats.org/officeDocument/2006/relationships/slideLayout" Target="../slideLayouts/slideLayout64.xml"/><Relationship Id="rId15" Type="http://schemas.openxmlformats.org/officeDocument/2006/relationships/slideLayout" Target="../slideLayouts/slideLayout67.xml"/><Relationship Id="rId14" Type="http://schemas.openxmlformats.org/officeDocument/2006/relationships/slideLayout" Target="../slideLayouts/slideLayout66.xml"/><Relationship Id="rId17" Type="http://schemas.openxmlformats.org/officeDocument/2006/relationships/slideLayout" Target="../slideLayouts/slideLayout69.xml"/><Relationship Id="rId16" Type="http://schemas.openxmlformats.org/officeDocument/2006/relationships/slideLayout" Target="../slideLayouts/slideLayout68.xml"/><Relationship Id="rId19" Type="http://schemas.openxmlformats.org/officeDocument/2006/relationships/slideLayout" Target="../slideLayouts/slideLayout71.xml"/><Relationship Id="rId18" Type="http://schemas.openxmlformats.org/officeDocument/2006/relationships/slideLayout" Target="../slideLayouts/slideLayout70.xml"/></Relationships>
</file>

<file path=ppt/slideMasters/_rels/slideMaster4.xml.rels><?xml version="1.0" encoding="UTF-8" standalone="yes"?><Relationships xmlns="http://schemas.openxmlformats.org/package/2006/relationships"><Relationship Id="rId20" Type="http://schemas.openxmlformats.org/officeDocument/2006/relationships/slideLayout" Target="../slideLayouts/slideLayout95.xml"/><Relationship Id="rId21" Type="http://schemas.openxmlformats.org/officeDocument/2006/relationships/theme" Target="../theme/theme4.xml"/><Relationship Id="rId1" Type="http://schemas.openxmlformats.org/officeDocument/2006/relationships/slideLayout" Target="../slideLayouts/slideLayout76.xml"/><Relationship Id="rId2" Type="http://schemas.openxmlformats.org/officeDocument/2006/relationships/slideLayout" Target="../slideLayouts/slideLayout77.xml"/><Relationship Id="rId3" Type="http://schemas.openxmlformats.org/officeDocument/2006/relationships/slideLayout" Target="../slideLayouts/slideLayout78.xml"/><Relationship Id="rId4" Type="http://schemas.openxmlformats.org/officeDocument/2006/relationships/slideLayout" Target="../slideLayouts/slideLayout79.xml"/><Relationship Id="rId9" Type="http://schemas.openxmlformats.org/officeDocument/2006/relationships/slideLayout" Target="../slideLayouts/slideLayout84.xml"/><Relationship Id="rId5" Type="http://schemas.openxmlformats.org/officeDocument/2006/relationships/slideLayout" Target="../slideLayouts/slideLayout80.xml"/><Relationship Id="rId6" Type="http://schemas.openxmlformats.org/officeDocument/2006/relationships/slideLayout" Target="../slideLayouts/slideLayout81.xml"/><Relationship Id="rId7" Type="http://schemas.openxmlformats.org/officeDocument/2006/relationships/slideLayout" Target="../slideLayouts/slideLayout82.xml"/><Relationship Id="rId8" Type="http://schemas.openxmlformats.org/officeDocument/2006/relationships/slideLayout" Target="../slideLayouts/slideLayout83.xml"/><Relationship Id="rId11" Type="http://schemas.openxmlformats.org/officeDocument/2006/relationships/slideLayout" Target="../slideLayouts/slideLayout86.xml"/><Relationship Id="rId10" Type="http://schemas.openxmlformats.org/officeDocument/2006/relationships/slideLayout" Target="../slideLayouts/slideLayout85.xml"/><Relationship Id="rId13" Type="http://schemas.openxmlformats.org/officeDocument/2006/relationships/slideLayout" Target="../slideLayouts/slideLayout88.xml"/><Relationship Id="rId12" Type="http://schemas.openxmlformats.org/officeDocument/2006/relationships/slideLayout" Target="../slideLayouts/slideLayout87.xml"/><Relationship Id="rId15" Type="http://schemas.openxmlformats.org/officeDocument/2006/relationships/slideLayout" Target="../slideLayouts/slideLayout90.xml"/><Relationship Id="rId14" Type="http://schemas.openxmlformats.org/officeDocument/2006/relationships/slideLayout" Target="../slideLayouts/slideLayout89.xml"/><Relationship Id="rId17" Type="http://schemas.openxmlformats.org/officeDocument/2006/relationships/slideLayout" Target="../slideLayouts/slideLayout92.xml"/><Relationship Id="rId16" Type="http://schemas.openxmlformats.org/officeDocument/2006/relationships/slideLayout" Target="../slideLayouts/slideLayout91.xml"/><Relationship Id="rId19" Type="http://schemas.openxmlformats.org/officeDocument/2006/relationships/slideLayout" Target="../slideLayouts/slideLayout94.xml"/><Relationship Id="rId18" Type="http://schemas.openxmlformats.org/officeDocument/2006/relationships/slideLayout" Target="../slideLayouts/slideLayout93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  <p:sldLayoutId id="2147483660" r:id="rId13"/>
    <p:sldLayoutId id="2147483661" r:id="rId14"/>
    <p:sldLayoutId id="2147483662" r:id="rId15"/>
    <p:sldLayoutId id="2147483663" r:id="rId16"/>
    <p:sldLayoutId id="2147483664" r:id="rId17"/>
    <p:sldLayoutId id="2147483665" r:id="rId18"/>
    <p:sldLayoutId id="2147483666" r:id="rId19"/>
    <p:sldLayoutId id="2147483667" r:id="rId20"/>
    <p:sldLayoutId id="2147483668" r:id="rId21"/>
    <p:sldLayoutId id="2147483669" r:id="rId22"/>
    <p:sldLayoutId id="2147483670" r:id="rId23"/>
    <p:sldLayoutId id="2147483671" r:id="rId24"/>
    <p:sldLayoutId id="2147483672" r:id="rId25"/>
    <p:sldLayoutId id="2147483673" r:id="rId26"/>
    <p:sldLayoutId id="2147483674" r:id="rId27"/>
    <p:sldLayoutId id="2147483675" r:id="rId28"/>
    <p:sldLayoutId id="2147483676" r:id="rId29"/>
  </p:sldLayoutIdLst>
  <p:hf dt="0" ftr="0" hdr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  <p:extLst>
    <p:ext uri="{27BBF7A9-308A-43DC-89C8-2F10F3537804}">
      <p15:sldGuideLst>
        <p15:guide id="1" orient="horz" pos="1620">
          <p15:clr>
            <a:srgbClr val="F26B43"/>
          </p15:clr>
        </p15:guide>
        <p15:guide id="2" pos="2880">
          <p15:clr>
            <a:srgbClr val="F26B43"/>
          </p15:clr>
        </p15:guide>
      </p15:sldGuideLst>
    </p:ext>
  </p:extLst>
</p:sldMaster>
</file>

<file path=ppt/slideMasters/slideMaster2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accent1="accent1" accent2="accent2" accent3="accent3" accent4="accent4" accent5="accent5" accent6="accent6" bg1="lt1" bg2="dk2" tx1="dk1" tx2="lt2" folHlink="folHlink" hlink="hlink"/>
  <p:sldLayoutIdLst>
    <p:sldLayoutId id="2147483677" r:id="rId1"/>
    <p:sldLayoutId id="2147483678" r:id="rId2"/>
    <p:sldLayoutId id="2147483679" r:id="rId3"/>
    <p:sldLayoutId id="2147483680" r:id="rId4"/>
    <p:sldLayoutId id="2147483681" r:id="rId5"/>
    <p:sldLayoutId id="2147483682" r:id="rId6"/>
    <p:sldLayoutId id="2147483683" r:id="rId7"/>
    <p:sldLayoutId id="2147483684" r:id="rId8"/>
    <p:sldLayoutId id="2147483685" r:id="rId9"/>
    <p:sldLayoutId id="2147483686" r:id="rId10"/>
    <p:sldLayoutId id="2147483687" r:id="rId11"/>
    <p:sldLayoutId id="2147483688" r:id="rId12"/>
    <p:sldLayoutId id="2147483689" r:id="rId13"/>
    <p:sldLayoutId id="2147483690" r:id="rId14"/>
    <p:sldLayoutId id="2147483691" r:id="rId15"/>
    <p:sldLayoutId id="2147483692" r:id="rId16"/>
    <p:sldLayoutId id="2147483693" r:id="rId17"/>
    <p:sldLayoutId id="2147483694" r:id="rId18"/>
    <p:sldLayoutId id="2147483695" r:id="rId19"/>
    <p:sldLayoutId id="2147483696" r:id="rId20"/>
    <p:sldLayoutId id="2147483697" r:id="rId21"/>
    <p:sldLayoutId id="2147483698" r:id="rId22"/>
    <p:sldLayoutId id="2147483699" r:id="rId23"/>
  </p:sldLayoutIdLst>
  <p:hf dt="0" ftr="0" hdr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  <p:extLst>
    <p:ext uri="{27BBF7A9-308A-43DC-89C8-2F10F3537804}">
      <p15:sldGuideLst>
        <p15:guide id="1" orient="horz" pos="1620">
          <p15:clr>
            <a:srgbClr val="F26B43"/>
          </p15:clr>
        </p15:guide>
        <p15:guide id="2" pos="2880">
          <p15:clr>
            <a:srgbClr val="F26B43"/>
          </p15:clr>
        </p15:guide>
      </p15:sldGuideLst>
    </p:ext>
  </p:extLst>
</p:sldMaster>
</file>

<file path=ppt/slideMasters/slideMaster3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accent1="accent1" accent2="accent2" accent3="accent3" accent4="accent4" accent5="accent5" accent6="accent6" bg1="lt1" bg2="dk2" tx1="dk1" tx2="lt2" folHlink="folHlink" hlink="hlink"/>
  <p:sldLayoutIdLst>
    <p:sldLayoutId id="2147483700" r:id="rId1"/>
    <p:sldLayoutId id="2147483701" r:id="rId2"/>
    <p:sldLayoutId id="2147483702" r:id="rId3"/>
    <p:sldLayoutId id="2147483703" r:id="rId4"/>
    <p:sldLayoutId id="2147483704" r:id="rId5"/>
    <p:sldLayoutId id="2147483705" r:id="rId6"/>
    <p:sldLayoutId id="2147483706" r:id="rId7"/>
    <p:sldLayoutId id="2147483707" r:id="rId8"/>
    <p:sldLayoutId id="2147483708" r:id="rId9"/>
    <p:sldLayoutId id="2147483709" r:id="rId10"/>
    <p:sldLayoutId id="2147483710" r:id="rId11"/>
    <p:sldLayoutId id="2147483711" r:id="rId12"/>
    <p:sldLayoutId id="2147483712" r:id="rId13"/>
    <p:sldLayoutId id="2147483713" r:id="rId14"/>
    <p:sldLayoutId id="2147483714" r:id="rId15"/>
    <p:sldLayoutId id="2147483715" r:id="rId16"/>
    <p:sldLayoutId id="2147483716" r:id="rId17"/>
    <p:sldLayoutId id="2147483717" r:id="rId18"/>
    <p:sldLayoutId id="2147483718" r:id="rId19"/>
    <p:sldLayoutId id="2147483719" r:id="rId20"/>
    <p:sldLayoutId id="2147483720" r:id="rId21"/>
    <p:sldLayoutId id="2147483721" r:id="rId22"/>
    <p:sldLayoutId id="2147483722" r:id="rId23"/>
  </p:sldLayoutIdLst>
  <p:hf dt="0" ftr="0" hdr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  <p:extLst>
    <p:ext uri="{27BBF7A9-308A-43DC-89C8-2F10F3537804}">
      <p15:sldGuideLst>
        <p15:guide id="1" orient="horz" pos="1620">
          <p15:clr>
            <a:srgbClr val="F26B43"/>
          </p15:clr>
        </p15:guide>
        <p15:guide id="2" pos="2880">
          <p15:clr>
            <a:srgbClr val="F26B43"/>
          </p15:clr>
        </p15:guide>
      </p15:sldGuideLst>
    </p:ext>
  </p:extLst>
</p:sldMaster>
</file>

<file path=ppt/slideMasters/slideMaster4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79"/>
          <p:cNvSpPr txBox="1"/>
          <p:nvPr>
            <p:ph type="title"/>
          </p:nvPr>
        </p:nvSpPr>
        <p:spPr>
          <a:xfrm>
            <a:off x="457200" y="205979"/>
            <a:ext cx="8229600" cy="538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800"/>
              <a:buFont typeface="Arial"/>
              <a:buNone/>
              <a:defRPr b="0" i="0" sz="38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295" name="Google Shape;295;p79"/>
          <p:cNvSpPr txBox="1"/>
          <p:nvPr>
            <p:ph idx="1" type="body"/>
          </p:nvPr>
        </p:nvSpPr>
        <p:spPr>
          <a:xfrm>
            <a:off x="457200" y="1200151"/>
            <a:ext cx="8229600" cy="32277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31800" lvl="0" marL="457200" marR="0" algn="l">
              <a:lnSpc>
                <a:spcPct val="100000"/>
              </a:lnSpc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Arial"/>
              <a:buChar char="•"/>
              <a:defRPr b="0" i="0" sz="3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406400" lvl="1" marL="914400" marR="0" algn="l">
              <a:lnSpc>
                <a:spcPct val="100000"/>
              </a:lnSpc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–"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81000" lvl="2" marL="1371600" marR="0" algn="l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b="0" i="0" sz="2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55600" lvl="3" marL="1828800" marR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–"/>
              <a:defRPr b="0" i="0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55600" lvl="4" marL="2286000" marR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»"/>
              <a:defRPr b="0" i="0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55600" lvl="5" marL="2743200" marR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55600" lvl="6" marL="3200400" marR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55600" lvl="7" marL="3657600" marR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55600" lvl="8" marL="4114800" marR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296" name="Google Shape;296;p79"/>
          <p:cNvSpPr txBox="1"/>
          <p:nvPr/>
        </p:nvSpPr>
        <p:spPr>
          <a:xfrm>
            <a:off x="53175" y="4693500"/>
            <a:ext cx="3967800" cy="323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</a:pPr>
            <a:r>
              <a:rPr b="0" i="0" lang="en" sz="900" u="none" cap="none" strike="noStrike">
                <a:solidFill>
                  <a:srgbClr val="696464"/>
                </a:solidFill>
                <a:latin typeface="Arial"/>
                <a:ea typeface="Arial"/>
                <a:cs typeface="Arial"/>
                <a:sym typeface="Arial"/>
              </a:rPr>
              <a:t>Academy Software Foundation Governing Board CONFIDENTIAL</a:t>
            </a:r>
            <a:endParaRPr b="0" i="0" sz="900" u="none" cap="none" strike="noStrike">
              <a:solidFill>
                <a:srgbClr val="696464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723" r:id="rId1"/>
    <p:sldLayoutId id="2147483724" r:id="rId2"/>
    <p:sldLayoutId id="2147483725" r:id="rId3"/>
    <p:sldLayoutId id="2147483726" r:id="rId4"/>
    <p:sldLayoutId id="2147483727" r:id="rId5"/>
    <p:sldLayoutId id="2147483728" r:id="rId6"/>
    <p:sldLayoutId id="2147483729" r:id="rId7"/>
    <p:sldLayoutId id="2147483730" r:id="rId8"/>
    <p:sldLayoutId id="2147483731" r:id="rId9"/>
    <p:sldLayoutId id="2147483732" r:id="rId10"/>
    <p:sldLayoutId id="2147483733" r:id="rId11"/>
    <p:sldLayoutId id="2147483734" r:id="rId12"/>
    <p:sldLayoutId id="2147483735" r:id="rId13"/>
    <p:sldLayoutId id="2147483736" r:id="rId14"/>
    <p:sldLayoutId id="2147483737" r:id="rId15"/>
    <p:sldLayoutId id="2147483738" r:id="rId16"/>
    <p:sldLayoutId id="2147483739" r:id="rId17"/>
    <p:sldLayoutId id="2147483740" r:id="rId18"/>
    <p:sldLayoutId id="2147483741" r:id="rId19"/>
    <p:sldLayoutId id="2147483742" r:id="rId20"/>
  </p:sldLayoutIdLst>
  <p:hf dt="0" ftr="0" hdr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02.png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4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6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104.png"/><Relationship Id="rId4" Type="http://schemas.openxmlformats.org/officeDocument/2006/relationships/image" Target="../media/image108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76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87.png"/><Relationship Id="rId4" Type="http://schemas.openxmlformats.org/officeDocument/2006/relationships/image" Target="../media/image106.png"/><Relationship Id="rId5" Type="http://schemas.openxmlformats.org/officeDocument/2006/relationships/image" Target="../media/image107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111.png"/><Relationship Id="rId4" Type="http://schemas.openxmlformats.org/officeDocument/2006/relationships/image" Target="../media/image145.png"/><Relationship Id="rId5" Type="http://schemas.openxmlformats.org/officeDocument/2006/relationships/image" Target="../media/image141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6.xml"/><Relationship Id="rId3" Type="http://schemas.openxmlformats.org/officeDocument/2006/relationships/hyperlink" Target="https://www.linuxfoundation.org/" TargetMode="External"/><Relationship Id="rId4" Type="http://schemas.openxmlformats.org/officeDocument/2006/relationships/hyperlink" Target="https://charter.aswf.io" TargetMode="External"/></Relationships>
</file>

<file path=ppt/slides/_rels/slide7.xml.rels><?xml version="1.0" encoding="UTF-8" standalone="yes"?><Relationships xmlns="http://schemas.openxmlformats.org/package/2006/relationships"><Relationship Id="rId20" Type="http://schemas.openxmlformats.org/officeDocument/2006/relationships/image" Target="../media/image122.png"/><Relationship Id="rId22" Type="http://schemas.openxmlformats.org/officeDocument/2006/relationships/image" Target="../media/image139.png"/><Relationship Id="rId21" Type="http://schemas.openxmlformats.org/officeDocument/2006/relationships/image" Target="../media/image142.png"/><Relationship Id="rId24" Type="http://schemas.openxmlformats.org/officeDocument/2006/relationships/image" Target="../media/image127.png"/><Relationship Id="rId23" Type="http://schemas.openxmlformats.org/officeDocument/2006/relationships/image" Target="../media/image148.png"/><Relationship Id="rId1" Type="http://schemas.openxmlformats.org/officeDocument/2006/relationships/slideLayout" Target="../slideLayouts/slideLayout29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118.png"/><Relationship Id="rId4" Type="http://schemas.openxmlformats.org/officeDocument/2006/relationships/image" Target="../media/image116.png"/><Relationship Id="rId9" Type="http://schemas.openxmlformats.org/officeDocument/2006/relationships/image" Target="../media/image123.png"/><Relationship Id="rId26" Type="http://schemas.openxmlformats.org/officeDocument/2006/relationships/image" Target="../media/image137.png"/><Relationship Id="rId25" Type="http://schemas.openxmlformats.org/officeDocument/2006/relationships/image" Target="../media/image131.png"/><Relationship Id="rId28" Type="http://schemas.openxmlformats.org/officeDocument/2006/relationships/image" Target="../media/image140.png"/><Relationship Id="rId27" Type="http://schemas.openxmlformats.org/officeDocument/2006/relationships/image" Target="../media/image129.png"/><Relationship Id="rId5" Type="http://schemas.openxmlformats.org/officeDocument/2006/relationships/image" Target="../media/image113.png"/><Relationship Id="rId6" Type="http://schemas.openxmlformats.org/officeDocument/2006/relationships/image" Target="../media/image128.png"/><Relationship Id="rId29" Type="http://schemas.openxmlformats.org/officeDocument/2006/relationships/image" Target="../media/image146.png"/><Relationship Id="rId7" Type="http://schemas.openxmlformats.org/officeDocument/2006/relationships/image" Target="../media/image143.png"/><Relationship Id="rId8" Type="http://schemas.openxmlformats.org/officeDocument/2006/relationships/image" Target="../media/image115.jpg"/><Relationship Id="rId11" Type="http://schemas.openxmlformats.org/officeDocument/2006/relationships/image" Target="../media/image114.png"/><Relationship Id="rId10" Type="http://schemas.openxmlformats.org/officeDocument/2006/relationships/image" Target="../media/image125.jpg"/><Relationship Id="rId13" Type="http://schemas.openxmlformats.org/officeDocument/2006/relationships/image" Target="../media/image121.png"/><Relationship Id="rId12" Type="http://schemas.openxmlformats.org/officeDocument/2006/relationships/image" Target="../media/image124.png"/><Relationship Id="rId15" Type="http://schemas.openxmlformats.org/officeDocument/2006/relationships/image" Target="../media/image147.png"/><Relationship Id="rId14" Type="http://schemas.openxmlformats.org/officeDocument/2006/relationships/image" Target="../media/image130.png"/><Relationship Id="rId17" Type="http://schemas.openxmlformats.org/officeDocument/2006/relationships/image" Target="../media/image126.png"/><Relationship Id="rId16" Type="http://schemas.openxmlformats.org/officeDocument/2006/relationships/image" Target="../media/image119.png"/><Relationship Id="rId19" Type="http://schemas.openxmlformats.org/officeDocument/2006/relationships/image" Target="../media/image138.png"/><Relationship Id="rId18" Type="http://schemas.openxmlformats.org/officeDocument/2006/relationships/image" Target="../media/image134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tac.aswf.io" TargetMode="External"/><Relationship Id="rId4" Type="http://schemas.openxmlformats.org/officeDocument/2006/relationships/hyperlink" Target="https://tac.aswf.io/meetings/" TargetMode="External"/><Relationship Id="rId5" Type="http://schemas.openxmlformats.org/officeDocument/2006/relationships/hyperlink" Target="https://lists.aswf.io/g/tac" TargetMode="External"/><Relationship Id="rId6" Type="http://schemas.openxmlformats.org/officeDocument/2006/relationships/hyperlink" Target="https://tac.aswf.io/engagement/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4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10.xml"/><Relationship Id="rId3" Type="http://schemas.openxmlformats.org/officeDocument/2006/relationships/hyperlink" Target="https://charter.aswf.io" TargetMode="Externa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11.xml"/><Relationship Id="rId3" Type="http://schemas.openxmlformats.org/officeDocument/2006/relationships/hyperlink" Target="https://tac.aswf.io" TargetMode="Externa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4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13.xml"/><Relationship Id="rId3" Type="http://schemas.openxmlformats.org/officeDocument/2006/relationships/hyperlink" Target="https://charter.aswf.io" TargetMode="Externa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66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149.png"/><Relationship Id="rId4" Type="http://schemas.openxmlformats.org/officeDocument/2006/relationships/image" Target="../media/image132.pn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6.xml"/><Relationship Id="rId2" Type="http://schemas.openxmlformats.org/officeDocument/2006/relationships/notesSlide" Target="../notesSlides/notesSlide16.xml"/><Relationship Id="rId3" Type="http://schemas.openxmlformats.org/officeDocument/2006/relationships/hyperlink" Target="https://members.aswf.io" TargetMode="External"/><Relationship Id="rId4" Type="http://schemas.openxmlformats.org/officeDocument/2006/relationships/hyperlink" Target="https://openprofile.dev/" TargetMode="External"/><Relationship Id="rId5" Type="http://schemas.openxmlformats.org/officeDocument/2006/relationships/hyperlink" Target="https://members.aswf.io" TargetMode="Externa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66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153.png"/><Relationship Id="rId4" Type="http://schemas.openxmlformats.org/officeDocument/2006/relationships/image" Target="../media/image144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19.xml"/><Relationship Id="rId3" Type="http://schemas.openxmlformats.org/officeDocument/2006/relationships/hyperlink" Target="https://charter.aswf.io" TargetMode="Externa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20.xml"/><Relationship Id="rId3" Type="http://schemas.openxmlformats.org/officeDocument/2006/relationships/hyperlink" Target="https://charter.aswf.io" TargetMode="Externa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4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7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26.xml"/><Relationship Id="rId3" Type="http://schemas.openxmlformats.org/officeDocument/2006/relationships/hyperlink" Target="https://lists.aswf.io/g/board/files/Meetings" TargetMode="Externa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6.xml"/><Relationship Id="rId2" Type="http://schemas.openxmlformats.org/officeDocument/2006/relationships/notesSlide" Target="../notesSlides/notesSlide27.xml"/><Relationship Id="rId3" Type="http://schemas.openxmlformats.org/officeDocument/2006/relationships/hyperlink" Target="mailto:board@lists.aswf.io" TargetMode="External"/><Relationship Id="rId4" Type="http://schemas.openxmlformats.org/officeDocument/2006/relationships/hyperlink" Target="mailto:tac@lists.aswf.io" TargetMode="External"/><Relationship Id="rId5" Type="http://schemas.openxmlformats.org/officeDocument/2006/relationships/hyperlink" Target="mailto:budget@lists.aswf.io" TargetMode="External"/><Relationship Id="rId6" Type="http://schemas.openxmlformats.org/officeDocument/2006/relationships/hyperlink" Target="mailto:legal@lists.aswf.io" TargetMode="External"/><Relationship Id="rId7" Type="http://schemas.openxmlformats.org/officeDocument/2006/relationships/hyperlink" Target="https://slack.aswf.io" TargetMode="External"/><Relationship Id="rId8" Type="http://schemas.openxmlformats.org/officeDocument/2006/relationships/hyperlink" Target="https://members.aswf.io" TargetMode="External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4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29.xml"/><Relationship Id="rId3" Type="http://schemas.openxmlformats.org/officeDocument/2006/relationships/hyperlink" Target="https://members.aswf.io" TargetMode="Externa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4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32.xml"/><Relationship Id="rId3" Type="http://schemas.openxmlformats.org/officeDocument/2006/relationships/hyperlink" Target="https://charter.aswf.io" TargetMode="External"/><Relationship Id="rId4" Type="http://schemas.openxmlformats.org/officeDocument/2006/relationships/hyperlink" Target="https://www.linuxfoundation.org/legal/antitrust-policy" TargetMode="External"/><Relationship Id="rId5" Type="http://schemas.openxmlformats.org/officeDocument/2006/relationships/hyperlink" Target="https://github.com/AcademySoftwareFoundation/foundation" TargetMode="External"/><Relationship Id="rId6" Type="http://schemas.openxmlformats.org/officeDocument/2006/relationships/hyperlink" Target="https://github.com/AcademySoftwareFoundation/foundation/blob/main/elections.md" TargetMode="External"/><Relationship Id="rId7" Type="http://schemas.openxmlformats.org/officeDocument/2006/relationships/hyperlink" Target="https://github.com/AcademySoftwareFoundation/foundation/tree/main/project_charters" TargetMode="External"/><Relationship Id="rId8" Type="http://schemas.openxmlformats.org/officeDocument/2006/relationships/hyperlink" Target="https://landscape.aswf.io/" TargetMode="Externa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33.xml"/><Relationship Id="rId3" Type="http://schemas.openxmlformats.org/officeDocument/2006/relationships/hyperlink" Target="https://myorg.lfx.dev" TargetMode="External"/><Relationship Id="rId4" Type="http://schemas.openxmlformats.org/officeDocument/2006/relationships/hyperlink" Target="https://jira.linuxfoundation.org/plugins/servlet/desk/portal/4/create/464" TargetMode="Externa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4.xml"/><Relationship Id="rId2" Type="http://schemas.openxmlformats.org/officeDocument/2006/relationships/notesSlide" Target="../notesSlides/notesSlide34.xml"/><Relationship Id="rId3" Type="http://schemas.openxmlformats.org/officeDocument/2006/relationships/hyperlink" Target="https://members.aswf.io" TargetMode="External"/><Relationship Id="rId4" Type="http://schemas.openxmlformats.org/officeDocument/2006/relationships/image" Target="../media/image150.png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35.xml"/><Relationship Id="rId3" Type="http://schemas.openxmlformats.org/officeDocument/2006/relationships/hyperlink" Target="https://aswf.io/about/members/" TargetMode="External"/><Relationship Id="rId4" Type="http://schemas.openxmlformats.org/officeDocument/2006/relationships/hyperlink" Target="https://www.aswf.io/about/staff/" TargetMode="External"/><Relationship Id="rId5" Type="http://schemas.openxmlformats.org/officeDocument/2006/relationships/hyperlink" Target="https://www.linuxfoundation.org/about/leadership" TargetMode="External"/><Relationship Id="rId6" Type="http://schemas.openxmlformats.org/officeDocument/2006/relationships/hyperlink" Target="https://www.aswf.io/about/governing-board/" TargetMode="External"/><Relationship Id="rId7" Type="http://schemas.openxmlformats.org/officeDocument/2006/relationships/hyperlink" Target="https://www.aswf.io/about/technical-advisory-council/" TargetMode="External"/><Relationship Id="rId8" Type="http://schemas.openxmlformats.org/officeDocument/2006/relationships/hyperlink" Target="https://tac.aswf.io/engagement/#mailing-lists-and-slack-channels-for-hosted-projects" TargetMode="Externa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Relationship Id="rId3" Type="http://schemas.openxmlformats.org/officeDocument/2006/relationships/hyperlink" Target="https://members.aswf.io" TargetMode="Externa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04" name="Shape 4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05" name="Google Shape;405;p100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8560012" y="4564388"/>
            <a:ext cx="253575" cy="243825"/>
          </a:xfrm>
          <a:prstGeom prst="rect">
            <a:avLst/>
          </a:prstGeom>
          <a:noFill/>
          <a:ln>
            <a:noFill/>
          </a:ln>
        </p:spPr>
      </p:pic>
      <p:sp>
        <p:nvSpPr>
          <p:cNvPr id="406" name="Google Shape;406;p100"/>
          <p:cNvSpPr txBox="1"/>
          <p:nvPr>
            <p:ph type="title"/>
          </p:nvPr>
        </p:nvSpPr>
        <p:spPr>
          <a:xfrm>
            <a:off x="4352550" y="525788"/>
            <a:ext cx="4535400" cy="2137500"/>
          </a:xfrm>
          <a:prstGeom prst="rect">
            <a:avLst/>
          </a:prstGeom>
        </p:spPr>
        <p:txBody>
          <a:bodyPr anchorCtr="0" anchor="b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Governing Board Overview</a:t>
            </a:r>
            <a:endParaRPr/>
          </a:p>
        </p:txBody>
      </p:sp>
      <p:sp>
        <p:nvSpPr>
          <p:cNvPr id="407" name="Google Shape;407;p100"/>
          <p:cNvSpPr txBox="1"/>
          <p:nvPr>
            <p:ph idx="1" type="subTitle"/>
          </p:nvPr>
        </p:nvSpPr>
        <p:spPr>
          <a:xfrm>
            <a:off x="4352550" y="2852944"/>
            <a:ext cx="4535400" cy="695100"/>
          </a:xfrm>
          <a:prstGeom prst="rect">
            <a:avLst/>
          </a:prstGeom>
        </p:spPr>
        <p:txBody>
          <a:bodyPr anchorCtr="0" anchor="t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11" name="Shape 4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2" name="Google Shape;412;p101"/>
          <p:cNvSpPr txBox="1"/>
          <p:nvPr>
            <p:ph type="title"/>
          </p:nvPr>
        </p:nvSpPr>
        <p:spPr>
          <a:xfrm>
            <a:off x="691950" y="1627675"/>
            <a:ext cx="7886400" cy="1413300"/>
          </a:xfrm>
          <a:prstGeom prst="rect">
            <a:avLst/>
          </a:prstGeom>
        </p:spPr>
        <p:txBody>
          <a:bodyPr anchorCtr="0" anchor="b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Academy Software Foundation Overview and Governance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16" name="Shape 4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7" name="Google Shape;417;p102"/>
          <p:cNvSpPr txBox="1"/>
          <p:nvPr>
            <p:ph type="title"/>
          </p:nvPr>
        </p:nvSpPr>
        <p:spPr>
          <a:xfrm>
            <a:off x="628650" y="398531"/>
            <a:ext cx="7886700" cy="510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50" lIns="34250" spcFirstLastPara="1" rIns="34250" wrap="square" tIns="34250">
            <a:norm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300"/>
              <a:buFont typeface="Arial"/>
              <a:buNone/>
            </a:pPr>
            <a:r>
              <a:rPr lang="en" sz="2300">
                <a:solidFill>
                  <a:schemeClr val="lt1"/>
                </a:solidFill>
              </a:rPr>
              <a:t>An Open Source Foundation Developed in Partnership</a:t>
            </a:r>
            <a:endParaRPr sz="1100">
              <a:solidFill>
                <a:schemeClr val="lt1"/>
              </a:solidFill>
            </a:endParaRPr>
          </a:p>
        </p:txBody>
      </p:sp>
      <p:pic>
        <p:nvPicPr>
          <p:cNvPr descr="Google Shape;303;p2" id="418" name="Google Shape;418;p10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685900" y="2156525"/>
            <a:ext cx="1812801" cy="595975"/>
          </a:xfrm>
          <a:prstGeom prst="rect">
            <a:avLst/>
          </a:prstGeom>
          <a:noFill/>
          <a:ln>
            <a:noFill/>
          </a:ln>
          <a:effectLst>
            <a:outerShdw blurRad="228600" rotWithShape="0" dir="5400000" dist="82779">
              <a:srgbClr val="000000">
                <a:alpha val="64314"/>
              </a:srgbClr>
            </a:outerShdw>
          </a:effectLst>
        </p:spPr>
      </p:pic>
      <p:pic>
        <p:nvPicPr>
          <p:cNvPr descr="Google Shape;305;p2" id="419" name="Google Shape;419;p102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219725" y="1999550"/>
            <a:ext cx="1081376" cy="1081376"/>
          </a:xfrm>
          <a:prstGeom prst="rect">
            <a:avLst/>
          </a:prstGeom>
          <a:noFill/>
          <a:ln>
            <a:noFill/>
          </a:ln>
          <a:effectLst>
            <a:outerShdw blurRad="228600" rotWithShape="0" dir="5400000" dist="82779">
              <a:srgbClr val="000000"/>
            </a:outerShdw>
          </a:effectLst>
        </p:spPr>
      </p:pic>
      <p:sp>
        <p:nvSpPr>
          <p:cNvPr id="420" name="Google Shape;420;p102"/>
          <p:cNvSpPr txBox="1"/>
          <p:nvPr/>
        </p:nvSpPr>
        <p:spPr>
          <a:xfrm>
            <a:off x="3079114" y="1588299"/>
            <a:ext cx="3003000" cy="21468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500"/>
              <a:buFont typeface="Arial"/>
              <a:buNone/>
            </a:pPr>
            <a:r>
              <a:rPr b="0" i="0" lang="en" sz="15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Academy Software Foundation provides a neutral forum for open source software developers in the motion picture and broader media industries to share resources and collaborate on technologies for image creation, visual effects, animation and sound. </a:t>
            </a:r>
            <a:endParaRPr b="0" i="0" sz="11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mc:AlternateContent>
    <mc:Choice Requires="p14">
      <p:transition p14:dur="200">
        <p:fade/>
      </p:transition>
    </mc:Choice>
    <mc:Fallback>
      <p:transition>
        <p:fade/>
      </p:transition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24" name="Shape 4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bg_peach.png" id="425" name="Google Shape;425;p10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426" name="Google Shape;426;p103" title="Milestone Number"/>
          <p:cNvSpPr/>
          <p:nvPr/>
        </p:nvSpPr>
        <p:spPr>
          <a:xfrm>
            <a:off x="847551" y="465756"/>
            <a:ext cx="201000" cy="220800"/>
          </a:xfrm>
          <a:prstGeom prst="ellipse">
            <a:avLst/>
          </a:prstGeom>
          <a:solidFill>
            <a:schemeClr val="lt1"/>
          </a:solidFill>
          <a:ln>
            <a:noFill/>
          </a:ln>
          <a:effectLst>
            <a:outerShdw blurRad="24350" rotWithShape="0" algn="tl" dir="2700000" dist="12175">
              <a:srgbClr val="000000">
                <a:alpha val="40000"/>
              </a:srgbClr>
            </a:outerShdw>
          </a:effectLst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760" u="none" cap="none" strike="noStrike">
                <a:solidFill>
                  <a:srgbClr val="E8590E"/>
                </a:solidFill>
                <a:latin typeface="Trebuchet MS"/>
                <a:ea typeface="Trebuchet MS"/>
                <a:cs typeface="Trebuchet MS"/>
                <a:sym typeface="Trebuchet MS"/>
              </a:rPr>
              <a:t>01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27" name="Google Shape;427;p103" title="Milestone Tall Arrow"/>
          <p:cNvSpPr/>
          <p:nvPr/>
        </p:nvSpPr>
        <p:spPr>
          <a:xfrm>
            <a:off x="819241" y="326189"/>
            <a:ext cx="318000" cy="3892200"/>
          </a:xfrm>
          <a:prstGeom prst="downArrow">
            <a:avLst>
              <a:gd fmla="val 100000" name="adj1"/>
              <a:gd fmla="val 50000" name="adj2"/>
            </a:avLst>
          </a:prstGeom>
          <a:gradFill>
            <a:gsLst>
              <a:gs pos="0">
                <a:srgbClr val="E8590E"/>
              </a:gs>
              <a:gs pos="100000">
                <a:srgbClr val="F2F2F2"/>
              </a:gs>
            </a:gsLst>
            <a:lin ang="5400700" scaled="0"/>
          </a:gradFill>
          <a:ln>
            <a:noFill/>
          </a:ln>
        </p:spPr>
        <p:txBody>
          <a:bodyPr anchorCtr="0" anchor="ctr" bIns="32850" lIns="65750" spcFirstLastPara="1" rIns="65750" wrap="square" tIns="3285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FFFFFF"/>
              </a:solidFill>
              <a:latin typeface="Trebuchet MS"/>
              <a:ea typeface="Trebuchet MS"/>
              <a:cs typeface="Trebuchet MS"/>
              <a:sym typeface="Trebuchet MS"/>
            </a:endParaRPr>
          </a:p>
        </p:txBody>
      </p:sp>
      <p:sp>
        <p:nvSpPr>
          <p:cNvPr id="428" name="Google Shape;428;p103"/>
          <p:cNvSpPr txBox="1"/>
          <p:nvPr/>
        </p:nvSpPr>
        <p:spPr>
          <a:xfrm>
            <a:off x="-218114" y="299156"/>
            <a:ext cx="990300" cy="184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b="1" i="0" lang="en" sz="1330" u="none" cap="none" strike="noStrike">
                <a:solidFill>
                  <a:srgbClr val="E8590E"/>
                </a:solidFill>
                <a:latin typeface="Trebuchet MS"/>
                <a:ea typeface="Trebuchet MS"/>
                <a:cs typeface="Trebuchet MS"/>
                <a:sym typeface="Trebuchet MS"/>
              </a:rPr>
              <a:t>ASWF created</a:t>
            </a:r>
            <a:endParaRPr b="1" i="0" sz="1400" u="none" cap="none" strike="noStrike">
              <a:solidFill>
                <a:srgbClr val="FFD966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29" name="Google Shape;429;p103"/>
          <p:cNvSpPr txBox="1"/>
          <p:nvPr/>
        </p:nvSpPr>
        <p:spPr>
          <a:xfrm>
            <a:off x="-87337" y="684346"/>
            <a:ext cx="847200" cy="102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760" u="none" cap="none" strike="noStrike">
                <a:solidFill>
                  <a:srgbClr val="000000"/>
                </a:solidFill>
                <a:latin typeface="Trebuchet MS"/>
                <a:ea typeface="Trebuchet MS"/>
                <a:cs typeface="Trebuchet MS"/>
                <a:sym typeface="Trebuchet MS"/>
              </a:rPr>
              <a:t>August 10, 2018</a:t>
            </a:r>
            <a:endParaRPr b="0" i="0" sz="800" u="none" cap="none" strike="noStrike">
              <a:solidFill>
                <a:srgbClr val="FFFFFF"/>
              </a:solidFill>
              <a:latin typeface="Trebuchet MS"/>
              <a:ea typeface="Trebuchet MS"/>
              <a:cs typeface="Trebuchet MS"/>
              <a:sym typeface="Trebuchet MS"/>
            </a:endParaRPr>
          </a:p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"/>
              <a:buFont typeface="Arial"/>
              <a:buNone/>
            </a:pPr>
            <a:r>
              <a:t/>
            </a:r>
            <a:endParaRPr b="0" i="0" sz="200" u="none" cap="none" strike="noStrike">
              <a:solidFill>
                <a:srgbClr val="FFFFFF"/>
              </a:solidFill>
              <a:latin typeface="Trebuchet MS"/>
              <a:ea typeface="Trebuchet MS"/>
              <a:cs typeface="Trebuchet MS"/>
              <a:sym typeface="Trebuchet MS"/>
            </a:endParaRPr>
          </a:p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1" lang="en" sz="570" u="none" cap="none" strike="noStrike">
                <a:solidFill>
                  <a:srgbClr val="000000"/>
                </a:solidFill>
                <a:latin typeface="Trebuchet MS"/>
                <a:ea typeface="Trebuchet MS"/>
                <a:cs typeface="Trebuchet MS"/>
                <a:sym typeface="Trebuchet MS"/>
              </a:rPr>
              <a:t>Founding members:</a:t>
            </a:r>
            <a:endParaRPr b="0" i="1" sz="600" u="none" cap="none" strike="noStrike">
              <a:solidFill>
                <a:srgbClr val="FFFFFF"/>
              </a:solidFill>
              <a:latin typeface="Trebuchet MS"/>
              <a:ea typeface="Trebuchet MS"/>
              <a:cs typeface="Trebuchet MS"/>
              <a:sym typeface="Trebuchet MS"/>
            </a:endParaRPr>
          </a:p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"/>
              <a:buFont typeface="Arial"/>
              <a:buNone/>
            </a:pPr>
            <a:r>
              <a:t/>
            </a:r>
            <a:endParaRPr b="0" i="0" sz="200" u="none" cap="none" strike="noStrike">
              <a:solidFill>
                <a:srgbClr val="FFFFFF"/>
              </a:solidFill>
              <a:latin typeface="Trebuchet MS"/>
              <a:ea typeface="Trebuchet MS"/>
              <a:cs typeface="Trebuchet MS"/>
              <a:sym typeface="Trebuchet MS"/>
            </a:endParaRPr>
          </a:p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760" u="none" cap="none" strike="noStrike">
                <a:solidFill>
                  <a:srgbClr val="000000"/>
                </a:solidFill>
                <a:latin typeface="Trebuchet MS"/>
                <a:ea typeface="Trebuchet MS"/>
                <a:cs typeface="Trebuchet MS"/>
                <a:sym typeface="Trebuchet MS"/>
              </a:rPr>
              <a:t>Animal Logic</a:t>
            </a:r>
            <a:endParaRPr b="0" i="0" sz="800" u="none" cap="none" strike="noStrike">
              <a:solidFill>
                <a:srgbClr val="FFFFFF"/>
              </a:solidFill>
              <a:latin typeface="Trebuchet MS"/>
              <a:ea typeface="Trebuchet MS"/>
              <a:cs typeface="Trebuchet MS"/>
              <a:sym typeface="Trebuchet MS"/>
            </a:endParaRPr>
          </a:p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760" u="none" cap="none" strike="noStrike">
                <a:solidFill>
                  <a:srgbClr val="000000"/>
                </a:solidFill>
                <a:latin typeface="Trebuchet MS"/>
                <a:ea typeface="Trebuchet MS"/>
                <a:cs typeface="Trebuchet MS"/>
                <a:sym typeface="Trebuchet MS"/>
              </a:rPr>
              <a:t>Autodesk</a:t>
            </a:r>
            <a:endParaRPr b="0" i="0" sz="800" u="none" cap="none" strike="noStrike">
              <a:solidFill>
                <a:srgbClr val="FFFFFF"/>
              </a:solidFill>
              <a:latin typeface="Trebuchet MS"/>
              <a:ea typeface="Trebuchet MS"/>
              <a:cs typeface="Trebuchet MS"/>
              <a:sym typeface="Trebuchet MS"/>
            </a:endParaRPr>
          </a:p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760" u="none" cap="none" strike="noStrike">
                <a:solidFill>
                  <a:srgbClr val="000000"/>
                </a:solidFill>
                <a:latin typeface="Trebuchet MS"/>
                <a:ea typeface="Trebuchet MS"/>
                <a:cs typeface="Trebuchet MS"/>
                <a:sym typeface="Trebuchet MS"/>
              </a:rPr>
              <a:t>Blue Sky Studios</a:t>
            </a:r>
            <a:endParaRPr b="0" i="0" sz="800" u="none" cap="none" strike="noStrike">
              <a:solidFill>
                <a:srgbClr val="FFFFFF"/>
              </a:solidFill>
              <a:latin typeface="Trebuchet MS"/>
              <a:ea typeface="Trebuchet MS"/>
              <a:cs typeface="Trebuchet MS"/>
              <a:sym typeface="Trebuchet MS"/>
            </a:endParaRPr>
          </a:p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760" u="none" cap="none" strike="noStrike">
                <a:solidFill>
                  <a:srgbClr val="000000"/>
                </a:solidFill>
                <a:latin typeface="Trebuchet MS"/>
                <a:ea typeface="Trebuchet MS"/>
                <a:cs typeface="Trebuchet MS"/>
                <a:sym typeface="Trebuchet MS"/>
              </a:rPr>
              <a:t>Cisco</a:t>
            </a:r>
            <a:endParaRPr b="0" i="0" sz="800" u="none" cap="none" strike="noStrike">
              <a:solidFill>
                <a:srgbClr val="FFFFFF"/>
              </a:solidFill>
              <a:latin typeface="Trebuchet MS"/>
              <a:ea typeface="Trebuchet MS"/>
              <a:cs typeface="Trebuchet MS"/>
              <a:sym typeface="Trebuchet MS"/>
            </a:endParaRPr>
          </a:p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760" u="none" cap="none" strike="noStrike">
                <a:solidFill>
                  <a:srgbClr val="000000"/>
                </a:solidFill>
                <a:latin typeface="Trebuchet MS"/>
                <a:ea typeface="Trebuchet MS"/>
                <a:cs typeface="Trebuchet MS"/>
                <a:sym typeface="Trebuchet MS"/>
              </a:rPr>
              <a:t>DNEG</a:t>
            </a:r>
            <a:endParaRPr b="0" i="0" sz="800" u="none" cap="none" strike="noStrike">
              <a:solidFill>
                <a:srgbClr val="FFFFFF"/>
              </a:solidFill>
              <a:latin typeface="Trebuchet MS"/>
              <a:ea typeface="Trebuchet MS"/>
              <a:cs typeface="Trebuchet MS"/>
              <a:sym typeface="Trebuchet MS"/>
            </a:endParaRPr>
          </a:p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760" u="none" cap="none" strike="noStrike">
                <a:solidFill>
                  <a:srgbClr val="000000"/>
                </a:solidFill>
                <a:latin typeface="Trebuchet MS"/>
                <a:ea typeface="Trebuchet MS"/>
                <a:cs typeface="Trebuchet MS"/>
                <a:sym typeface="Trebuchet MS"/>
              </a:rPr>
              <a:t>DreamWorks Animation</a:t>
            </a:r>
            <a:endParaRPr b="0" i="0" sz="800" u="none" cap="none" strike="noStrike">
              <a:solidFill>
                <a:srgbClr val="FFFFFF"/>
              </a:solidFill>
              <a:latin typeface="Trebuchet MS"/>
              <a:ea typeface="Trebuchet MS"/>
              <a:cs typeface="Trebuchet MS"/>
              <a:sym typeface="Trebuchet MS"/>
            </a:endParaRPr>
          </a:p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760" u="none" cap="none" strike="noStrike">
                <a:solidFill>
                  <a:srgbClr val="000000"/>
                </a:solidFill>
                <a:latin typeface="Trebuchet MS"/>
                <a:ea typeface="Trebuchet MS"/>
                <a:cs typeface="Trebuchet MS"/>
                <a:sym typeface="Trebuchet MS"/>
              </a:rPr>
              <a:t>Epic Games</a:t>
            </a:r>
            <a:endParaRPr b="0" i="0" sz="800" u="none" cap="none" strike="noStrike">
              <a:solidFill>
                <a:srgbClr val="FFFFFF"/>
              </a:solidFill>
              <a:latin typeface="Trebuchet MS"/>
              <a:ea typeface="Trebuchet MS"/>
              <a:cs typeface="Trebuchet MS"/>
              <a:sym typeface="Trebuchet MS"/>
            </a:endParaRPr>
          </a:p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760" u="none" cap="none" strike="noStrike">
                <a:solidFill>
                  <a:srgbClr val="000000"/>
                </a:solidFill>
                <a:latin typeface="Trebuchet MS"/>
                <a:ea typeface="Trebuchet MS"/>
                <a:cs typeface="Trebuchet MS"/>
                <a:sym typeface="Trebuchet MS"/>
              </a:rPr>
              <a:t>Foundry</a:t>
            </a:r>
            <a:endParaRPr b="0" i="0" sz="800" u="none" cap="none" strike="noStrike">
              <a:solidFill>
                <a:srgbClr val="FFFFFF"/>
              </a:solidFill>
              <a:latin typeface="Trebuchet MS"/>
              <a:ea typeface="Trebuchet MS"/>
              <a:cs typeface="Trebuchet MS"/>
              <a:sym typeface="Trebuchet MS"/>
            </a:endParaRPr>
          </a:p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760" u="none" cap="none" strike="noStrike">
                <a:solidFill>
                  <a:srgbClr val="000000"/>
                </a:solidFill>
                <a:latin typeface="Trebuchet MS"/>
                <a:ea typeface="Trebuchet MS"/>
                <a:cs typeface="Trebuchet MS"/>
                <a:sym typeface="Trebuchet MS"/>
              </a:rPr>
              <a:t>Google Cloud</a:t>
            </a:r>
            <a:endParaRPr b="0" i="0" sz="800" u="none" cap="none" strike="noStrike">
              <a:solidFill>
                <a:srgbClr val="FFFFFF"/>
              </a:solidFill>
              <a:latin typeface="Trebuchet MS"/>
              <a:ea typeface="Trebuchet MS"/>
              <a:cs typeface="Trebuchet MS"/>
              <a:sym typeface="Trebuchet MS"/>
            </a:endParaRPr>
          </a:p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760" u="none" cap="none" strike="noStrike">
                <a:solidFill>
                  <a:srgbClr val="000000"/>
                </a:solidFill>
                <a:latin typeface="Trebuchet MS"/>
                <a:ea typeface="Trebuchet MS"/>
                <a:cs typeface="Trebuchet MS"/>
                <a:sym typeface="Trebuchet MS"/>
              </a:rPr>
              <a:t>Intel</a:t>
            </a:r>
            <a:endParaRPr b="0" i="0" sz="800" u="none" cap="none" strike="noStrike">
              <a:solidFill>
                <a:srgbClr val="FFFFFF"/>
              </a:solidFill>
              <a:latin typeface="Trebuchet MS"/>
              <a:ea typeface="Trebuchet MS"/>
              <a:cs typeface="Trebuchet MS"/>
              <a:sym typeface="Trebuchet MS"/>
            </a:endParaRPr>
          </a:p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760" u="none" cap="none" strike="noStrike">
                <a:solidFill>
                  <a:srgbClr val="000000"/>
                </a:solidFill>
                <a:latin typeface="Trebuchet MS"/>
                <a:ea typeface="Trebuchet MS"/>
                <a:cs typeface="Trebuchet MS"/>
                <a:sym typeface="Trebuchet MS"/>
              </a:rPr>
              <a:t>SideFX</a:t>
            </a:r>
            <a:endParaRPr b="0" i="0" sz="800" u="none" cap="none" strike="noStrike">
              <a:solidFill>
                <a:srgbClr val="FFFFFF"/>
              </a:solidFill>
              <a:latin typeface="Trebuchet MS"/>
              <a:ea typeface="Trebuchet MS"/>
              <a:cs typeface="Trebuchet MS"/>
              <a:sym typeface="Trebuchet MS"/>
            </a:endParaRPr>
          </a:p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760" u="none" cap="none" strike="noStrike">
                <a:solidFill>
                  <a:srgbClr val="000000"/>
                </a:solidFill>
                <a:latin typeface="Trebuchet MS"/>
                <a:ea typeface="Trebuchet MS"/>
                <a:cs typeface="Trebuchet MS"/>
                <a:sym typeface="Trebuchet MS"/>
              </a:rPr>
              <a:t>The Walt Disney Studios</a:t>
            </a:r>
            <a:endParaRPr b="0" i="0" sz="800" u="none" cap="none" strike="noStrike">
              <a:solidFill>
                <a:srgbClr val="FFFFFF"/>
              </a:solidFill>
              <a:latin typeface="Trebuchet MS"/>
              <a:ea typeface="Trebuchet MS"/>
              <a:cs typeface="Trebuchet MS"/>
              <a:sym typeface="Trebuchet MS"/>
            </a:endParaRPr>
          </a:p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760" u="none" cap="none" strike="noStrike">
                <a:solidFill>
                  <a:srgbClr val="000000"/>
                </a:solidFill>
                <a:latin typeface="Trebuchet MS"/>
                <a:ea typeface="Trebuchet MS"/>
                <a:cs typeface="Trebuchet MS"/>
                <a:sym typeface="Trebuchet MS"/>
              </a:rPr>
              <a:t>Weta Digital</a:t>
            </a:r>
            <a:endParaRPr b="0" i="0" sz="800" u="none" cap="none" strike="noStrike">
              <a:solidFill>
                <a:srgbClr val="FFFFFF"/>
              </a:solidFill>
              <a:latin typeface="Trebuchet MS"/>
              <a:ea typeface="Trebuchet MS"/>
              <a:cs typeface="Trebuchet MS"/>
              <a:sym typeface="Trebuchet MS"/>
            </a:endParaRPr>
          </a:p>
        </p:txBody>
      </p:sp>
      <p:sp>
        <p:nvSpPr>
          <p:cNvPr id="430" name="Google Shape;430;p103" title="Milestone Arrow"/>
          <p:cNvSpPr/>
          <p:nvPr/>
        </p:nvSpPr>
        <p:spPr>
          <a:xfrm>
            <a:off x="1195527" y="2121073"/>
            <a:ext cx="297600" cy="2088600"/>
          </a:xfrm>
          <a:prstGeom prst="downArrow">
            <a:avLst>
              <a:gd fmla="val 100000" name="adj1"/>
              <a:gd fmla="val 50000" name="adj2"/>
            </a:avLst>
          </a:prstGeom>
          <a:gradFill>
            <a:gsLst>
              <a:gs pos="0">
                <a:srgbClr val="E8590E"/>
              </a:gs>
              <a:gs pos="100000">
                <a:srgbClr val="F2F2F2"/>
              </a:gs>
            </a:gsLst>
            <a:lin ang="5400700" scaled="0"/>
          </a:gradFill>
          <a:ln>
            <a:noFill/>
          </a:ln>
        </p:spPr>
        <p:txBody>
          <a:bodyPr anchorCtr="0" anchor="ctr" bIns="43800" lIns="87650" spcFirstLastPara="1" rIns="87650" wrap="square" tIns="438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FFFFFF"/>
              </a:solidFill>
              <a:latin typeface="Trebuchet MS"/>
              <a:ea typeface="Trebuchet MS"/>
              <a:cs typeface="Trebuchet MS"/>
              <a:sym typeface="Trebuchet MS"/>
            </a:endParaRPr>
          </a:p>
        </p:txBody>
      </p:sp>
      <p:sp>
        <p:nvSpPr>
          <p:cNvPr id="431" name="Google Shape;431;p103" title="Milestone Number"/>
          <p:cNvSpPr/>
          <p:nvPr/>
        </p:nvSpPr>
        <p:spPr>
          <a:xfrm>
            <a:off x="1250382" y="2228060"/>
            <a:ext cx="187800" cy="197700"/>
          </a:xfrm>
          <a:prstGeom prst="ellipse">
            <a:avLst/>
          </a:prstGeom>
          <a:solidFill>
            <a:schemeClr val="lt1"/>
          </a:solidFill>
          <a:ln>
            <a:noFill/>
          </a:ln>
          <a:effectLst>
            <a:outerShdw blurRad="24350" rotWithShape="0" algn="tl" dir="2700000" dist="12175">
              <a:srgbClr val="000000">
                <a:alpha val="40000"/>
              </a:srgbClr>
            </a:outerShdw>
          </a:effectLst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760" u="none" cap="none" strike="noStrike">
                <a:solidFill>
                  <a:srgbClr val="E8590E"/>
                </a:solidFill>
                <a:latin typeface="Trebuchet MS"/>
                <a:ea typeface="Trebuchet MS"/>
                <a:cs typeface="Trebuchet MS"/>
                <a:sym typeface="Trebuchet MS"/>
              </a:rPr>
              <a:t>02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grpSp>
        <p:nvGrpSpPr>
          <p:cNvPr id="432" name="Google Shape;432;p103" title="Milestone Text"/>
          <p:cNvGrpSpPr/>
          <p:nvPr/>
        </p:nvGrpSpPr>
        <p:grpSpPr>
          <a:xfrm>
            <a:off x="1202538" y="602669"/>
            <a:ext cx="1087060" cy="502521"/>
            <a:chOff x="2084853" y="-1437412"/>
            <a:chExt cx="1718400" cy="754650"/>
          </a:xfrm>
        </p:grpSpPr>
        <p:sp>
          <p:nvSpPr>
            <p:cNvPr id="433" name="Google Shape;433;p103"/>
            <p:cNvSpPr txBox="1"/>
            <p:nvPr/>
          </p:nvSpPr>
          <p:spPr>
            <a:xfrm>
              <a:off x="2084853" y="-1437412"/>
              <a:ext cx="1099800" cy="5571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200"/>
                <a:buFont typeface="Arial"/>
                <a:buNone/>
              </a:pPr>
              <a:r>
                <a:rPr b="0" i="0" lang="en" sz="11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First project</a:t>
              </a:r>
              <a:endParaRPr b="0" i="0" sz="1100" u="none" cap="none" strike="noStrike">
                <a:solidFill>
                  <a:srgbClr val="FFD966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34" name="Google Shape;434;p103"/>
            <p:cNvSpPr txBox="1"/>
            <p:nvPr/>
          </p:nvSpPr>
          <p:spPr>
            <a:xfrm>
              <a:off x="2084853" y="-836662"/>
              <a:ext cx="1718400" cy="1539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October 23,2018</a:t>
              </a:r>
              <a:endParaRPr b="0" i="0" sz="800" u="none" cap="none" strike="noStrike">
                <a:solidFill>
                  <a:srgbClr val="FFD966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00"/>
                <a:buFont typeface="Arial"/>
                <a:buNone/>
              </a:pPr>
              <a:r>
                <a:t/>
              </a:r>
              <a:endParaRPr b="0" i="0" sz="200" u="none" cap="none" strike="noStrike">
                <a:solidFill>
                  <a:srgbClr val="B49823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1" i="0" lang="en" sz="800" u="none" cap="none" strike="noStrike">
                  <a:solidFill>
                    <a:srgbClr val="E8590E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OpenVDB</a:t>
              </a:r>
              <a:endParaRPr b="1" i="0" sz="800" u="none" cap="none" strike="noStrike">
                <a:solidFill>
                  <a:srgbClr val="C3602C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00"/>
                <a:buFont typeface="Arial"/>
                <a:buNone/>
              </a:pPr>
              <a:r>
                <a:t/>
              </a:r>
              <a:endParaRPr b="0" i="0" sz="200" u="none" cap="none" strike="noStrike">
                <a:solidFill>
                  <a:schemeClr val="lt1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1" lang="en" sz="8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New members:</a:t>
              </a:r>
              <a:endParaRPr b="0" i="1" sz="800" u="none" cap="none" strike="noStrike">
                <a:solidFill>
                  <a:schemeClr val="lt1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00"/>
                <a:buFont typeface="Arial"/>
                <a:buNone/>
              </a:pPr>
              <a:r>
                <a:t/>
              </a:r>
              <a:endParaRPr b="0" i="0" sz="200" u="none" cap="none" strike="noStrike">
                <a:solidFill>
                  <a:schemeClr val="lt1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Sony Pictures Entertainment</a:t>
              </a:r>
              <a:endParaRPr b="0" i="0" sz="800" u="none" cap="none" strike="noStrike">
                <a:solidFill>
                  <a:schemeClr val="lt1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Warner Bros.</a:t>
              </a:r>
              <a:endParaRPr b="0" i="0" sz="800" u="none" cap="none" strike="noStrike">
                <a:solidFill>
                  <a:schemeClr val="lt1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Blender Foundation</a:t>
              </a:r>
              <a:endParaRPr b="0" i="0" sz="800" u="none" cap="none" strike="noStrike">
                <a:solidFill>
                  <a:schemeClr val="lt1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Visual Effects Society</a:t>
              </a:r>
              <a:endParaRPr b="0" i="0" sz="800" u="none" cap="none" strike="noStrike">
                <a:solidFill>
                  <a:schemeClr val="lt1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</p:txBody>
        </p:sp>
      </p:grpSp>
      <p:grpSp>
        <p:nvGrpSpPr>
          <p:cNvPr id="435" name="Google Shape;435;p103" title="Milestone 4"/>
          <p:cNvGrpSpPr/>
          <p:nvPr/>
        </p:nvGrpSpPr>
        <p:grpSpPr>
          <a:xfrm>
            <a:off x="1898261" y="2509564"/>
            <a:ext cx="975816" cy="1705269"/>
            <a:chOff x="5194569" y="2879132"/>
            <a:chExt cx="1542548" cy="2560848"/>
          </a:xfrm>
        </p:grpSpPr>
        <p:sp>
          <p:nvSpPr>
            <p:cNvPr id="436" name="Google Shape;436;p103" title="Milestone Arrow"/>
            <p:cNvSpPr/>
            <p:nvPr/>
          </p:nvSpPr>
          <p:spPr>
            <a:xfrm>
              <a:off x="5231026" y="4074980"/>
              <a:ext cx="470400" cy="1365000"/>
            </a:xfrm>
            <a:prstGeom prst="downArrow">
              <a:avLst>
                <a:gd fmla="val 100000" name="adj1"/>
                <a:gd fmla="val 50000" name="adj2"/>
              </a:avLst>
            </a:prstGeom>
            <a:gradFill>
              <a:gsLst>
                <a:gs pos="0">
                  <a:srgbClr val="E8590E"/>
                </a:gs>
                <a:gs pos="100000">
                  <a:srgbClr val="F2F2F2"/>
                </a:gs>
              </a:gsLst>
              <a:lin ang="5400700" scaled="0"/>
            </a:gradFill>
            <a:ln>
              <a:noFill/>
            </a:ln>
          </p:spPr>
          <p:txBody>
            <a:bodyPr anchorCtr="0" anchor="ctr" bIns="43800" lIns="87650" spcFirstLastPara="1" rIns="87650" wrap="square" tIns="4380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FFFFFF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</p:txBody>
        </p:sp>
        <p:sp>
          <p:nvSpPr>
            <p:cNvPr id="437" name="Google Shape;437;p103" title="Milestone Number"/>
            <p:cNvSpPr/>
            <p:nvPr/>
          </p:nvSpPr>
          <p:spPr>
            <a:xfrm>
              <a:off x="5317741" y="4203577"/>
              <a:ext cx="297000" cy="2970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  <a:effectLst>
              <a:outerShdw blurRad="24350" rotWithShape="0" algn="tl" dir="2700000" dist="12175">
                <a:srgbClr val="000000">
                  <a:alpha val="40000"/>
                </a:srgbClr>
              </a:outerShdw>
            </a:effectLst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E8590E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04</a:t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grpSp>
          <p:nvGrpSpPr>
            <p:cNvPr id="438" name="Google Shape;438;p103" title="Milestone Text"/>
            <p:cNvGrpSpPr/>
            <p:nvPr/>
          </p:nvGrpSpPr>
          <p:grpSpPr>
            <a:xfrm>
              <a:off x="5194569" y="2879132"/>
              <a:ext cx="1542548" cy="559915"/>
              <a:chOff x="1900453" y="1419541"/>
              <a:chExt cx="1542548" cy="559915"/>
            </a:xfrm>
          </p:grpSpPr>
          <p:sp>
            <p:nvSpPr>
              <p:cNvPr id="439" name="Google Shape;439;p103"/>
              <p:cNvSpPr txBox="1"/>
              <p:nvPr/>
            </p:nvSpPr>
            <p:spPr>
              <a:xfrm>
                <a:off x="2097501" y="1702556"/>
                <a:ext cx="1345500" cy="2769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9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200"/>
                  <a:buFont typeface="Arial"/>
                  <a:buNone/>
                </a:pPr>
                <a:r>
                  <a:t/>
                </a:r>
                <a:endParaRPr b="0" i="0" sz="1200" u="none" cap="none" strike="noStrik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440" name="Google Shape;440;p103"/>
              <p:cNvSpPr txBox="1"/>
              <p:nvPr/>
            </p:nvSpPr>
            <p:spPr>
              <a:xfrm>
                <a:off x="1900467" y="1419541"/>
                <a:ext cx="1294800" cy="1539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6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May 1 2019</a:t>
                </a:r>
                <a:endParaRPr b="0" i="0" sz="600" u="none" cap="none" strike="noStrike">
                  <a:solidFill>
                    <a:srgbClr val="FFD966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t/>
                </a:r>
                <a:endParaRPr b="0" i="0" sz="600" u="none" cap="none" strike="noStrike">
                  <a:solidFill>
                    <a:srgbClr val="00B0F0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</p:txBody>
          </p:sp>
          <p:sp>
            <p:nvSpPr>
              <p:cNvPr id="441" name="Google Shape;441;p103"/>
              <p:cNvSpPr txBox="1"/>
              <p:nvPr/>
            </p:nvSpPr>
            <p:spPr>
              <a:xfrm>
                <a:off x="1900453" y="1619351"/>
                <a:ext cx="1294800" cy="2358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1" i="0" lang="en" sz="600" u="none" cap="none" strike="noStrike">
                    <a:solidFill>
                      <a:srgbClr val="E8590E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OpenEXR</a:t>
                </a:r>
                <a:endParaRPr b="1" i="0" sz="600" u="none" cap="none" strike="noStrike">
                  <a:solidFill>
                    <a:srgbClr val="C3602C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1" i="0" lang="en" sz="600" u="none" cap="none" strike="noStrike">
                    <a:solidFill>
                      <a:srgbClr val="E8590E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OpenCue</a:t>
                </a:r>
                <a:endParaRPr b="1" i="0" sz="600" u="none" cap="none" strike="noStrike">
                  <a:solidFill>
                    <a:srgbClr val="C3602C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200"/>
                  <a:buFont typeface="Arial"/>
                  <a:buNone/>
                </a:pPr>
                <a:r>
                  <a:t/>
                </a:r>
                <a:endParaRPr b="0" i="0" sz="200" u="none" cap="none" strike="noStrike">
                  <a:solidFill>
                    <a:srgbClr val="B49823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7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NVIDIA</a:t>
                </a:r>
                <a:endParaRPr b="0" i="0" sz="700" u="none" cap="none" strike="noStrike">
                  <a:solidFill>
                    <a:schemeClr val="lt1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7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ftrack</a:t>
                </a:r>
                <a:endParaRPr b="0" i="0" sz="700" u="none" cap="none" strike="noStrike">
                  <a:solidFill>
                    <a:schemeClr val="lt1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7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Red Hat</a:t>
                </a:r>
                <a:endParaRPr b="0" i="0" sz="700" u="none" cap="none" strike="noStrike">
                  <a:solidFill>
                    <a:schemeClr val="lt1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</p:txBody>
          </p:sp>
        </p:grpSp>
      </p:grpSp>
      <p:grpSp>
        <p:nvGrpSpPr>
          <p:cNvPr id="442" name="Google Shape;442;p103" title="Milestone 3"/>
          <p:cNvGrpSpPr/>
          <p:nvPr/>
        </p:nvGrpSpPr>
        <p:grpSpPr>
          <a:xfrm>
            <a:off x="1553785" y="2150131"/>
            <a:ext cx="1087197" cy="2048065"/>
            <a:chOff x="3350604" y="2363462"/>
            <a:chExt cx="1718617" cy="3075635"/>
          </a:xfrm>
        </p:grpSpPr>
        <p:sp>
          <p:nvSpPr>
            <p:cNvPr id="443" name="Google Shape;443;p103" title="Milestone Arrow"/>
            <p:cNvSpPr/>
            <p:nvPr/>
          </p:nvSpPr>
          <p:spPr>
            <a:xfrm>
              <a:off x="3350604" y="2911597"/>
              <a:ext cx="470400" cy="2527500"/>
            </a:xfrm>
            <a:prstGeom prst="downArrow">
              <a:avLst>
                <a:gd fmla="val 100000" name="adj1"/>
                <a:gd fmla="val 50000" name="adj2"/>
              </a:avLst>
            </a:prstGeom>
            <a:gradFill>
              <a:gsLst>
                <a:gs pos="0">
                  <a:srgbClr val="E8590E"/>
                </a:gs>
                <a:gs pos="100000">
                  <a:srgbClr val="F2F2F2"/>
                </a:gs>
              </a:gsLst>
              <a:lin ang="5400700" scaled="0"/>
            </a:gradFill>
            <a:ln>
              <a:noFill/>
            </a:ln>
          </p:spPr>
          <p:txBody>
            <a:bodyPr anchorCtr="0" anchor="ctr" bIns="43800" lIns="87650" spcFirstLastPara="1" rIns="87650" wrap="square" tIns="4380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FFFFFF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</p:txBody>
        </p:sp>
        <p:sp>
          <p:nvSpPr>
            <p:cNvPr id="444" name="Google Shape;444;p103" title="Milestone Number"/>
            <p:cNvSpPr/>
            <p:nvPr/>
          </p:nvSpPr>
          <p:spPr>
            <a:xfrm>
              <a:off x="3442121" y="3049950"/>
              <a:ext cx="297000" cy="2970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  <a:effectLst>
              <a:outerShdw blurRad="24350" rotWithShape="0" algn="tl" dir="2700000" dist="12175">
                <a:srgbClr val="000000">
                  <a:alpha val="40000"/>
                </a:srgbClr>
              </a:outerShdw>
            </a:effectLst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E8590E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03</a:t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45" name="Google Shape;445;p103"/>
            <p:cNvSpPr txBox="1"/>
            <p:nvPr/>
          </p:nvSpPr>
          <p:spPr>
            <a:xfrm>
              <a:off x="3350821" y="2363462"/>
              <a:ext cx="1718400" cy="1539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Feb 8, 2019</a:t>
              </a:r>
              <a:endParaRPr b="0" i="0" sz="800" u="none" cap="none" strike="noStrike">
                <a:solidFill>
                  <a:srgbClr val="FFD966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00"/>
                <a:buFont typeface="Arial"/>
                <a:buNone/>
              </a:pPr>
              <a:r>
                <a:t/>
              </a:r>
              <a:endParaRPr b="0" i="0" sz="200" u="none" cap="none" strike="noStrike">
                <a:solidFill>
                  <a:srgbClr val="B49823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1" i="0" lang="en" sz="800" u="none" cap="none" strike="noStrike">
                  <a:solidFill>
                    <a:srgbClr val="E8590E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OpenColorIO</a:t>
              </a:r>
              <a:endParaRPr b="1" i="0" sz="800" u="none" cap="none" strike="noStrike">
                <a:solidFill>
                  <a:srgbClr val="C3602C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00"/>
                <a:buFont typeface="Arial"/>
                <a:buNone/>
              </a:pPr>
              <a:r>
                <a:t/>
              </a:r>
              <a:endParaRPr b="0" i="0" sz="200" u="none" cap="none" strike="noStrike">
                <a:solidFill>
                  <a:srgbClr val="B49823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t/>
              </a:r>
              <a:endParaRPr b="0" i="0" sz="800" u="none" cap="none" strike="noStrike">
                <a:solidFill>
                  <a:srgbClr val="B49823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</p:txBody>
        </p:sp>
      </p:grpSp>
      <p:grpSp>
        <p:nvGrpSpPr>
          <p:cNvPr id="446" name="Google Shape;446;p103" title="Milestone 3"/>
          <p:cNvGrpSpPr/>
          <p:nvPr/>
        </p:nvGrpSpPr>
        <p:grpSpPr>
          <a:xfrm>
            <a:off x="2282587" y="615700"/>
            <a:ext cx="1088144" cy="3594367"/>
            <a:chOff x="3222037" y="41689"/>
            <a:chExt cx="1720114" cy="5397758"/>
          </a:xfrm>
        </p:grpSpPr>
        <p:sp>
          <p:nvSpPr>
            <p:cNvPr id="447" name="Google Shape;447;p103" title="Milestone Arrow"/>
            <p:cNvSpPr/>
            <p:nvPr/>
          </p:nvSpPr>
          <p:spPr>
            <a:xfrm>
              <a:off x="3222037" y="1923747"/>
              <a:ext cx="470400" cy="3515700"/>
            </a:xfrm>
            <a:prstGeom prst="downArrow">
              <a:avLst>
                <a:gd fmla="val 100000" name="adj1"/>
                <a:gd fmla="val 50000" name="adj2"/>
              </a:avLst>
            </a:prstGeom>
            <a:gradFill>
              <a:gsLst>
                <a:gs pos="0">
                  <a:srgbClr val="E8590E"/>
                </a:gs>
                <a:gs pos="100000">
                  <a:srgbClr val="F2F2F2"/>
                </a:gs>
              </a:gsLst>
              <a:lin ang="5400700" scaled="0"/>
            </a:gradFill>
            <a:ln>
              <a:noFill/>
            </a:ln>
          </p:spPr>
          <p:txBody>
            <a:bodyPr anchorCtr="0" anchor="ctr" bIns="43800" lIns="87650" spcFirstLastPara="1" rIns="87650" wrap="square" tIns="4380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FFFFFF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</p:txBody>
        </p:sp>
        <p:sp>
          <p:nvSpPr>
            <p:cNvPr id="448" name="Google Shape;448;p103" title="Milestone Number"/>
            <p:cNvSpPr/>
            <p:nvPr/>
          </p:nvSpPr>
          <p:spPr>
            <a:xfrm>
              <a:off x="3308744" y="2078215"/>
              <a:ext cx="297000" cy="2970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  <a:effectLst>
              <a:outerShdw blurRad="24350" rotWithShape="0" algn="tl" dir="2700000" dist="12175">
                <a:srgbClr val="000000">
                  <a:alpha val="40000"/>
                </a:srgbClr>
              </a:outerShdw>
            </a:effectLst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E8590E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05</a:t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grpSp>
          <p:nvGrpSpPr>
            <p:cNvPr id="449" name="Google Shape;449;p103" title="Milestone Text"/>
            <p:cNvGrpSpPr/>
            <p:nvPr/>
          </p:nvGrpSpPr>
          <p:grpSpPr>
            <a:xfrm>
              <a:off x="3223751" y="41689"/>
              <a:ext cx="1718400" cy="777640"/>
              <a:chOff x="1884312" y="-1417902"/>
              <a:chExt cx="1718400" cy="777640"/>
            </a:xfrm>
          </p:grpSpPr>
          <p:sp>
            <p:nvSpPr>
              <p:cNvPr id="450" name="Google Shape;450;p103"/>
              <p:cNvSpPr txBox="1"/>
              <p:nvPr/>
            </p:nvSpPr>
            <p:spPr>
              <a:xfrm>
                <a:off x="1884312" y="-1417902"/>
                <a:ext cx="1609200" cy="5571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200"/>
                  <a:buFont typeface="Arial"/>
                  <a:buNone/>
                </a:pPr>
                <a:r>
                  <a:rPr b="0" i="0" lang="en" sz="11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Open Source </a:t>
                </a:r>
                <a:endParaRPr b="0" i="0" sz="1100" u="none" cap="none" strike="noStrike">
                  <a:solidFill>
                    <a:srgbClr val="FFD966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200"/>
                  <a:buFont typeface="Arial"/>
                  <a:buNone/>
                </a:pPr>
                <a:r>
                  <a:rPr b="0" i="0" lang="en" sz="11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Day 2019</a:t>
                </a:r>
                <a:endParaRPr b="0" i="0" sz="1100" u="none" cap="none" strike="noStrike">
                  <a:solidFill>
                    <a:srgbClr val="FFD966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451" name="Google Shape;451;p103"/>
              <p:cNvSpPr txBox="1"/>
              <p:nvPr/>
            </p:nvSpPr>
            <p:spPr>
              <a:xfrm>
                <a:off x="1884312" y="-794162"/>
                <a:ext cx="1718400" cy="1539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July 29, 2019</a:t>
                </a:r>
                <a:endParaRPr b="0" i="0" sz="800" u="none" cap="none" strike="noStrike">
                  <a:solidFill>
                    <a:srgbClr val="FFD966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200"/>
                  <a:buFont typeface="Arial"/>
                  <a:buNone/>
                </a:pPr>
                <a:r>
                  <a:t/>
                </a:r>
                <a:endParaRPr b="0" i="0" sz="200" u="none" cap="none" strike="noStrike">
                  <a:solidFill>
                    <a:srgbClr val="4EB7C5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1" i="0" lang="en" sz="800" u="none" cap="none" strike="noStrike">
                    <a:solidFill>
                      <a:srgbClr val="E8590E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OpenTimelineIO</a:t>
                </a:r>
                <a:endParaRPr b="1" i="0" sz="800" u="none" cap="none" strike="noStrike">
                  <a:solidFill>
                    <a:srgbClr val="C3602C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200"/>
                  <a:buFont typeface="Arial"/>
                  <a:buNone/>
                </a:pPr>
                <a:r>
                  <a:t/>
                </a:r>
                <a:endParaRPr b="0" i="0" sz="200" u="none" cap="none" strike="noStrike">
                  <a:solidFill>
                    <a:srgbClr val="C3602C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Netflix</a:t>
                </a:r>
                <a:endParaRPr b="0" i="0" sz="800" u="none" cap="none" strike="noStrike">
                  <a:solidFill>
                    <a:srgbClr val="FFFFFF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Amazon Web Services</a:t>
                </a:r>
                <a:endParaRPr b="0" i="0" sz="800" u="none" cap="none" strike="noStrike">
                  <a:solidFill>
                    <a:srgbClr val="FFFFFF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Rodeo FX</a:t>
                </a:r>
                <a:endParaRPr b="0" i="0" sz="800" u="none" cap="none" strike="noStrike">
                  <a:solidFill>
                    <a:srgbClr val="FFFFFF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MovieLabs</a:t>
                </a:r>
                <a:endParaRPr b="0" i="0" sz="800" u="none" cap="none" strike="noStrike">
                  <a:solidFill>
                    <a:srgbClr val="FFFFFF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t/>
                </a:r>
                <a:endParaRPr b="0" i="0" sz="8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</p:txBody>
          </p:sp>
        </p:grpSp>
      </p:grpSp>
      <p:sp>
        <p:nvSpPr>
          <p:cNvPr id="452" name="Google Shape;452;p103" title="Milestone Arrow"/>
          <p:cNvSpPr/>
          <p:nvPr/>
        </p:nvSpPr>
        <p:spPr>
          <a:xfrm>
            <a:off x="2657854" y="2443727"/>
            <a:ext cx="297600" cy="1754400"/>
          </a:xfrm>
          <a:prstGeom prst="downArrow">
            <a:avLst>
              <a:gd fmla="val 100000" name="adj1"/>
              <a:gd fmla="val 50000" name="adj2"/>
            </a:avLst>
          </a:prstGeom>
          <a:gradFill>
            <a:gsLst>
              <a:gs pos="0">
                <a:srgbClr val="E8590E"/>
              </a:gs>
              <a:gs pos="100000">
                <a:srgbClr val="F2F2F2"/>
              </a:gs>
            </a:gsLst>
            <a:lin ang="5400700" scaled="0"/>
          </a:gradFill>
          <a:ln>
            <a:noFill/>
          </a:ln>
        </p:spPr>
        <p:txBody>
          <a:bodyPr anchorCtr="0" anchor="ctr" bIns="43800" lIns="87650" spcFirstLastPara="1" rIns="87650" wrap="square" tIns="438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FFFFFF"/>
              </a:solidFill>
              <a:latin typeface="Trebuchet MS"/>
              <a:ea typeface="Trebuchet MS"/>
              <a:cs typeface="Trebuchet MS"/>
              <a:sym typeface="Trebuchet MS"/>
            </a:endParaRPr>
          </a:p>
        </p:txBody>
      </p:sp>
      <p:sp>
        <p:nvSpPr>
          <p:cNvPr id="453" name="Google Shape;453;p103" title="Milestone Number"/>
          <p:cNvSpPr/>
          <p:nvPr/>
        </p:nvSpPr>
        <p:spPr>
          <a:xfrm>
            <a:off x="2720491" y="2555605"/>
            <a:ext cx="187800" cy="197700"/>
          </a:xfrm>
          <a:prstGeom prst="ellipse">
            <a:avLst/>
          </a:prstGeom>
          <a:solidFill>
            <a:schemeClr val="lt1"/>
          </a:solidFill>
          <a:ln>
            <a:noFill/>
          </a:ln>
          <a:effectLst>
            <a:outerShdw blurRad="24350" rotWithShape="0" algn="tl" dir="2700000" dist="12175">
              <a:srgbClr val="000000">
                <a:alpha val="40000"/>
              </a:srgbClr>
            </a:outerShdw>
          </a:effectLst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760" u="none" cap="none" strike="noStrike">
                <a:solidFill>
                  <a:srgbClr val="E8590E"/>
                </a:solidFill>
                <a:latin typeface="Trebuchet MS"/>
                <a:ea typeface="Trebuchet MS"/>
                <a:cs typeface="Trebuchet MS"/>
                <a:sym typeface="Trebuchet MS"/>
              </a:rPr>
              <a:t>06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54" name="Google Shape;454;p103"/>
          <p:cNvSpPr txBox="1"/>
          <p:nvPr/>
        </p:nvSpPr>
        <p:spPr>
          <a:xfrm>
            <a:off x="2655324" y="1862149"/>
            <a:ext cx="689700" cy="102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760" u="none" cap="none" strike="noStrike">
                <a:solidFill>
                  <a:srgbClr val="000000"/>
                </a:solidFill>
                <a:latin typeface="Trebuchet MS"/>
                <a:ea typeface="Trebuchet MS"/>
                <a:cs typeface="Trebuchet MS"/>
                <a:sym typeface="Trebuchet MS"/>
              </a:rPr>
              <a:t>Sept 13</a:t>
            </a:r>
            <a:endParaRPr b="0" i="0" sz="800" u="none" cap="none" strike="noStrike">
              <a:solidFill>
                <a:srgbClr val="FFD966"/>
              </a:solidFill>
              <a:latin typeface="Trebuchet MS"/>
              <a:ea typeface="Trebuchet MS"/>
              <a:cs typeface="Trebuchet MS"/>
              <a:sym typeface="Trebuchet MS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760" u="none" cap="none" strike="noStrike">
                <a:solidFill>
                  <a:srgbClr val="000000"/>
                </a:solidFill>
                <a:latin typeface="Trebuchet MS"/>
                <a:ea typeface="Trebuchet MS"/>
                <a:cs typeface="Trebuchet MS"/>
                <a:sym typeface="Trebuchet MS"/>
              </a:rPr>
              <a:t>2019</a:t>
            </a:r>
            <a:endParaRPr b="0" i="0" sz="800" u="none" cap="none" strike="noStrike">
              <a:solidFill>
                <a:srgbClr val="FFD966"/>
              </a:solidFill>
              <a:latin typeface="Trebuchet MS"/>
              <a:ea typeface="Trebuchet MS"/>
              <a:cs typeface="Trebuchet MS"/>
              <a:sym typeface="Trebuchet MS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"/>
              <a:buFont typeface="Arial"/>
              <a:buNone/>
            </a:pPr>
            <a:r>
              <a:t/>
            </a:r>
            <a:endParaRPr b="0" i="0" sz="200" u="none" cap="none" strike="noStrike">
              <a:solidFill>
                <a:srgbClr val="B49823"/>
              </a:solidFill>
              <a:latin typeface="Trebuchet MS"/>
              <a:ea typeface="Trebuchet MS"/>
              <a:cs typeface="Trebuchet MS"/>
              <a:sym typeface="Trebuchet MS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665" u="none" cap="none" strike="noStrike">
                <a:solidFill>
                  <a:srgbClr val="000000"/>
                </a:solidFill>
                <a:latin typeface="Trebuchet MS"/>
                <a:ea typeface="Trebuchet MS"/>
                <a:cs typeface="Trebuchet MS"/>
                <a:sym typeface="Trebuchet MS"/>
              </a:rPr>
              <a:t>Apple</a:t>
            </a:r>
            <a:endParaRPr b="0" i="0" sz="700" u="none" cap="none" strike="noStrike">
              <a:solidFill>
                <a:schemeClr val="lt1"/>
              </a:solidFill>
              <a:latin typeface="Trebuchet MS"/>
              <a:ea typeface="Trebuchet MS"/>
              <a:cs typeface="Trebuchet MS"/>
              <a:sym typeface="Trebuchet MS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570" u="none" cap="none" strike="noStrike">
                <a:solidFill>
                  <a:srgbClr val="000000"/>
                </a:solidFill>
                <a:latin typeface="Trebuchet MS"/>
                <a:ea typeface="Trebuchet MS"/>
                <a:cs typeface="Trebuchet MS"/>
                <a:sym typeface="Trebuchet MS"/>
              </a:rPr>
              <a:t>Microsoft</a:t>
            </a:r>
            <a:endParaRPr b="0" i="0" sz="600" u="none" cap="none" strike="noStrike">
              <a:solidFill>
                <a:schemeClr val="lt1"/>
              </a:solidFill>
              <a:latin typeface="Trebuchet MS"/>
              <a:ea typeface="Trebuchet MS"/>
              <a:cs typeface="Trebuchet MS"/>
              <a:sym typeface="Trebuchet MS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"/>
              <a:buFont typeface="Arial"/>
              <a:buNone/>
            </a:pPr>
            <a:r>
              <a:t/>
            </a:r>
            <a:endParaRPr b="0" i="0" sz="200" u="none" cap="none" strike="noStrike">
              <a:solidFill>
                <a:srgbClr val="B49823"/>
              </a:solidFill>
              <a:latin typeface="Trebuchet MS"/>
              <a:ea typeface="Trebuchet MS"/>
              <a:cs typeface="Trebuchet MS"/>
              <a:sym typeface="Trebuchet MS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t/>
            </a:r>
            <a:endParaRPr b="0" i="0" sz="800" u="none" cap="none" strike="noStrike">
              <a:solidFill>
                <a:srgbClr val="B49823"/>
              </a:solidFill>
              <a:latin typeface="Trebuchet MS"/>
              <a:ea typeface="Trebuchet MS"/>
              <a:cs typeface="Trebuchet MS"/>
              <a:sym typeface="Trebuchet MS"/>
            </a:endParaRPr>
          </a:p>
        </p:txBody>
      </p:sp>
      <p:grpSp>
        <p:nvGrpSpPr>
          <p:cNvPr id="455" name="Google Shape;455;p103" title="Milestone 3"/>
          <p:cNvGrpSpPr/>
          <p:nvPr/>
        </p:nvGrpSpPr>
        <p:grpSpPr>
          <a:xfrm>
            <a:off x="3028508" y="1631989"/>
            <a:ext cx="351852" cy="2572582"/>
            <a:chOff x="3360040" y="1779237"/>
            <a:chExt cx="556200" cy="3863316"/>
          </a:xfrm>
        </p:grpSpPr>
        <p:sp>
          <p:nvSpPr>
            <p:cNvPr id="456" name="Google Shape;456;p103" title="Milestone Arrow"/>
            <p:cNvSpPr/>
            <p:nvPr/>
          </p:nvSpPr>
          <p:spPr>
            <a:xfrm>
              <a:off x="3360040" y="3114153"/>
              <a:ext cx="470400" cy="2528400"/>
            </a:xfrm>
            <a:prstGeom prst="downArrow">
              <a:avLst>
                <a:gd fmla="val 100000" name="adj1"/>
                <a:gd fmla="val 50000" name="adj2"/>
              </a:avLst>
            </a:prstGeom>
            <a:gradFill>
              <a:gsLst>
                <a:gs pos="0">
                  <a:srgbClr val="E8590E"/>
                </a:gs>
                <a:gs pos="100000">
                  <a:srgbClr val="F2F2F2"/>
                </a:gs>
              </a:gsLst>
              <a:lin ang="5400700" scaled="0"/>
            </a:gradFill>
            <a:ln>
              <a:noFill/>
            </a:ln>
          </p:spPr>
          <p:txBody>
            <a:bodyPr anchorCtr="0" anchor="ctr" bIns="43800" lIns="87650" spcFirstLastPara="1" rIns="87650" wrap="square" tIns="4380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FFFFFF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</p:txBody>
        </p:sp>
        <p:sp>
          <p:nvSpPr>
            <p:cNvPr id="457" name="Google Shape;457;p103" title="Milestone Number"/>
            <p:cNvSpPr/>
            <p:nvPr/>
          </p:nvSpPr>
          <p:spPr>
            <a:xfrm>
              <a:off x="3446741" y="3369142"/>
              <a:ext cx="297000" cy="2970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  <a:effectLst>
              <a:outerShdw blurRad="24350" rotWithShape="0" algn="tl" dir="2700000" dist="12175">
                <a:srgbClr val="000000">
                  <a:alpha val="40000"/>
                </a:srgbClr>
              </a:outerShdw>
            </a:effectLst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E8590E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07</a:t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58" name="Google Shape;458;p103"/>
            <p:cNvSpPr txBox="1"/>
            <p:nvPr/>
          </p:nvSpPr>
          <p:spPr>
            <a:xfrm>
              <a:off x="3360040" y="1779237"/>
              <a:ext cx="556200" cy="1539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Apr 16</a:t>
              </a:r>
              <a:endParaRPr b="0" i="0" sz="800" u="none" cap="none" strike="noStrike">
                <a:solidFill>
                  <a:srgbClr val="FFD966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 2020</a:t>
              </a:r>
              <a:endParaRPr b="0" i="0" sz="800" u="none" cap="none" strike="noStrike">
                <a:solidFill>
                  <a:srgbClr val="FFD966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00"/>
                <a:buFont typeface="Arial"/>
                <a:buNone/>
              </a:pPr>
              <a:r>
                <a:t/>
              </a:r>
              <a:endParaRPr b="0" i="0" sz="200" u="none" cap="none" strike="noStrike">
                <a:solidFill>
                  <a:srgbClr val="FFD966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1" i="0" lang="en" sz="600" u="none" cap="none" strike="noStrike">
                  <a:solidFill>
                    <a:srgbClr val="E8590E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Open </a:t>
              </a:r>
              <a:endParaRPr b="1" i="0" sz="600" u="none" cap="none" strike="noStrike">
                <a:solidFill>
                  <a:srgbClr val="C3602C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1" i="0" lang="en" sz="600" u="none" cap="none" strike="noStrike">
                  <a:solidFill>
                    <a:srgbClr val="E8590E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Shading </a:t>
              </a:r>
              <a:endParaRPr b="1" i="0" sz="600" u="none" cap="none" strike="noStrike">
                <a:solidFill>
                  <a:srgbClr val="C3602C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1" i="0" lang="en" sz="600" u="none" cap="none" strike="noStrike">
                  <a:solidFill>
                    <a:srgbClr val="E8590E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Language</a:t>
              </a:r>
              <a:endParaRPr b="1" i="0" sz="600" u="none" cap="none" strike="noStrike">
                <a:solidFill>
                  <a:srgbClr val="C3602C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00"/>
                <a:buFont typeface="Arial"/>
                <a:buNone/>
              </a:pPr>
              <a:r>
                <a:t/>
              </a:r>
              <a:endParaRPr b="0" i="0" sz="300" u="none" cap="none" strike="noStrike">
                <a:solidFill>
                  <a:srgbClr val="C3602C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AMD</a:t>
              </a:r>
              <a:endParaRPr b="0" i="0" sz="800" u="none" cap="none" strike="noStrike">
                <a:solidFill>
                  <a:schemeClr val="lt1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6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DockYard</a:t>
              </a:r>
              <a:endParaRPr b="0" i="0" sz="600" u="none" cap="none" strike="noStrike">
                <a:solidFill>
                  <a:schemeClr val="lt1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00"/>
                <a:buFont typeface="Arial"/>
                <a:buNone/>
              </a:pPr>
              <a:r>
                <a:t/>
              </a:r>
              <a:endParaRPr b="0" i="0" sz="200" u="none" cap="none" strike="noStrike">
                <a:solidFill>
                  <a:srgbClr val="FFD966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t/>
              </a:r>
              <a:endParaRPr b="0" i="0" sz="800" u="none" cap="none" strike="noStrike">
                <a:solidFill>
                  <a:srgbClr val="FFD966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</p:txBody>
        </p:sp>
      </p:grpSp>
      <p:grpSp>
        <p:nvGrpSpPr>
          <p:cNvPr id="459" name="Google Shape;459;p103"/>
          <p:cNvGrpSpPr/>
          <p:nvPr/>
        </p:nvGrpSpPr>
        <p:grpSpPr>
          <a:xfrm>
            <a:off x="3378505" y="684346"/>
            <a:ext cx="856565" cy="3519789"/>
            <a:chOff x="6927798" y="769087"/>
            <a:chExt cx="1254122" cy="4895395"/>
          </a:xfrm>
        </p:grpSpPr>
        <p:grpSp>
          <p:nvGrpSpPr>
            <p:cNvPr id="460" name="Google Shape;460;p103"/>
            <p:cNvGrpSpPr/>
            <p:nvPr/>
          </p:nvGrpSpPr>
          <p:grpSpPr>
            <a:xfrm>
              <a:off x="6927798" y="769087"/>
              <a:ext cx="1254122" cy="4895395"/>
              <a:chOff x="7613598" y="769087"/>
              <a:chExt cx="1254122" cy="4895395"/>
            </a:xfrm>
          </p:grpSpPr>
          <p:sp>
            <p:nvSpPr>
              <p:cNvPr id="461" name="Google Shape;461;p103" title="Milestone Arrow"/>
              <p:cNvSpPr/>
              <p:nvPr/>
            </p:nvSpPr>
            <p:spPr>
              <a:xfrm>
                <a:off x="7639239" y="2242082"/>
                <a:ext cx="435600" cy="3422400"/>
              </a:xfrm>
              <a:prstGeom prst="downArrow">
                <a:avLst>
                  <a:gd fmla="val 100000" name="adj1"/>
                  <a:gd fmla="val 50000" name="adj2"/>
                </a:avLst>
              </a:prstGeom>
              <a:gradFill>
                <a:gsLst>
                  <a:gs pos="0">
                    <a:srgbClr val="E8590E"/>
                  </a:gs>
                  <a:gs pos="100000">
                    <a:srgbClr val="F2F2F2"/>
                  </a:gs>
                </a:gsLst>
                <a:lin ang="5400700" scaled="0"/>
              </a:gradFill>
              <a:ln>
                <a:noFill/>
              </a:ln>
            </p:spPr>
            <p:txBody>
              <a:bodyPr anchorCtr="0" anchor="ctr" bIns="43800" lIns="87650" spcFirstLastPara="1" rIns="87650" wrap="square" tIns="43800">
                <a:noAutofit/>
              </a:bodyPr>
              <a:lstStyle/>
              <a:p>
                <a:pPr indent="0" lvl="0" marL="0" marR="0" rtl="0" algn="ctr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r>
                  <a:t/>
                </a:r>
                <a:endParaRPr b="0" i="0" sz="1400" u="none" cap="none" strike="noStrike">
                  <a:solidFill>
                    <a:srgbClr val="FFFFFF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</p:txBody>
          </p:sp>
          <p:grpSp>
            <p:nvGrpSpPr>
              <p:cNvPr id="462" name="Google Shape;462;p103" title="Milestone Text"/>
              <p:cNvGrpSpPr/>
              <p:nvPr/>
            </p:nvGrpSpPr>
            <p:grpSpPr>
              <a:xfrm>
                <a:off x="7613598" y="769087"/>
                <a:ext cx="1254122" cy="586671"/>
                <a:chOff x="2055394" y="-934866"/>
                <a:chExt cx="1354197" cy="611243"/>
              </a:xfrm>
            </p:grpSpPr>
            <p:sp>
              <p:nvSpPr>
                <p:cNvPr id="463" name="Google Shape;463;p103"/>
                <p:cNvSpPr txBox="1"/>
                <p:nvPr/>
              </p:nvSpPr>
              <p:spPr>
                <a:xfrm>
                  <a:off x="2055394" y="-934866"/>
                  <a:ext cx="1339500" cy="557100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anchorCtr="0" anchor="t" bIns="0" lIns="0" spcFirstLastPara="1" rIns="0" wrap="square" tIns="0">
                  <a:noAutofit/>
                </a:bodyPr>
                <a:lstStyle/>
                <a:p>
                  <a:pPr indent="0" lvl="0" marL="0" marR="0" rtl="0" algn="l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200"/>
                    <a:buFont typeface="Arial"/>
                    <a:buNone/>
                  </a:pPr>
                  <a:r>
                    <a:rPr b="0" i="0" lang="en" sz="1000" u="none" cap="none" strike="noStrike">
                      <a:solidFill>
                        <a:srgbClr val="000000"/>
                      </a:solidFill>
                      <a:latin typeface="Trebuchet MS"/>
                      <a:ea typeface="Trebuchet MS"/>
                      <a:cs typeface="Trebuchet MS"/>
                      <a:sym typeface="Trebuchet MS"/>
                    </a:rPr>
                    <a:t>Open Source Days 2020</a:t>
                  </a:r>
                  <a:endParaRPr b="0" i="0" sz="1000" u="none" cap="none" strike="noStrike">
                    <a:solidFill>
                      <a:srgbClr val="FFD965"/>
                    </a:solidFill>
                    <a:latin typeface="Arial"/>
                    <a:ea typeface="Arial"/>
                    <a:cs typeface="Arial"/>
                    <a:sym typeface="Arial"/>
                  </a:endParaRPr>
                </a:p>
              </p:txBody>
            </p:sp>
            <p:sp>
              <p:nvSpPr>
                <p:cNvPr id="464" name="Google Shape;464;p103"/>
                <p:cNvSpPr txBox="1"/>
                <p:nvPr/>
              </p:nvSpPr>
              <p:spPr>
                <a:xfrm>
                  <a:off x="2070091" y="-477523"/>
                  <a:ext cx="1339500" cy="153900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anchorCtr="0" anchor="t" bIns="0" lIns="0" spcFirstLastPara="1" rIns="0" wrap="square" tIns="0">
                  <a:noAutofit/>
                </a:bodyPr>
                <a:lstStyle/>
                <a:p>
                  <a:pPr indent="0" lvl="0" marL="0" marR="0" rtl="0" algn="l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800"/>
                    <a:buFont typeface="Arial"/>
                    <a:buNone/>
                  </a:pPr>
                  <a:r>
                    <a:rPr b="0" i="0" lang="en" sz="800" u="none" cap="none" strike="noStrike">
                      <a:solidFill>
                        <a:srgbClr val="000000"/>
                      </a:solidFill>
                      <a:latin typeface="Trebuchet MS"/>
                      <a:ea typeface="Trebuchet MS"/>
                      <a:cs typeface="Trebuchet MS"/>
                      <a:sym typeface="Trebuchet MS"/>
                    </a:rPr>
                    <a:t>Aug 19-20 2020</a:t>
                  </a:r>
                  <a:endParaRPr b="0" i="0" sz="800" u="none" cap="none" strike="noStrike">
                    <a:solidFill>
                      <a:srgbClr val="FFD966"/>
                    </a:solidFill>
                    <a:latin typeface="Trebuchet MS"/>
                    <a:ea typeface="Trebuchet MS"/>
                    <a:cs typeface="Trebuchet MS"/>
                    <a:sym typeface="Trebuchet MS"/>
                  </a:endParaRPr>
                </a:p>
                <a:p>
                  <a:pPr indent="0" lvl="0" marL="0" marR="0" rtl="0" algn="l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200"/>
                    <a:buFont typeface="Arial"/>
                    <a:buNone/>
                  </a:pPr>
                  <a:r>
                    <a:t/>
                  </a:r>
                  <a:endParaRPr b="0" i="0" sz="200" u="none" cap="none" strike="noStrike">
                    <a:solidFill>
                      <a:srgbClr val="4EB7C5"/>
                    </a:solidFill>
                    <a:latin typeface="Trebuchet MS"/>
                    <a:ea typeface="Trebuchet MS"/>
                    <a:cs typeface="Trebuchet MS"/>
                    <a:sym typeface="Trebuchet MS"/>
                  </a:endParaRPr>
                </a:p>
                <a:p>
                  <a:pPr indent="0" lvl="0" marL="0" marR="0" rtl="0" algn="l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200"/>
                    <a:buFont typeface="Arial"/>
                    <a:buNone/>
                  </a:pPr>
                  <a:r>
                    <a:t/>
                  </a:r>
                  <a:endParaRPr b="0" i="0" sz="200" u="none" cap="none" strike="noStrike">
                    <a:solidFill>
                      <a:srgbClr val="FFFFFF"/>
                    </a:solidFill>
                    <a:latin typeface="Trebuchet MS"/>
                    <a:ea typeface="Trebuchet MS"/>
                    <a:cs typeface="Trebuchet MS"/>
                    <a:sym typeface="Trebuchet MS"/>
                  </a:endParaRPr>
                </a:p>
                <a:p>
                  <a:pPr indent="0" lvl="0" marL="0" marR="0" rtl="0" algn="l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800"/>
                    <a:buFont typeface="Arial"/>
                    <a:buNone/>
                  </a:pPr>
                  <a:r>
                    <a:rPr b="0" i="0" lang="en" sz="800" u="none" cap="none" strike="noStrike">
                      <a:solidFill>
                        <a:srgbClr val="000000"/>
                      </a:solidFill>
                      <a:latin typeface="Trebuchet MS"/>
                      <a:ea typeface="Trebuchet MS"/>
                      <a:cs typeface="Trebuchet MS"/>
                      <a:sym typeface="Trebuchet MS"/>
                    </a:rPr>
                    <a:t>Unity </a:t>
                  </a:r>
                  <a:endParaRPr b="0" i="0" sz="800" u="none" cap="none" strike="noStrike">
                    <a:solidFill>
                      <a:srgbClr val="FFFFFF"/>
                    </a:solidFill>
                    <a:latin typeface="Trebuchet MS"/>
                    <a:ea typeface="Trebuchet MS"/>
                    <a:cs typeface="Trebuchet MS"/>
                    <a:sym typeface="Trebuchet MS"/>
                  </a:endParaRPr>
                </a:p>
                <a:p>
                  <a:pPr indent="0" lvl="0" marL="0" marR="0" rtl="0" algn="l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800"/>
                    <a:buFont typeface="Arial"/>
                    <a:buNone/>
                  </a:pPr>
                  <a:r>
                    <a:rPr b="0" i="0" lang="en" sz="800" u="none" cap="none" strike="noStrike">
                      <a:solidFill>
                        <a:srgbClr val="000000"/>
                      </a:solidFill>
                      <a:latin typeface="Trebuchet MS"/>
                      <a:ea typeface="Trebuchet MS"/>
                      <a:cs typeface="Trebuchet MS"/>
                      <a:sym typeface="Trebuchet MS"/>
                    </a:rPr>
                    <a:t>Conductor Technologies</a:t>
                  </a:r>
                  <a:endParaRPr b="0" i="0" sz="800" u="none" cap="none" strike="noStrike">
                    <a:solidFill>
                      <a:srgbClr val="FFFFFF"/>
                    </a:solidFill>
                    <a:latin typeface="Trebuchet MS"/>
                    <a:ea typeface="Trebuchet MS"/>
                    <a:cs typeface="Trebuchet MS"/>
                    <a:sym typeface="Trebuchet MS"/>
                  </a:endParaRPr>
                </a:p>
                <a:p>
                  <a:pPr indent="0" lvl="0" marL="0" marR="0" rtl="0" algn="l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800"/>
                    <a:buFont typeface="Arial"/>
                    <a:buNone/>
                  </a:pPr>
                  <a:r>
                    <a:rPr b="0" i="0" lang="en" sz="800" u="none" cap="none" strike="noStrike">
                      <a:solidFill>
                        <a:srgbClr val="000000"/>
                      </a:solidFill>
                      <a:latin typeface="Trebuchet MS"/>
                      <a:ea typeface="Trebuchet MS"/>
                      <a:cs typeface="Trebuchet MS"/>
                      <a:sym typeface="Trebuchet MS"/>
                    </a:rPr>
                    <a:t>SMPTE</a:t>
                  </a:r>
                  <a:endParaRPr b="0" i="0" sz="800" u="none" cap="none" strike="noStrike">
                    <a:solidFill>
                      <a:srgbClr val="FFFFFF"/>
                    </a:solidFill>
                    <a:latin typeface="Trebuchet MS"/>
                    <a:ea typeface="Trebuchet MS"/>
                    <a:cs typeface="Trebuchet MS"/>
                    <a:sym typeface="Trebuchet MS"/>
                  </a:endParaRPr>
                </a:p>
                <a:p>
                  <a:pPr indent="0" lvl="0" marL="0" marR="0" rtl="0" algn="l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800"/>
                    <a:buFont typeface="Arial"/>
                    <a:buNone/>
                  </a:pPr>
                  <a:r>
                    <a:t/>
                  </a:r>
                  <a:endParaRPr b="0" i="0" sz="8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endParaRPr>
                </a:p>
              </p:txBody>
            </p:sp>
          </p:grpSp>
        </p:grpSp>
        <p:sp>
          <p:nvSpPr>
            <p:cNvPr id="465" name="Google Shape;465;p103" title="Milestone Number"/>
            <p:cNvSpPr/>
            <p:nvPr/>
          </p:nvSpPr>
          <p:spPr>
            <a:xfrm>
              <a:off x="7044368" y="2405066"/>
              <a:ext cx="275400" cy="2754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  <a:effectLst>
              <a:outerShdw blurRad="24350" rotWithShape="0" algn="tl" dir="2700000" dist="12175">
                <a:srgbClr val="000000">
                  <a:alpha val="40000"/>
                </a:srgbClr>
              </a:outerShdw>
            </a:effectLst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E8590E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08</a:t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grpSp>
        <p:nvGrpSpPr>
          <p:cNvPr id="466" name="Google Shape;466;p103"/>
          <p:cNvGrpSpPr/>
          <p:nvPr/>
        </p:nvGrpSpPr>
        <p:grpSpPr>
          <a:xfrm>
            <a:off x="101584" y="2820890"/>
            <a:ext cx="519033" cy="1370816"/>
            <a:chOff x="1439424" y="3403934"/>
            <a:chExt cx="820476" cy="2058591"/>
          </a:xfrm>
        </p:grpSpPr>
        <p:grpSp>
          <p:nvGrpSpPr>
            <p:cNvPr id="467" name="Google Shape;467;p103"/>
            <p:cNvGrpSpPr/>
            <p:nvPr/>
          </p:nvGrpSpPr>
          <p:grpSpPr>
            <a:xfrm>
              <a:off x="1439424" y="3945707"/>
              <a:ext cx="818400" cy="1516818"/>
              <a:chOff x="96469" y="3863942"/>
              <a:chExt cx="818400" cy="1516818"/>
            </a:xfrm>
          </p:grpSpPr>
          <p:sp>
            <p:nvSpPr>
              <p:cNvPr id="468" name="Google Shape;468;p103" title="Milestone Arrow"/>
              <p:cNvSpPr/>
              <p:nvPr/>
            </p:nvSpPr>
            <p:spPr>
              <a:xfrm>
                <a:off x="436075" y="4782860"/>
                <a:ext cx="470400" cy="597900"/>
              </a:xfrm>
              <a:prstGeom prst="downArrow">
                <a:avLst>
                  <a:gd fmla="val 100000" name="adj1"/>
                  <a:gd fmla="val 50000" name="adj2"/>
                </a:avLst>
              </a:prstGeom>
              <a:solidFill>
                <a:srgbClr val="C9AD67"/>
              </a:solidFill>
              <a:ln>
                <a:noFill/>
              </a:ln>
            </p:spPr>
            <p:txBody>
              <a:bodyPr anchorCtr="0" anchor="ctr" bIns="43800" lIns="87650" spcFirstLastPara="1" rIns="87650" wrap="square" tIns="43800">
                <a:noAutofit/>
              </a:bodyPr>
              <a:lstStyle/>
              <a:p>
                <a:pPr indent="0" lvl="0" marL="0" marR="0" rtl="0" algn="ctr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r>
                  <a:t/>
                </a:r>
                <a:endParaRPr b="0" i="0" sz="1400" u="none" cap="none" strike="noStrike">
                  <a:solidFill>
                    <a:srgbClr val="FFFFFF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</p:txBody>
          </p:sp>
          <p:grpSp>
            <p:nvGrpSpPr>
              <p:cNvPr id="469" name="Google Shape;469;p103" title="Milestone Text"/>
              <p:cNvGrpSpPr/>
              <p:nvPr/>
            </p:nvGrpSpPr>
            <p:grpSpPr>
              <a:xfrm>
                <a:off x="96469" y="3863942"/>
                <a:ext cx="818400" cy="872733"/>
                <a:chOff x="1147427" y="3655833"/>
                <a:chExt cx="818400" cy="872733"/>
              </a:xfrm>
            </p:grpSpPr>
            <p:sp>
              <p:nvSpPr>
                <p:cNvPr id="470" name="Google Shape;470;p103"/>
                <p:cNvSpPr txBox="1"/>
                <p:nvPr/>
              </p:nvSpPr>
              <p:spPr>
                <a:xfrm>
                  <a:off x="1147427" y="4066866"/>
                  <a:ext cx="818400" cy="461700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anchorCtr="0" anchor="t" bIns="0" lIns="0" spcFirstLastPara="1" rIns="0" wrap="square" tIns="0">
                  <a:noAutofit/>
                </a:bodyPr>
                <a:lstStyle/>
                <a:p>
                  <a:pPr indent="0" lvl="0" marL="0" marR="0" rtl="0" algn="r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800"/>
                    <a:buFont typeface="Arial"/>
                    <a:buNone/>
                  </a:pPr>
                  <a:r>
                    <a:rPr b="0" i="0" lang="en" sz="600" u="none" cap="none" strike="noStrike">
                      <a:solidFill>
                        <a:srgbClr val="C9AD67"/>
                      </a:solidFill>
                      <a:latin typeface="Trebuchet MS"/>
                      <a:ea typeface="Trebuchet MS"/>
                      <a:cs typeface="Trebuchet MS"/>
                      <a:sym typeface="Trebuchet MS"/>
                    </a:rPr>
                    <a:t>Open source</a:t>
                  </a:r>
                  <a:endParaRPr b="0" i="0" sz="1200" u="none" cap="none" strike="noStrike">
                    <a:solidFill>
                      <a:srgbClr val="C9AD67"/>
                    </a:solidFill>
                    <a:latin typeface="Arial"/>
                    <a:ea typeface="Arial"/>
                    <a:cs typeface="Arial"/>
                    <a:sym typeface="Arial"/>
                  </a:endParaRPr>
                </a:p>
                <a:p>
                  <a:pPr indent="0" lvl="0" marL="0" marR="0" rtl="0" algn="r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800"/>
                    <a:buFont typeface="Arial"/>
                    <a:buNone/>
                  </a:pPr>
                  <a:r>
                    <a:rPr b="0" i="0" lang="en" sz="600" u="none" cap="none" strike="noStrike">
                      <a:solidFill>
                        <a:srgbClr val="C9AD67"/>
                      </a:solidFill>
                      <a:latin typeface="Trebuchet MS"/>
                      <a:ea typeface="Trebuchet MS"/>
                      <a:cs typeface="Trebuchet MS"/>
                      <a:sym typeface="Trebuchet MS"/>
                    </a:rPr>
                    <a:t>Investigation </a:t>
                  </a:r>
                  <a:endParaRPr b="0" i="0" sz="1200" u="none" cap="none" strike="noStrike">
                    <a:solidFill>
                      <a:srgbClr val="C9AD67"/>
                    </a:solidFill>
                    <a:latin typeface="Arial"/>
                    <a:ea typeface="Arial"/>
                    <a:cs typeface="Arial"/>
                    <a:sym typeface="Arial"/>
                  </a:endParaRPr>
                </a:p>
                <a:p>
                  <a:pPr indent="0" lvl="0" marL="0" marR="0" rtl="0" algn="r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800"/>
                    <a:buFont typeface="Arial"/>
                    <a:buNone/>
                  </a:pPr>
                  <a:r>
                    <a:rPr b="0" i="0" lang="en" sz="600" u="none" cap="none" strike="noStrike">
                      <a:solidFill>
                        <a:srgbClr val="C9AD67"/>
                      </a:solidFill>
                      <a:latin typeface="Trebuchet MS"/>
                      <a:ea typeface="Trebuchet MS"/>
                      <a:cs typeface="Trebuchet MS"/>
                      <a:sym typeface="Trebuchet MS"/>
                    </a:rPr>
                    <a:t>conclude</a:t>
                  </a:r>
                  <a:r>
                    <a:rPr b="0" i="0" lang="en" sz="600" u="none" cap="none" strike="noStrike">
                      <a:solidFill>
                        <a:srgbClr val="E8590E"/>
                      </a:solidFill>
                      <a:latin typeface="Trebuchet MS"/>
                      <a:ea typeface="Trebuchet MS"/>
                      <a:cs typeface="Trebuchet MS"/>
                      <a:sym typeface="Trebuchet MS"/>
                    </a:rPr>
                    <a:t>s</a:t>
                  </a:r>
                  <a:endParaRPr b="0" i="0" sz="1200" u="none" cap="none" strike="noStrike">
                    <a:solidFill>
                      <a:srgbClr val="B49823"/>
                    </a:solidFill>
                    <a:latin typeface="Arial"/>
                    <a:ea typeface="Arial"/>
                    <a:cs typeface="Arial"/>
                    <a:sym typeface="Arial"/>
                  </a:endParaRPr>
                </a:p>
              </p:txBody>
            </p:sp>
            <p:sp>
              <p:nvSpPr>
                <p:cNvPr id="471" name="Google Shape;471;p103"/>
                <p:cNvSpPr txBox="1"/>
                <p:nvPr/>
              </p:nvSpPr>
              <p:spPr>
                <a:xfrm>
                  <a:off x="1326502" y="3655833"/>
                  <a:ext cx="623700" cy="430800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anchorCtr="0" anchor="t" bIns="0" lIns="0" spcFirstLastPara="1" rIns="0" wrap="square" tIns="0">
                  <a:noAutofit/>
                </a:bodyPr>
                <a:lstStyle/>
                <a:p>
                  <a:pPr indent="0" lvl="0" marL="0" marR="0" rtl="0" algn="r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900"/>
                    <a:buFont typeface="Arial"/>
                    <a:buNone/>
                  </a:pPr>
                  <a:r>
                    <a:rPr b="0" i="0" lang="en" sz="900" u="none" cap="none" strike="noStrike">
                      <a:solidFill>
                        <a:srgbClr val="C9AD67"/>
                      </a:solidFill>
                      <a:latin typeface="Trebuchet MS"/>
                      <a:ea typeface="Trebuchet MS"/>
                      <a:cs typeface="Trebuchet MS"/>
                      <a:sym typeface="Trebuchet MS"/>
                    </a:rPr>
                    <a:t>Scitech </a:t>
                  </a:r>
                  <a:endParaRPr b="0" i="0" sz="1200" u="none" cap="none" strike="noStrike">
                    <a:solidFill>
                      <a:srgbClr val="C9AD67"/>
                    </a:solidFill>
                    <a:latin typeface="Arial"/>
                    <a:ea typeface="Arial"/>
                    <a:cs typeface="Arial"/>
                    <a:sym typeface="Arial"/>
                  </a:endParaRPr>
                </a:p>
                <a:p>
                  <a:pPr indent="0" lvl="0" marL="0" marR="0" rtl="0" algn="r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900"/>
                    <a:buFont typeface="Arial"/>
                    <a:buNone/>
                  </a:pPr>
                  <a:r>
                    <a:rPr b="0" i="0" lang="en" sz="900" u="none" cap="none" strike="noStrike">
                      <a:solidFill>
                        <a:srgbClr val="C9AD67"/>
                      </a:solidFill>
                      <a:latin typeface="Trebuchet MS"/>
                      <a:ea typeface="Trebuchet MS"/>
                      <a:cs typeface="Trebuchet MS"/>
                      <a:sym typeface="Trebuchet MS"/>
                    </a:rPr>
                    <a:t>Council</a:t>
                  </a:r>
                  <a:endParaRPr b="0" i="0" sz="1200" u="none" cap="none" strike="noStrike">
                    <a:solidFill>
                      <a:srgbClr val="C9AD67"/>
                    </a:solidFill>
                    <a:latin typeface="Arial"/>
                    <a:ea typeface="Arial"/>
                    <a:cs typeface="Arial"/>
                    <a:sym typeface="Arial"/>
                  </a:endParaRPr>
                </a:p>
              </p:txBody>
            </p:sp>
          </p:grpSp>
        </p:grpSp>
        <p:pic>
          <p:nvPicPr>
            <p:cNvPr id="472" name="Google Shape;472;p103"/>
            <p:cNvPicPr preferRelativeResize="0"/>
            <p:nvPr/>
          </p:nvPicPr>
          <p:blipFill rotWithShape="1">
            <a:blip r:embed="rId4">
              <a:alphaModFix/>
            </a:blip>
            <a:srcRect b="0" l="0" r="0" t="0"/>
            <a:stretch/>
          </p:blipFill>
          <p:spPr>
            <a:xfrm>
              <a:off x="1776600" y="3403934"/>
              <a:ext cx="483300" cy="483300"/>
            </a:xfrm>
            <a:prstGeom prst="rect">
              <a:avLst/>
            </a:prstGeom>
            <a:noFill/>
            <a:ln>
              <a:noFill/>
            </a:ln>
          </p:spPr>
        </p:pic>
      </p:grpSp>
      <p:grpSp>
        <p:nvGrpSpPr>
          <p:cNvPr id="473" name="Google Shape;473;p103"/>
          <p:cNvGrpSpPr/>
          <p:nvPr/>
        </p:nvGrpSpPr>
        <p:grpSpPr>
          <a:xfrm>
            <a:off x="4147996" y="417828"/>
            <a:ext cx="462033" cy="3798403"/>
            <a:chOff x="8860614" y="-232088"/>
            <a:chExt cx="730371" cy="5704164"/>
          </a:xfrm>
        </p:grpSpPr>
        <p:sp>
          <p:nvSpPr>
            <p:cNvPr id="474" name="Google Shape;474;p103" title="Milestone Arrow"/>
            <p:cNvSpPr/>
            <p:nvPr/>
          </p:nvSpPr>
          <p:spPr>
            <a:xfrm>
              <a:off x="8872466" y="1476676"/>
              <a:ext cx="470400" cy="3995400"/>
            </a:xfrm>
            <a:prstGeom prst="downArrow">
              <a:avLst>
                <a:gd fmla="val 100000" name="adj1"/>
                <a:gd fmla="val 50000" name="adj2"/>
              </a:avLst>
            </a:prstGeom>
            <a:gradFill>
              <a:gsLst>
                <a:gs pos="0">
                  <a:srgbClr val="E8590E"/>
                </a:gs>
                <a:gs pos="100000">
                  <a:srgbClr val="F2F2F2"/>
                </a:gs>
              </a:gsLst>
              <a:lin ang="5400700" scaled="0"/>
            </a:gradFill>
            <a:ln>
              <a:noFill/>
            </a:ln>
          </p:spPr>
          <p:txBody>
            <a:bodyPr anchorCtr="0" anchor="ctr" bIns="43800" lIns="87650" spcFirstLastPara="1" rIns="87650" wrap="square" tIns="4380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FFFFFF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</p:txBody>
        </p:sp>
        <p:grpSp>
          <p:nvGrpSpPr>
            <p:cNvPr id="475" name="Google Shape;475;p103" title="Milestone Text"/>
            <p:cNvGrpSpPr/>
            <p:nvPr/>
          </p:nvGrpSpPr>
          <p:grpSpPr>
            <a:xfrm>
              <a:off x="8860614" y="-232088"/>
              <a:ext cx="730371" cy="1017135"/>
              <a:chOff x="2013962" y="-1338381"/>
              <a:chExt cx="730371" cy="981412"/>
            </a:xfrm>
          </p:grpSpPr>
          <p:sp>
            <p:nvSpPr>
              <p:cNvPr id="476" name="Google Shape;476;p103"/>
              <p:cNvSpPr txBox="1"/>
              <p:nvPr/>
            </p:nvSpPr>
            <p:spPr>
              <a:xfrm>
                <a:off x="2030633" y="-1338381"/>
                <a:ext cx="713700" cy="3492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200"/>
                  <a:buFont typeface="Arial"/>
                  <a:buNone/>
                </a:pPr>
                <a:r>
                  <a:rPr b="0" i="0" lang="en" sz="9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Open </a:t>
                </a:r>
                <a:endParaRPr b="0" i="0" sz="900" u="none" cap="none" strike="noStrike">
                  <a:solidFill>
                    <a:srgbClr val="FFD965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200"/>
                  <a:buFont typeface="Arial"/>
                  <a:buNone/>
                </a:pPr>
                <a:r>
                  <a:rPr b="0" i="0" lang="en" sz="9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Source</a:t>
                </a:r>
                <a:endParaRPr b="0" i="0" sz="900" u="none" cap="none" strike="noStrike">
                  <a:solidFill>
                    <a:srgbClr val="FFD965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200"/>
                  <a:buFont typeface="Arial"/>
                  <a:buNone/>
                </a:pPr>
                <a:r>
                  <a:rPr b="0" i="0" lang="en" sz="9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Days </a:t>
                </a:r>
                <a:endParaRPr b="0" i="0" sz="900" u="none" cap="none" strike="noStrike">
                  <a:solidFill>
                    <a:srgbClr val="FFD965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200"/>
                  <a:buFont typeface="Arial"/>
                  <a:buNone/>
                </a:pPr>
                <a:r>
                  <a:rPr b="0" i="0" lang="en" sz="9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2021</a:t>
                </a:r>
                <a:endParaRPr b="0" i="0" sz="900" u="none" cap="none" strike="noStrike">
                  <a:solidFill>
                    <a:srgbClr val="FFD965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477" name="Google Shape;477;p103"/>
              <p:cNvSpPr txBox="1"/>
              <p:nvPr/>
            </p:nvSpPr>
            <p:spPr>
              <a:xfrm>
                <a:off x="2013962" y="-510869"/>
                <a:ext cx="671400" cy="1539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Aug  4-5 </a:t>
                </a:r>
                <a:endParaRPr b="0" i="0" sz="800" u="none" cap="none" strike="noStrike">
                  <a:solidFill>
                    <a:srgbClr val="FFD966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2021</a:t>
                </a:r>
                <a:endParaRPr b="0" i="0" sz="200" u="none" cap="none" strike="noStrike">
                  <a:solidFill>
                    <a:srgbClr val="4EB7C5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00"/>
                  <a:buFont typeface="Arial"/>
                  <a:buNone/>
                </a:pPr>
                <a:r>
                  <a:t/>
                </a:r>
                <a:endParaRPr b="0" i="0" sz="100" u="none" cap="none" strike="noStrike">
                  <a:solidFill>
                    <a:srgbClr val="BA461C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1" i="0" lang="en" sz="700" u="none" cap="none" strike="noStrike">
                    <a:solidFill>
                      <a:srgbClr val="E8590E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MaterialX</a:t>
                </a:r>
                <a:endParaRPr b="1" i="0" sz="700" u="none" cap="none" strike="noStrike">
                  <a:solidFill>
                    <a:srgbClr val="C3602C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Maxon</a:t>
                </a:r>
                <a:r>
                  <a:rPr b="0" i="0" lang="en" sz="9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 </a:t>
                </a:r>
                <a:endParaRPr b="0" i="0" sz="1100" u="none" cap="none" strike="noStrik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t/>
                </a:r>
                <a:endParaRPr b="0" i="0" sz="8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</p:txBody>
          </p:sp>
        </p:grpSp>
        <p:sp>
          <p:nvSpPr>
            <p:cNvPr id="478" name="Google Shape;478;p103" title="Milestone Number"/>
            <p:cNvSpPr/>
            <p:nvPr/>
          </p:nvSpPr>
          <p:spPr>
            <a:xfrm>
              <a:off x="8955720" y="1611430"/>
              <a:ext cx="297300" cy="2973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  <a:effectLst>
              <a:outerShdw blurRad="24350" rotWithShape="0" algn="tl" dir="2700000" dist="12175">
                <a:srgbClr val="000000">
                  <a:alpha val="40000"/>
                </a:srgbClr>
              </a:outerShdw>
            </a:effectLst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E8590E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10</a:t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sp>
        <p:nvSpPr>
          <p:cNvPr id="479" name="Google Shape;479;p103"/>
          <p:cNvSpPr txBox="1"/>
          <p:nvPr/>
        </p:nvSpPr>
        <p:spPr>
          <a:xfrm>
            <a:off x="1172238" y="4441151"/>
            <a:ext cx="3363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Oct</a:t>
            </a:r>
            <a:endParaRPr b="0" i="0" sz="8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80" name="Google Shape;480;p103"/>
          <p:cNvSpPr txBox="1"/>
          <p:nvPr/>
        </p:nvSpPr>
        <p:spPr>
          <a:xfrm>
            <a:off x="1529269" y="4448783"/>
            <a:ext cx="3363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Feb</a:t>
            </a:r>
            <a:endParaRPr b="0" i="0" sz="8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81" name="Google Shape;481;p103"/>
          <p:cNvSpPr txBox="1"/>
          <p:nvPr/>
        </p:nvSpPr>
        <p:spPr>
          <a:xfrm>
            <a:off x="1907566" y="4448783"/>
            <a:ext cx="3363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May</a:t>
            </a:r>
            <a:endParaRPr b="0" i="0" sz="8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82" name="Google Shape;482;p103"/>
          <p:cNvSpPr txBox="1"/>
          <p:nvPr/>
        </p:nvSpPr>
        <p:spPr>
          <a:xfrm>
            <a:off x="2210166" y="4448783"/>
            <a:ext cx="4692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August</a:t>
            </a:r>
            <a:endParaRPr b="0" i="0" sz="8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83" name="Google Shape;483;p103"/>
          <p:cNvSpPr txBox="1"/>
          <p:nvPr/>
        </p:nvSpPr>
        <p:spPr>
          <a:xfrm>
            <a:off x="2614887" y="4448783"/>
            <a:ext cx="3363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Sept</a:t>
            </a:r>
            <a:endParaRPr b="0" i="0" sz="8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84" name="Google Shape;484;p103"/>
          <p:cNvSpPr txBox="1"/>
          <p:nvPr/>
        </p:nvSpPr>
        <p:spPr>
          <a:xfrm>
            <a:off x="2922477" y="4448783"/>
            <a:ext cx="3363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Feb</a:t>
            </a:r>
            <a:endParaRPr b="0" i="0" sz="8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85" name="Google Shape;485;p103"/>
          <p:cNvSpPr txBox="1"/>
          <p:nvPr/>
        </p:nvSpPr>
        <p:spPr>
          <a:xfrm>
            <a:off x="3333407" y="4448783"/>
            <a:ext cx="4692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August</a:t>
            </a:r>
            <a:endParaRPr b="0" i="0" sz="8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486" name="Google Shape;486;p103"/>
          <p:cNvCxnSpPr/>
          <p:nvPr/>
        </p:nvCxnSpPr>
        <p:spPr>
          <a:xfrm>
            <a:off x="194638" y="4362319"/>
            <a:ext cx="8709600" cy="0"/>
          </a:xfrm>
          <a:prstGeom prst="straightConnector1">
            <a:avLst/>
          </a:prstGeom>
          <a:noFill/>
          <a:ln cap="flat" cmpd="sng" w="9525">
            <a:solidFill>
              <a:srgbClr val="595959"/>
            </a:solidFill>
            <a:prstDash val="solid"/>
            <a:miter lim="8000"/>
            <a:headEnd len="sm" w="sm" type="none"/>
            <a:tailEnd len="med" w="med" type="triangle"/>
          </a:ln>
        </p:spPr>
      </p:cxnSp>
      <p:cxnSp>
        <p:nvCxnSpPr>
          <p:cNvPr id="487" name="Google Shape;487;p103"/>
          <p:cNvCxnSpPr/>
          <p:nvPr/>
        </p:nvCxnSpPr>
        <p:spPr>
          <a:xfrm>
            <a:off x="1322925" y="4252126"/>
            <a:ext cx="0" cy="110400"/>
          </a:xfrm>
          <a:prstGeom prst="straightConnector1">
            <a:avLst/>
          </a:prstGeom>
          <a:noFill/>
          <a:ln cap="flat" cmpd="sng" w="9525">
            <a:solidFill>
              <a:srgbClr val="595959"/>
            </a:solidFill>
            <a:prstDash val="dash"/>
            <a:miter lim="8000"/>
            <a:headEnd len="sm" w="sm" type="none"/>
            <a:tailEnd len="sm" w="sm" type="none"/>
          </a:ln>
        </p:spPr>
      </p:cxnSp>
      <p:cxnSp>
        <p:nvCxnSpPr>
          <p:cNvPr id="488" name="Google Shape;488;p103"/>
          <p:cNvCxnSpPr/>
          <p:nvPr/>
        </p:nvCxnSpPr>
        <p:spPr>
          <a:xfrm>
            <a:off x="1691770" y="4252126"/>
            <a:ext cx="0" cy="110400"/>
          </a:xfrm>
          <a:prstGeom prst="straightConnector1">
            <a:avLst/>
          </a:prstGeom>
          <a:noFill/>
          <a:ln cap="flat" cmpd="sng" w="9525">
            <a:solidFill>
              <a:srgbClr val="595959"/>
            </a:solidFill>
            <a:prstDash val="dash"/>
            <a:miter lim="8000"/>
            <a:headEnd len="sm" w="sm" type="none"/>
            <a:tailEnd len="sm" w="sm" type="none"/>
          </a:ln>
        </p:spPr>
      </p:cxnSp>
      <p:cxnSp>
        <p:nvCxnSpPr>
          <p:cNvPr id="489" name="Google Shape;489;p103"/>
          <p:cNvCxnSpPr/>
          <p:nvPr/>
        </p:nvCxnSpPr>
        <p:spPr>
          <a:xfrm>
            <a:off x="2080036" y="4252126"/>
            <a:ext cx="0" cy="110400"/>
          </a:xfrm>
          <a:prstGeom prst="straightConnector1">
            <a:avLst/>
          </a:prstGeom>
          <a:noFill/>
          <a:ln cap="flat" cmpd="sng" w="9525">
            <a:solidFill>
              <a:srgbClr val="595959"/>
            </a:solidFill>
            <a:prstDash val="dash"/>
            <a:miter lim="8000"/>
            <a:headEnd len="sm" w="sm" type="none"/>
            <a:tailEnd len="sm" w="sm" type="none"/>
          </a:ln>
        </p:spPr>
      </p:cxnSp>
      <p:cxnSp>
        <p:nvCxnSpPr>
          <p:cNvPr id="490" name="Google Shape;490;p103"/>
          <p:cNvCxnSpPr/>
          <p:nvPr/>
        </p:nvCxnSpPr>
        <p:spPr>
          <a:xfrm>
            <a:off x="2802287" y="4252126"/>
            <a:ext cx="0" cy="110400"/>
          </a:xfrm>
          <a:prstGeom prst="straightConnector1">
            <a:avLst/>
          </a:prstGeom>
          <a:noFill/>
          <a:ln cap="flat" cmpd="sng" w="9525">
            <a:solidFill>
              <a:srgbClr val="595959"/>
            </a:solidFill>
            <a:prstDash val="dash"/>
            <a:miter lim="8000"/>
            <a:headEnd len="sm" w="sm" type="none"/>
            <a:tailEnd len="sm" w="sm" type="none"/>
          </a:ln>
        </p:spPr>
      </p:cxnSp>
      <p:cxnSp>
        <p:nvCxnSpPr>
          <p:cNvPr id="491" name="Google Shape;491;p103"/>
          <p:cNvCxnSpPr/>
          <p:nvPr/>
        </p:nvCxnSpPr>
        <p:spPr>
          <a:xfrm>
            <a:off x="3517796" y="4252126"/>
            <a:ext cx="0" cy="110400"/>
          </a:xfrm>
          <a:prstGeom prst="straightConnector1">
            <a:avLst/>
          </a:prstGeom>
          <a:noFill/>
          <a:ln cap="flat" cmpd="sng" w="9525">
            <a:solidFill>
              <a:srgbClr val="595959"/>
            </a:solidFill>
            <a:prstDash val="dash"/>
            <a:miter lim="8000"/>
            <a:headEnd len="sm" w="sm" type="none"/>
            <a:tailEnd len="sm" w="sm" type="none"/>
          </a:ln>
        </p:spPr>
      </p:cxnSp>
      <p:cxnSp>
        <p:nvCxnSpPr>
          <p:cNvPr id="492" name="Google Shape;492;p103"/>
          <p:cNvCxnSpPr/>
          <p:nvPr/>
        </p:nvCxnSpPr>
        <p:spPr>
          <a:xfrm>
            <a:off x="4284649" y="4252126"/>
            <a:ext cx="0" cy="110400"/>
          </a:xfrm>
          <a:prstGeom prst="straightConnector1">
            <a:avLst/>
          </a:prstGeom>
          <a:noFill/>
          <a:ln cap="flat" cmpd="sng" w="9525">
            <a:solidFill>
              <a:srgbClr val="595959"/>
            </a:solidFill>
            <a:prstDash val="dash"/>
            <a:miter lim="8000"/>
            <a:headEnd len="sm" w="sm" type="none"/>
            <a:tailEnd len="sm" w="sm" type="none"/>
          </a:ln>
        </p:spPr>
      </p:cxnSp>
      <p:sp>
        <p:nvSpPr>
          <p:cNvPr id="493" name="Google Shape;493;p103"/>
          <p:cNvSpPr txBox="1"/>
          <p:nvPr/>
        </p:nvSpPr>
        <p:spPr>
          <a:xfrm>
            <a:off x="3788331" y="4448783"/>
            <a:ext cx="3363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Jan</a:t>
            </a:r>
            <a:endParaRPr b="0" i="0" sz="8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94" name="Google Shape;494;p103"/>
          <p:cNvSpPr txBox="1"/>
          <p:nvPr/>
        </p:nvSpPr>
        <p:spPr>
          <a:xfrm>
            <a:off x="940517" y="4703720"/>
            <a:ext cx="4692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E8590E"/>
                </a:solidFill>
                <a:latin typeface="Arial"/>
                <a:ea typeface="Arial"/>
                <a:cs typeface="Arial"/>
                <a:sym typeface="Arial"/>
              </a:rPr>
              <a:t>2018</a:t>
            </a:r>
            <a:endParaRPr b="0" i="0" sz="14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95" name="Google Shape;495;p103"/>
          <p:cNvSpPr txBox="1"/>
          <p:nvPr/>
        </p:nvSpPr>
        <p:spPr>
          <a:xfrm>
            <a:off x="1985514" y="4703720"/>
            <a:ext cx="4692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E8590E"/>
                </a:solidFill>
                <a:latin typeface="Arial"/>
                <a:ea typeface="Arial"/>
                <a:cs typeface="Arial"/>
                <a:sym typeface="Arial"/>
              </a:rPr>
              <a:t>2019</a:t>
            </a:r>
            <a:endParaRPr b="0" i="0" sz="14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96" name="Google Shape;496;p103"/>
          <p:cNvSpPr txBox="1"/>
          <p:nvPr/>
        </p:nvSpPr>
        <p:spPr>
          <a:xfrm>
            <a:off x="3102907" y="4703720"/>
            <a:ext cx="4692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E8590E"/>
                </a:solidFill>
                <a:latin typeface="Arial"/>
                <a:ea typeface="Arial"/>
                <a:cs typeface="Arial"/>
                <a:sym typeface="Arial"/>
              </a:rPr>
              <a:t>2020</a:t>
            </a:r>
            <a:endParaRPr b="0" i="0" sz="14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497" name="Google Shape;497;p103"/>
          <p:cNvCxnSpPr/>
          <p:nvPr/>
        </p:nvCxnSpPr>
        <p:spPr>
          <a:xfrm>
            <a:off x="464866" y="4262036"/>
            <a:ext cx="0" cy="110400"/>
          </a:xfrm>
          <a:prstGeom prst="straightConnector1">
            <a:avLst/>
          </a:prstGeom>
          <a:noFill/>
          <a:ln cap="flat" cmpd="sng" w="9525">
            <a:solidFill>
              <a:srgbClr val="595959"/>
            </a:solidFill>
            <a:prstDash val="dash"/>
            <a:miter lim="8000"/>
            <a:headEnd len="sm" w="sm" type="none"/>
            <a:tailEnd len="sm" w="sm" type="none"/>
          </a:ln>
        </p:spPr>
      </p:cxnSp>
      <p:cxnSp>
        <p:nvCxnSpPr>
          <p:cNvPr id="498" name="Google Shape;498;p103"/>
          <p:cNvCxnSpPr/>
          <p:nvPr/>
        </p:nvCxnSpPr>
        <p:spPr>
          <a:xfrm>
            <a:off x="4660905" y="4262036"/>
            <a:ext cx="0" cy="110400"/>
          </a:xfrm>
          <a:prstGeom prst="straightConnector1">
            <a:avLst/>
          </a:prstGeom>
          <a:noFill/>
          <a:ln cap="flat" cmpd="sng" w="9525">
            <a:solidFill>
              <a:srgbClr val="595959"/>
            </a:solidFill>
            <a:prstDash val="dash"/>
            <a:miter lim="8000"/>
            <a:headEnd len="sm" w="sm" type="none"/>
            <a:tailEnd len="sm" w="sm" type="none"/>
          </a:ln>
        </p:spPr>
      </p:cxnSp>
      <p:sp>
        <p:nvSpPr>
          <p:cNvPr id="499" name="Google Shape;499;p103"/>
          <p:cNvSpPr txBox="1"/>
          <p:nvPr/>
        </p:nvSpPr>
        <p:spPr>
          <a:xfrm>
            <a:off x="4152295" y="4448783"/>
            <a:ext cx="3363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August</a:t>
            </a:r>
            <a:endParaRPr b="1" i="0" sz="8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00" name="Google Shape;500;p103"/>
          <p:cNvSpPr txBox="1"/>
          <p:nvPr/>
        </p:nvSpPr>
        <p:spPr>
          <a:xfrm>
            <a:off x="3895525" y="4703720"/>
            <a:ext cx="4692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E8590E"/>
                </a:solidFill>
                <a:latin typeface="Arial"/>
                <a:ea typeface="Arial"/>
                <a:cs typeface="Arial"/>
                <a:sym typeface="Arial"/>
              </a:rPr>
              <a:t>2021</a:t>
            </a:r>
            <a:endParaRPr b="0" i="0" sz="14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01" name="Google Shape;501;p103"/>
          <p:cNvSpPr txBox="1"/>
          <p:nvPr/>
        </p:nvSpPr>
        <p:spPr>
          <a:xfrm>
            <a:off x="4567794" y="4703738"/>
            <a:ext cx="4692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E8590E"/>
                </a:solidFill>
                <a:latin typeface="Arial"/>
                <a:ea typeface="Arial"/>
                <a:cs typeface="Arial"/>
                <a:sym typeface="Arial"/>
              </a:rPr>
              <a:t>2022</a:t>
            </a:r>
            <a:endParaRPr b="0" i="0" sz="14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02" name="Google Shape;502;p103"/>
          <p:cNvSpPr txBox="1"/>
          <p:nvPr/>
        </p:nvSpPr>
        <p:spPr>
          <a:xfrm>
            <a:off x="4810364" y="4449629"/>
            <a:ext cx="4692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August</a:t>
            </a:r>
            <a:endParaRPr b="0" i="0" sz="14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03" name="Google Shape;503;p103"/>
          <p:cNvSpPr txBox="1"/>
          <p:nvPr/>
        </p:nvSpPr>
        <p:spPr>
          <a:xfrm>
            <a:off x="5280316" y="4448783"/>
            <a:ext cx="3363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Feb</a:t>
            </a:r>
            <a:endParaRPr b="0" i="0" sz="8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504" name="Google Shape;504;p103"/>
          <p:cNvCxnSpPr/>
          <p:nvPr/>
        </p:nvCxnSpPr>
        <p:spPr>
          <a:xfrm>
            <a:off x="5429857" y="4267360"/>
            <a:ext cx="0" cy="110400"/>
          </a:xfrm>
          <a:prstGeom prst="straightConnector1">
            <a:avLst/>
          </a:prstGeom>
          <a:noFill/>
          <a:ln cap="flat" cmpd="sng" w="9525">
            <a:solidFill>
              <a:srgbClr val="595959"/>
            </a:solidFill>
            <a:prstDash val="dash"/>
            <a:miter lim="8000"/>
            <a:headEnd len="sm" w="sm" type="none"/>
            <a:tailEnd len="sm" w="sm" type="none"/>
          </a:ln>
        </p:spPr>
      </p:cxnSp>
      <p:grpSp>
        <p:nvGrpSpPr>
          <p:cNvPr id="505" name="Google Shape;505;p103"/>
          <p:cNvGrpSpPr/>
          <p:nvPr/>
        </p:nvGrpSpPr>
        <p:grpSpPr>
          <a:xfrm>
            <a:off x="4559987" y="274426"/>
            <a:ext cx="789105" cy="3951254"/>
            <a:chOff x="8907688" y="-461556"/>
            <a:chExt cx="1247400" cy="5933704"/>
          </a:xfrm>
        </p:grpSpPr>
        <p:sp>
          <p:nvSpPr>
            <p:cNvPr id="506" name="Google Shape;506;p103" title="Milestone Arrow"/>
            <p:cNvSpPr/>
            <p:nvPr/>
          </p:nvSpPr>
          <p:spPr>
            <a:xfrm>
              <a:off x="8929718" y="877648"/>
              <a:ext cx="470400" cy="4594500"/>
            </a:xfrm>
            <a:prstGeom prst="downArrow">
              <a:avLst>
                <a:gd fmla="val 100000" name="adj1"/>
                <a:gd fmla="val 50000" name="adj2"/>
              </a:avLst>
            </a:prstGeom>
            <a:gradFill>
              <a:gsLst>
                <a:gs pos="0">
                  <a:srgbClr val="E8590E"/>
                </a:gs>
                <a:gs pos="100000">
                  <a:srgbClr val="F2F2F2"/>
                </a:gs>
              </a:gsLst>
              <a:lin ang="5400700" scaled="0"/>
            </a:gradFill>
            <a:ln>
              <a:noFill/>
            </a:ln>
          </p:spPr>
          <p:txBody>
            <a:bodyPr anchorCtr="0" anchor="ctr" bIns="43800" lIns="87650" spcFirstLastPara="1" rIns="87650" wrap="square" tIns="4380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FFFFFF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</p:txBody>
        </p:sp>
        <p:grpSp>
          <p:nvGrpSpPr>
            <p:cNvPr id="507" name="Google Shape;507;p103" title="Milestone Text"/>
            <p:cNvGrpSpPr/>
            <p:nvPr/>
          </p:nvGrpSpPr>
          <p:grpSpPr>
            <a:xfrm>
              <a:off x="8907688" y="-461556"/>
              <a:ext cx="1247400" cy="607016"/>
              <a:chOff x="2061036" y="-1559790"/>
              <a:chExt cx="1247400" cy="585697"/>
            </a:xfrm>
          </p:grpSpPr>
          <p:sp>
            <p:nvSpPr>
              <p:cNvPr id="508" name="Google Shape;508;p103"/>
              <p:cNvSpPr txBox="1"/>
              <p:nvPr/>
            </p:nvSpPr>
            <p:spPr>
              <a:xfrm>
                <a:off x="2061036" y="-1559790"/>
                <a:ext cx="1247400" cy="1884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200"/>
                  <a:buFont typeface="Arial"/>
                  <a:buNone/>
                </a:pPr>
                <a:r>
                  <a:rPr b="0" i="0" lang="en" sz="9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Open Source </a:t>
                </a:r>
                <a:endParaRPr b="0" i="0" sz="900" u="none" cap="none" strike="noStrike">
                  <a:solidFill>
                    <a:srgbClr val="FFD965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200"/>
                  <a:buFont typeface="Arial"/>
                  <a:buNone/>
                </a:pPr>
                <a:r>
                  <a:rPr b="0" i="0" lang="en" sz="9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Forum 2022</a:t>
                </a:r>
                <a:endParaRPr b="0" i="0" sz="900" u="none" cap="none" strike="noStrike">
                  <a:solidFill>
                    <a:srgbClr val="FFD965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200"/>
                  <a:buFont typeface="Arial"/>
                  <a:buNone/>
                </a:pPr>
                <a:r>
                  <a:t/>
                </a:r>
                <a:endParaRPr b="0" i="0" sz="1200" u="none" cap="none" strike="noStrike">
                  <a:solidFill>
                    <a:srgbClr val="FFD966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</p:txBody>
          </p:sp>
          <p:sp>
            <p:nvSpPr>
              <p:cNvPr id="509" name="Google Shape;509;p103"/>
              <p:cNvSpPr txBox="1"/>
              <p:nvPr/>
            </p:nvSpPr>
            <p:spPr>
              <a:xfrm>
                <a:off x="2071210" y="-1127993"/>
                <a:ext cx="1090200" cy="1539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March 10,2022</a:t>
                </a:r>
                <a:endParaRPr b="0" i="0" sz="200" u="none" cap="none" strike="noStrike">
                  <a:solidFill>
                    <a:srgbClr val="FFD965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00"/>
                  <a:buFont typeface="Arial"/>
                  <a:buNone/>
                </a:pPr>
                <a:r>
                  <a:t/>
                </a:r>
                <a:endParaRPr b="0" i="0" sz="100" u="none" cap="none" strike="noStrike">
                  <a:solidFill>
                    <a:srgbClr val="BA461C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b="1" i="0" lang="en" sz="700" u="none" cap="none" strike="noStrike">
                    <a:solidFill>
                      <a:srgbClr val="E8590E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Raw2ACES</a:t>
                </a:r>
                <a:endParaRPr b="1" i="0" sz="700" u="none" cap="none" strike="noStrike">
                  <a:solidFill>
                    <a:srgbClr val="C3602C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1" i="0" lang="en" sz="800" u="none" cap="none" strike="noStrike">
                    <a:solidFill>
                      <a:srgbClr val="E8590E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Rez</a:t>
                </a:r>
                <a:endParaRPr b="1" i="0" sz="800" u="none" cap="none" strike="noStrike">
                  <a:solidFill>
                    <a:srgbClr val="C3602C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1" i="0" lang="en" sz="800" u="none" cap="none" strike="noStrike">
                    <a:solidFill>
                      <a:srgbClr val="E8590E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DPEL</a:t>
                </a:r>
                <a:endParaRPr b="1" i="0" sz="800" u="none" cap="none" strike="noStrike">
                  <a:solidFill>
                    <a:srgbClr val="C3602C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t/>
                </a:r>
                <a:endParaRPr b="0" i="0" sz="8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</p:txBody>
          </p:sp>
        </p:grpSp>
        <p:sp>
          <p:nvSpPr>
            <p:cNvPr id="510" name="Google Shape;510;p103" title="Milestone Number"/>
            <p:cNvSpPr/>
            <p:nvPr/>
          </p:nvSpPr>
          <p:spPr>
            <a:xfrm>
              <a:off x="9007886" y="1042294"/>
              <a:ext cx="297300" cy="2973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  <a:effectLst>
              <a:outerShdw blurRad="24350" rotWithShape="0" algn="tl" dir="2700000" dist="12175">
                <a:srgbClr val="000000">
                  <a:alpha val="40000"/>
                </a:srgbClr>
              </a:outerShdw>
            </a:effectLst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E8590E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11</a:t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grpSp>
        <p:nvGrpSpPr>
          <p:cNvPr id="511" name="Google Shape;511;p103"/>
          <p:cNvGrpSpPr/>
          <p:nvPr/>
        </p:nvGrpSpPr>
        <p:grpSpPr>
          <a:xfrm>
            <a:off x="3771566" y="1806163"/>
            <a:ext cx="424734" cy="2397985"/>
            <a:chOff x="7546968" y="2329333"/>
            <a:chExt cx="621866" cy="3335167"/>
          </a:xfrm>
        </p:grpSpPr>
        <p:grpSp>
          <p:nvGrpSpPr>
            <p:cNvPr id="512" name="Google Shape;512;p103"/>
            <p:cNvGrpSpPr/>
            <p:nvPr/>
          </p:nvGrpSpPr>
          <p:grpSpPr>
            <a:xfrm>
              <a:off x="7546968" y="2329333"/>
              <a:ext cx="621866" cy="3335167"/>
              <a:chOff x="8613768" y="2329333"/>
              <a:chExt cx="621866" cy="3335167"/>
            </a:xfrm>
          </p:grpSpPr>
          <p:sp>
            <p:nvSpPr>
              <p:cNvPr id="513" name="Google Shape;513;p103" title="Milestone Arrow"/>
              <p:cNvSpPr/>
              <p:nvPr/>
            </p:nvSpPr>
            <p:spPr>
              <a:xfrm>
                <a:off x="8613768" y="3133100"/>
                <a:ext cx="435600" cy="2531400"/>
              </a:xfrm>
              <a:prstGeom prst="downArrow">
                <a:avLst>
                  <a:gd fmla="val 100000" name="adj1"/>
                  <a:gd fmla="val 50000" name="adj2"/>
                </a:avLst>
              </a:prstGeom>
              <a:gradFill>
                <a:gsLst>
                  <a:gs pos="0">
                    <a:srgbClr val="E8590E"/>
                  </a:gs>
                  <a:gs pos="100000">
                    <a:srgbClr val="F2F2F2"/>
                  </a:gs>
                </a:gsLst>
                <a:lin ang="5400700" scaled="0"/>
              </a:gradFill>
              <a:ln>
                <a:noFill/>
              </a:ln>
            </p:spPr>
            <p:txBody>
              <a:bodyPr anchorCtr="0" anchor="ctr" bIns="43800" lIns="87650" spcFirstLastPara="1" rIns="87650" wrap="square" tIns="43800">
                <a:noAutofit/>
              </a:bodyPr>
              <a:lstStyle/>
              <a:p>
                <a:pPr indent="0" lvl="0" marL="0" marR="0" rtl="0" algn="ctr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r>
                  <a:t/>
                </a:r>
                <a:endParaRPr b="0" i="0" sz="1400" u="none" cap="none" strike="noStrike">
                  <a:solidFill>
                    <a:srgbClr val="FFFFFF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</p:txBody>
          </p:sp>
          <p:sp>
            <p:nvSpPr>
              <p:cNvPr id="514" name="Google Shape;514;p103"/>
              <p:cNvSpPr txBox="1"/>
              <p:nvPr/>
            </p:nvSpPr>
            <p:spPr>
              <a:xfrm>
                <a:off x="8616434" y="2329333"/>
                <a:ext cx="619200" cy="3843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Dec. 15</a:t>
                </a:r>
                <a:endParaRPr b="0" i="0" sz="1100" u="none" cap="none" strike="noStrike">
                  <a:solidFill>
                    <a:srgbClr val="FFD966"/>
                  </a:solidFill>
                  <a:latin typeface="Arial"/>
                  <a:ea typeface="Arial"/>
                  <a:cs typeface="Arial"/>
                  <a:sym typeface="Arial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2020</a:t>
                </a:r>
                <a:endParaRPr b="0" i="0" sz="800" u="none" cap="none" strike="noStrike">
                  <a:solidFill>
                    <a:srgbClr val="FFD966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20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Adobe</a:t>
                </a:r>
                <a:endParaRPr b="0" i="0" sz="1100" u="none" cap="none" strike="noStrik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ETC</a:t>
                </a:r>
                <a:endParaRPr b="0" i="0" sz="800" u="none" cap="none" strike="noStrike">
                  <a:solidFill>
                    <a:srgbClr val="FFFFFF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</p:txBody>
          </p:sp>
        </p:grpSp>
        <p:sp>
          <p:nvSpPr>
            <p:cNvPr id="515" name="Google Shape;515;p103" title="Milestone Number"/>
            <p:cNvSpPr/>
            <p:nvPr/>
          </p:nvSpPr>
          <p:spPr>
            <a:xfrm>
              <a:off x="7627497" y="3280728"/>
              <a:ext cx="275100" cy="2751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  <a:effectLst>
              <a:outerShdw blurRad="24350" rotWithShape="0" algn="tl" dir="2700000" dist="12175">
                <a:srgbClr val="000000">
                  <a:alpha val="40000"/>
                </a:srgbClr>
              </a:outerShdw>
            </a:effectLst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E8590E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09</a:t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grpSp>
        <p:nvGrpSpPr>
          <p:cNvPr id="516" name="Google Shape;516;p103" title="Milestone 3"/>
          <p:cNvGrpSpPr/>
          <p:nvPr/>
        </p:nvGrpSpPr>
        <p:grpSpPr>
          <a:xfrm>
            <a:off x="4925136" y="853641"/>
            <a:ext cx="795479" cy="3368276"/>
            <a:chOff x="3264973" y="381017"/>
            <a:chExt cx="1257476" cy="5058231"/>
          </a:xfrm>
        </p:grpSpPr>
        <p:sp>
          <p:nvSpPr>
            <p:cNvPr id="517" name="Google Shape;517;p103" title="Milestone Arrow"/>
            <p:cNvSpPr/>
            <p:nvPr/>
          </p:nvSpPr>
          <p:spPr>
            <a:xfrm>
              <a:off x="3275133" y="2226548"/>
              <a:ext cx="470400" cy="3212700"/>
            </a:xfrm>
            <a:prstGeom prst="downArrow">
              <a:avLst>
                <a:gd fmla="val 100000" name="adj1"/>
                <a:gd fmla="val 50000" name="adj2"/>
              </a:avLst>
            </a:prstGeom>
            <a:gradFill>
              <a:gsLst>
                <a:gs pos="0">
                  <a:srgbClr val="E8590E"/>
                </a:gs>
                <a:gs pos="100000">
                  <a:srgbClr val="F2F2F2"/>
                </a:gs>
              </a:gsLst>
              <a:lin ang="5400700" scaled="0"/>
            </a:gradFill>
            <a:ln>
              <a:noFill/>
            </a:ln>
          </p:spPr>
          <p:txBody>
            <a:bodyPr anchorCtr="0" anchor="ctr" bIns="43800" lIns="87650" spcFirstLastPara="1" rIns="87650" wrap="square" tIns="4380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FFFFFF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</p:txBody>
        </p:sp>
        <p:sp>
          <p:nvSpPr>
            <p:cNvPr id="518" name="Google Shape;518;p103" title="Milestone Number"/>
            <p:cNvSpPr/>
            <p:nvPr/>
          </p:nvSpPr>
          <p:spPr>
            <a:xfrm>
              <a:off x="3361849" y="2360183"/>
              <a:ext cx="297000" cy="2970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  <a:effectLst>
              <a:outerShdw blurRad="24350" rotWithShape="0" algn="tl" dir="2700000" dist="12175">
                <a:srgbClr val="000000">
                  <a:alpha val="40000"/>
                </a:srgbClr>
              </a:outerShdw>
            </a:effectLst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E8590E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12</a:t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grpSp>
          <p:nvGrpSpPr>
            <p:cNvPr id="519" name="Google Shape;519;p103" title="Milestone Text"/>
            <p:cNvGrpSpPr/>
            <p:nvPr/>
          </p:nvGrpSpPr>
          <p:grpSpPr>
            <a:xfrm>
              <a:off x="3264973" y="381017"/>
              <a:ext cx="1257476" cy="563771"/>
              <a:chOff x="1925534" y="-1078573"/>
              <a:chExt cx="1257476" cy="563771"/>
            </a:xfrm>
          </p:grpSpPr>
          <p:sp>
            <p:nvSpPr>
              <p:cNvPr id="520" name="Google Shape;520;p103"/>
              <p:cNvSpPr txBox="1"/>
              <p:nvPr/>
            </p:nvSpPr>
            <p:spPr>
              <a:xfrm>
                <a:off x="1925534" y="-1078573"/>
                <a:ext cx="1120200" cy="5571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200"/>
                  <a:buFont typeface="Arial"/>
                  <a:buNone/>
                </a:pPr>
                <a:r>
                  <a:rPr b="0" i="0" lang="en" sz="9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Open Source </a:t>
                </a:r>
                <a:endParaRPr b="0" i="0" sz="900" u="none" cap="none" strike="noStrike">
                  <a:solidFill>
                    <a:srgbClr val="FFD966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200"/>
                  <a:buFont typeface="Arial"/>
                  <a:buNone/>
                </a:pPr>
                <a:r>
                  <a:rPr b="0" i="0" lang="en" sz="9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Days 2022</a:t>
                </a:r>
                <a:endParaRPr b="0" i="0" sz="900" u="none" cap="none" strike="noStrike">
                  <a:solidFill>
                    <a:srgbClr val="FFD966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521" name="Google Shape;521;p103"/>
              <p:cNvSpPr txBox="1"/>
              <p:nvPr/>
            </p:nvSpPr>
            <p:spPr>
              <a:xfrm>
                <a:off x="1937410" y="-668702"/>
                <a:ext cx="1245600" cy="1539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August 8-9</a:t>
                </a:r>
                <a:endParaRPr b="0" i="0" sz="200" u="none" cap="none" strike="noStrike">
                  <a:solidFill>
                    <a:srgbClr val="4EB7C5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1" i="0" lang="en" sz="800" u="none" cap="none" strike="noStrike">
                    <a:solidFill>
                      <a:srgbClr val="E8590E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OpenFX</a:t>
                </a:r>
                <a:endParaRPr b="1" i="0" sz="800" u="none" cap="none" strike="noStrike">
                  <a:solidFill>
                    <a:srgbClr val="C3602C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1" i="0" lang="en" sz="800" u="none" cap="none" strike="noStrike">
                    <a:solidFill>
                      <a:srgbClr val="E8590E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OpenAssetIO</a:t>
                </a:r>
                <a:endParaRPr b="1" i="0" sz="800" u="none" cap="none" strike="noStrike">
                  <a:solidFill>
                    <a:srgbClr val="C3602C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1" i="0" lang="en" sz="800" u="none" cap="none" strike="noStrike">
                    <a:solidFill>
                      <a:srgbClr val="E8590E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Open Review </a:t>
                </a:r>
                <a:endParaRPr b="1" i="0" sz="800" u="none" cap="none" strike="noStrike">
                  <a:solidFill>
                    <a:srgbClr val="C3602C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1" i="0" lang="en" sz="800" u="none" cap="none" strike="noStrike">
                    <a:solidFill>
                      <a:srgbClr val="E8590E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Initiative</a:t>
                </a:r>
                <a:endParaRPr b="1" i="0" sz="800" u="none" cap="none" strike="noStrike">
                  <a:solidFill>
                    <a:srgbClr val="C3602C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Canonical</a:t>
                </a:r>
                <a:endParaRPr b="0" i="0" sz="800" u="none" cap="none" strike="noStrike">
                  <a:solidFill>
                    <a:srgbClr val="FFFFFF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Khronos Group</a:t>
                </a:r>
                <a:endParaRPr b="0" i="0" sz="800" u="none" cap="none" strike="noStrike">
                  <a:solidFill>
                    <a:srgbClr val="FFFFFF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t/>
                </a:r>
                <a:endParaRPr b="0" i="0" sz="8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</p:txBody>
          </p:sp>
        </p:grpSp>
      </p:grpSp>
      <p:cxnSp>
        <p:nvCxnSpPr>
          <p:cNvPr id="522" name="Google Shape;522;p103"/>
          <p:cNvCxnSpPr/>
          <p:nvPr/>
        </p:nvCxnSpPr>
        <p:spPr>
          <a:xfrm>
            <a:off x="2449608" y="4262030"/>
            <a:ext cx="0" cy="110400"/>
          </a:xfrm>
          <a:prstGeom prst="straightConnector1">
            <a:avLst/>
          </a:prstGeom>
          <a:noFill/>
          <a:ln cap="flat" cmpd="sng" w="9525">
            <a:solidFill>
              <a:srgbClr val="595959"/>
            </a:solidFill>
            <a:prstDash val="dash"/>
            <a:miter lim="8000"/>
            <a:headEnd len="sm" w="sm" type="none"/>
            <a:tailEnd len="sm" w="sm" type="none"/>
          </a:ln>
        </p:spPr>
      </p:cxnSp>
      <p:cxnSp>
        <p:nvCxnSpPr>
          <p:cNvPr id="523" name="Google Shape;523;p103"/>
          <p:cNvCxnSpPr/>
          <p:nvPr/>
        </p:nvCxnSpPr>
        <p:spPr>
          <a:xfrm>
            <a:off x="3946493" y="4262030"/>
            <a:ext cx="0" cy="110400"/>
          </a:xfrm>
          <a:prstGeom prst="straightConnector1">
            <a:avLst/>
          </a:prstGeom>
          <a:noFill/>
          <a:ln cap="flat" cmpd="sng" w="9525">
            <a:solidFill>
              <a:srgbClr val="595959"/>
            </a:solidFill>
            <a:prstDash val="dash"/>
            <a:miter lim="8000"/>
            <a:headEnd len="sm" w="sm" type="none"/>
            <a:tailEnd len="sm" w="sm" type="none"/>
          </a:ln>
        </p:spPr>
      </p:cxnSp>
      <p:cxnSp>
        <p:nvCxnSpPr>
          <p:cNvPr id="524" name="Google Shape;524;p103"/>
          <p:cNvCxnSpPr/>
          <p:nvPr/>
        </p:nvCxnSpPr>
        <p:spPr>
          <a:xfrm>
            <a:off x="5037271" y="4254962"/>
            <a:ext cx="0" cy="110400"/>
          </a:xfrm>
          <a:prstGeom prst="straightConnector1">
            <a:avLst/>
          </a:prstGeom>
          <a:noFill/>
          <a:ln cap="flat" cmpd="sng" w="9525">
            <a:solidFill>
              <a:srgbClr val="595959"/>
            </a:solidFill>
            <a:prstDash val="dash"/>
            <a:miter lim="8000"/>
            <a:headEnd len="sm" w="sm" type="none"/>
            <a:tailEnd len="sm" w="sm" type="none"/>
          </a:ln>
        </p:spPr>
      </p:cxnSp>
      <p:cxnSp>
        <p:nvCxnSpPr>
          <p:cNvPr id="525" name="Google Shape;525;p103"/>
          <p:cNvCxnSpPr/>
          <p:nvPr/>
        </p:nvCxnSpPr>
        <p:spPr>
          <a:xfrm>
            <a:off x="5885704" y="4254954"/>
            <a:ext cx="0" cy="110400"/>
          </a:xfrm>
          <a:prstGeom prst="straightConnector1">
            <a:avLst/>
          </a:prstGeom>
          <a:noFill/>
          <a:ln cap="flat" cmpd="sng" w="9525">
            <a:solidFill>
              <a:srgbClr val="595959"/>
            </a:solidFill>
            <a:prstDash val="dash"/>
            <a:miter lim="8000"/>
            <a:headEnd len="sm" w="sm" type="none"/>
            <a:tailEnd len="sm" w="sm" type="none"/>
          </a:ln>
        </p:spPr>
      </p:cxnSp>
      <p:sp>
        <p:nvSpPr>
          <p:cNvPr id="526" name="Google Shape;526;p103" title="Milestone Number"/>
          <p:cNvSpPr/>
          <p:nvPr/>
        </p:nvSpPr>
        <p:spPr>
          <a:xfrm>
            <a:off x="891160" y="417827"/>
            <a:ext cx="187800" cy="197700"/>
          </a:xfrm>
          <a:prstGeom prst="ellipse">
            <a:avLst/>
          </a:prstGeom>
          <a:solidFill>
            <a:schemeClr val="lt1"/>
          </a:solidFill>
          <a:ln>
            <a:noFill/>
          </a:ln>
          <a:effectLst>
            <a:outerShdw blurRad="24350" rotWithShape="0" algn="tl" dir="2700000" dist="12175">
              <a:srgbClr val="000000">
                <a:alpha val="40000"/>
              </a:srgbClr>
            </a:outerShdw>
          </a:effectLst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760" u="none" cap="none" strike="noStrike">
                <a:solidFill>
                  <a:srgbClr val="E8590E"/>
                </a:solidFill>
                <a:latin typeface="Trebuchet MS"/>
                <a:ea typeface="Trebuchet MS"/>
                <a:cs typeface="Trebuchet MS"/>
                <a:sym typeface="Trebuchet MS"/>
              </a:rPr>
              <a:t>01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grpSp>
        <p:nvGrpSpPr>
          <p:cNvPr id="527" name="Google Shape;527;p103"/>
          <p:cNvGrpSpPr/>
          <p:nvPr/>
        </p:nvGrpSpPr>
        <p:grpSpPr>
          <a:xfrm>
            <a:off x="5278400" y="2106574"/>
            <a:ext cx="428859" cy="2088852"/>
            <a:chOff x="9017403" y="-182500"/>
            <a:chExt cx="677931" cy="3136886"/>
          </a:xfrm>
        </p:grpSpPr>
        <p:sp>
          <p:nvSpPr>
            <p:cNvPr id="528" name="Google Shape;528;p103" title="Milestone Arrow"/>
            <p:cNvSpPr/>
            <p:nvPr/>
          </p:nvSpPr>
          <p:spPr>
            <a:xfrm>
              <a:off x="9044628" y="899386"/>
              <a:ext cx="470400" cy="2055000"/>
            </a:xfrm>
            <a:prstGeom prst="downArrow">
              <a:avLst>
                <a:gd fmla="val 100000" name="adj1"/>
                <a:gd fmla="val 50000" name="adj2"/>
              </a:avLst>
            </a:prstGeom>
            <a:gradFill>
              <a:gsLst>
                <a:gs pos="0">
                  <a:srgbClr val="E8590E"/>
                </a:gs>
                <a:gs pos="100000">
                  <a:srgbClr val="F2F2F2"/>
                </a:gs>
              </a:gsLst>
              <a:lin ang="5400700" scaled="0"/>
            </a:gradFill>
            <a:ln>
              <a:noFill/>
            </a:ln>
          </p:spPr>
          <p:txBody>
            <a:bodyPr anchorCtr="0" anchor="ctr" bIns="43800" lIns="87650" spcFirstLastPara="1" rIns="87650" wrap="square" tIns="4380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FFFFFF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</p:txBody>
        </p:sp>
        <p:grpSp>
          <p:nvGrpSpPr>
            <p:cNvPr id="529" name="Google Shape;529;p103" title="Milestone Text"/>
            <p:cNvGrpSpPr/>
            <p:nvPr/>
          </p:nvGrpSpPr>
          <p:grpSpPr>
            <a:xfrm>
              <a:off x="9017403" y="-182500"/>
              <a:ext cx="677931" cy="586518"/>
              <a:chOff x="2170751" y="-1290535"/>
              <a:chExt cx="677931" cy="565919"/>
            </a:xfrm>
          </p:grpSpPr>
          <p:sp>
            <p:nvSpPr>
              <p:cNvPr id="530" name="Google Shape;530;p103"/>
              <p:cNvSpPr txBox="1"/>
              <p:nvPr/>
            </p:nvSpPr>
            <p:spPr>
              <a:xfrm>
                <a:off x="2177282" y="-1290535"/>
                <a:ext cx="671400" cy="1884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200"/>
                  <a:buFont typeface="Arial"/>
                  <a:buNone/>
                </a:pPr>
                <a:r>
                  <a:rPr b="0" i="0" lang="en" sz="6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Open Source </a:t>
                </a:r>
                <a:endParaRPr b="0" i="0" sz="600" u="none" cap="none" strike="noStrike">
                  <a:solidFill>
                    <a:srgbClr val="FFD966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200"/>
                  <a:buFont typeface="Arial"/>
                  <a:buNone/>
                </a:pPr>
                <a:r>
                  <a:rPr b="0" i="0" lang="en" sz="6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Forum 2023</a:t>
                </a:r>
                <a:endParaRPr b="0" i="0" sz="600" u="none" cap="none" strike="noStrike">
                  <a:solidFill>
                    <a:srgbClr val="FFD966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</p:txBody>
          </p:sp>
          <p:sp>
            <p:nvSpPr>
              <p:cNvPr id="531" name="Google Shape;531;p103"/>
              <p:cNvSpPr txBox="1"/>
              <p:nvPr/>
            </p:nvSpPr>
            <p:spPr>
              <a:xfrm>
                <a:off x="2170751" y="-878516"/>
                <a:ext cx="671400" cy="1539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6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Feb 16 2023</a:t>
                </a:r>
                <a:endParaRPr b="0" i="0" sz="600" u="none" cap="none" strike="noStrike">
                  <a:solidFill>
                    <a:srgbClr val="FFD966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00"/>
                  <a:buFont typeface="Arial"/>
                  <a:buNone/>
                </a:pPr>
                <a:r>
                  <a:t/>
                </a:r>
                <a:endParaRPr b="0" i="0" sz="100" u="none" cap="none" strike="noStrike">
                  <a:solidFill>
                    <a:srgbClr val="BA461C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800"/>
                  <a:buFont typeface="Arial"/>
                  <a:buNone/>
                </a:pPr>
                <a:r>
                  <a:rPr b="0" i="0" lang="en" sz="7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HP</a:t>
                </a:r>
                <a:endParaRPr b="0" i="0" sz="700" u="none" cap="none" strike="noStrike">
                  <a:solidFill>
                    <a:schemeClr val="lt1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800"/>
                  <a:buFont typeface="Arial"/>
                  <a:buNone/>
                </a:pPr>
                <a:r>
                  <a:rPr b="0" i="0" lang="en" sz="6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Framestore</a:t>
                </a:r>
                <a:endParaRPr b="0" i="0" sz="600" u="none" cap="none" strike="noStrike">
                  <a:solidFill>
                    <a:schemeClr val="lt1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t/>
                </a:r>
                <a:endParaRPr b="0" i="0" sz="8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</p:txBody>
          </p:sp>
        </p:grpSp>
        <p:sp>
          <p:nvSpPr>
            <p:cNvPr id="532" name="Google Shape;532;p103" title="Milestone Number"/>
            <p:cNvSpPr/>
            <p:nvPr/>
          </p:nvSpPr>
          <p:spPr>
            <a:xfrm>
              <a:off x="9143029" y="1014215"/>
              <a:ext cx="297300" cy="2973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  <a:effectLst>
              <a:outerShdw blurRad="24350" rotWithShape="0" algn="tl" dir="2700000" dist="12175">
                <a:srgbClr val="000000">
                  <a:alpha val="40000"/>
                </a:srgbClr>
              </a:outerShdw>
            </a:effectLst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E8590E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13</a:t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cxnSp>
        <p:nvCxnSpPr>
          <p:cNvPr id="533" name="Google Shape;533;p103"/>
          <p:cNvCxnSpPr/>
          <p:nvPr/>
        </p:nvCxnSpPr>
        <p:spPr>
          <a:xfrm>
            <a:off x="966187" y="4235309"/>
            <a:ext cx="0" cy="110400"/>
          </a:xfrm>
          <a:prstGeom prst="straightConnector1">
            <a:avLst/>
          </a:prstGeom>
          <a:noFill/>
          <a:ln cap="flat" cmpd="sng" w="9525">
            <a:solidFill>
              <a:srgbClr val="595959"/>
            </a:solidFill>
            <a:prstDash val="dash"/>
            <a:miter lim="8000"/>
            <a:headEnd len="sm" w="sm" type="none"/>
            <a:tailEnd len="sm" w="sm" type="none"/>
          </a:ln>
        </p:spPr>
      </p:cxnSp>
      <p:sp>
        <p:nvSpPr>
          <p:cNvPr id="534" name="Google Shape;534;p103"/>
          <p:cNvSpPr txBox="1"/>
          <p:nvPr/>
        </p:nvSpPr>
        <p:spPr>
          <a:xfrm>
            <a:off x="4468566" y="4448780"/>
            <a:ext cx="3363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Feb</a:t>
            </a:r>
            <a:endParaRPr b="1" i="0" sz="8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35" name="Google Shape;535;p103"/>
          <p:cNvSpPr txBox="1"/>
          <p:nvPr/>
        </p:nvSpPr>
        <p:spPr>
          <a:xfrm>
            <a:off x="5374650" y="4703738"/>
            <a:ext cx="4692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E8590E"/>
                </a:solidFill>
                <a:latin typeface="Arial"/>
                <a:ea typeface="Arial"/>
                <a:cs typeface="Arial"/>
                <a:sym typeface="Arial"/>
              </a:rPr>
              <a:t>2023</a:t>
            </a:r>
            <a:endParaRPr b="0" i="0" sz="14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36" name="Google Shape;536;p103"/>
          <p:cNvSpPr txBox="1"/>
          <p:nvPr/>
        </p:nvSpPr>
        <p:spPr>
          <a:xfrm>
            <a:off x="5634369" y="4455901"/>
            <a:ext cx="4692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August</a:t>
            </a:r>
            <a:endParaRPr b="0" i="0" sz="8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grpSp>
        <p:nvGrpSpPr>
          <p:cNvPr id="537" name="Google Shape;537;p103" title="Milestone 3"/>
          <p:cNvGrpSpPr/>
          <p:nvPr/>
        </p:nvGrpSpPr>
        <p:grpSpPr>
          <a:xfrm>
            <a:off x="5700067" y="755688"/>
            <a:ext cx="746150" cy="3460626"/>
            <a:chOff x="3275150" y="242254"/>
            <a:chExt cx="1179497" cy="5196916"/>
          </a:xfrm>
        </p:grpSpPr>
        <p:sp>
          <p:nvSpPr>
            <p:cNvPr id="538" name="Google Shape;538;p103" title="Milestone Arrow"/>
            <p:cNvSpPr/>
            <p:nvPr/>
          </p:nvSpPr>
          <p:spPr>
            <a:xfrm>
              <a:off x="3275150" y="1978370"/>
              <a:ext cx="470400" cy="3460800"/>
            </a:xfrm>
            <a:prstGeom prst="downArrow">
              <a:avLst>
                <a:gd fmla="val 100000" name="adj1"/>
                <a:gd fmla="val 50000" name="adj2"/>
              </a:avLst>
            </a:prstGeom>
            <a:gradFill>
              <a:gsLst>
                <a:gs pos="0">
                  <a:srgbClr val="E8590E"/>
                </a:gs>
                <a:gs pos="100000">
                  <a:srgbClr val="F2F2F2"/>
                </a:gs>
              </a:gsLst>
              <a:lin ang="5400700" scaled="0"/>
            </a:gradFill>
            <a:ln>
              <a:noFill/>
            </a:ln>
          </p:spPr>
          <p:txBody>
            <a:bodyPr anchorCtr="0" anchor="ctr" bIns="43800" lIns="87650" spcFirstLastPara="1" rIns="87650" wrap="square" tIns="4380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FFFFFF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</p:txBody>
        </p:sp>
        <p:sp>
          <p:nvSpPr>
            <p:cNvPr id="539" name="Google Shape;539;p103" title="Milestone Number"/>
            <p:cNvSpPr/>
            <p:nvPr/>
          </p:nvSpPr>
          <p:spPr>
            <a:xfrm>
              <a:off x="3361849" y="2140777"/>
              <a:ext cx="297000" cy="2970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  <a:effectLst>
              <a:outerShdw blurRad="24350" rotWithShape="0" algn="tl" dir="2700000" dist="12175">
                <a:srgbClr val="000000">
                  <a:alpha val="40000"/>
                </a:srgbClr>
              </a:outerShdw>
            </a:effectLst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E8590E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14</a:t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grpSp>
          <p:nvGrpSpPr>
            <p:cNvPr id="540" name="Google Shape;540;p103" title="Milestone Text"/>
            <p:cNvGrpSpPr/>
            <p:nvPr/>
          </p:nvGrpSpPr>
          <p:grpSpPr>
            <a:xfrm>
              <a:off x="3276844" y="242254"/>
              <a:ext cx="1177803" cy="725775"/>
              <a:chOff x="1937405" y="-1217337"/>
              <a:chExt cx="1177803" cy="725775"/>
            </a:xfrm>
          </p:grpSpPr>
          <p:sp>
            <p:nvSpPr>
              <p:cNvPr id="541" name="Google Shape;541;p103"/>
              <p:cNvSpPr txBox="1"/>
              <p:nvPr/>
            </p:nvSpPr>
            <p:spPr>
              <a:xfrm>
                <a:off x="1937408" y="-1217337"/>
                <a:ext cx="1177800" cy="5571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200"/>
                  <a:buFont typeface="Arial"/>
                  <a:buNone/>
                </a:pPr>
                <a:r>
                  <a:rPr b="0" i="0" lang="en" sz="10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Open Source Days 2023</a:t>
                </a:r>
                <a:endParaRPr b="0" i="0" sz="1000" u="none" cap="none" strike="noStrike">
                  <a:solidFill>
                    <a:srgbClr val="FFD965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542" name="Google Shape;542;p103"/>
              <p:cNvSpPr txBox="1"/>
              <p:nvPr/>
            </p:nvSpPr>
            <p:spPr>
              <a:xfrm>
                <a:off x="1937405" y="-645462"/>
                <a:ext cx="1177800" cy="1539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July 25 - </a:t>
                </a:r>
                <a:endParaRPr b="0" i="0" sz="800" u="none" cap="none" strike="noStrike">
                  <a:solidFill>
                    <a:srgbClr val="FFD965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August 7, 2023</a:t>
                </a:r>
                <a:endParaRPr b="0" i="0" sz="800" u="none" cap="none" strike="noStrike">
                  <a:solidFill>
                    <a:srgbClr val="FFD965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1" i="0" lang="en" sz="800" u="none" cap="none" strike="noStrike">
                    <a:solidFill>
                      <a:srgbClr val="E8590E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OpenImageIO</a:t>
                </a:r>
                <a:endParaRPr b="0" i="0" sz="200" u="none" cap="none" strike="noStrike">
                  <a:solidFill>
                    <a:srgbClr val="C3602C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Otoy</a:t>
                </a:r>
                <a:endParaRPr b="0" i="0" sz="800" u="none" cap="none" strike="noStrike">
                  <a:solidFill>
                    <a:srgbClr val="FFFFFF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Bolt Graphics</a:t>
                </a:r>
                <a:endParaRPr b="0" i="0" sz="800" u="none" cap="none" strike="noStrike">
                  <a:solidFill>
                    <a:srgbClr val="FFFFFF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Coreweave</a:t>
                </a:r>
                <a:endParaRPr b="0" i="0" sz="800" u="none" cap="none" strike="noStrike">
                  <a:solidFill>
                    <a:srgbClr val="FFFFFF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t/>
                </a:r>
                <a:endParaRPr b="0" i="0" sz="8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</p:txBody>
          </p:sp>
        </p:grpSp>
      </p:grpSp>
      <p:sp>
        <p:nvSpPr>
          <p:cNvPr id="543" name="Google Shape;543;p103"/>
          <p:cNvSpPr txBox="1"/>
          <p:nvPr/>
        </p:nvSpPr>
        <p:spPr>
          <a:xfrm>
            <a:off x="6276365" y="4703720"/>
            <a:ext cx="4692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E8590E"/>
                </a:solidFill>
                <a:latin typeface="Arial"/>
                <a:ea typeface="Arial"/>
                <a:cs typeface="Arial"/>
                <a:sym typeface="Arial"/>
              </a:rPr>
              <a:t>2024</a:t>
            </a:r>
            <a:endParaRPr b="0" i="0" sz="14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grpSp>
        <p:nvGrpSpPr>
          <p:cNvPr id="544" name="Google Shape;544;p103"/>
          <p:cNvGrpSpPr/>
          <p:nvPr/>
        </p:nvGrpSpPr>
        <p:grpSpPr>
          <a:xfrm>
            <a:off x="6038489" y="1916024"/>
            <a:ext cx="469136" cy="2278989"/>
            <a:chOff x="9007206" y="-259743"/>
            <a:chExt cx="741600" cy="3213917"/>
          </a:xfrm>
        </p:grpSpPr>
        <p:sp>
          <p:nvSpPr>
            <p:cNvPr id="545" name="Google Shape;545;p103" title="Milestone Arrow"/>
            <p:cNvSpPr/>
            <p:nvPr/>
          </p:nvSpPr>
          <p:spPr>
            <a:xfrm>
              <a:off x="9065676" y="666374"/>
              <a:ext cx="470400" cy="2287800"/>
            </a:xfrm>
            <a:prstGeom prst="downArrow">
              <a:avLst>
                <a:gd fmla="val 100000" name="adj1"/>
                <a:gd fmla="val 50000" name="adj2"/>
              </a:avLst>
            </a:prstGeom>
            <a:gradFill>
              <a:gsLst>
                <a:gs pos="0">
                  <a:srgbClr val="E8590E"/>
                </a:gs>
                <a:gs pos="100000">
                  <a:srgbClr val="F2F2F2"/>
                </a:gs>
              </a:gsLst>
              <a:lin ang="5400700" scaled="0"/>
            </a:gradFill>
            <a:ln>
              <a:noFill/>
            </a:ln>
          </p:spPr>
          <p:txBody>
            <a:bodyPr anchorCtr="0" anchor="ctr" bIns="43800" lIns="87650" spcFirstLastPara="1" rIns="87650" wrap="square" tIns="4380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FFFFFF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</p:txBody>
        </p:sp>
        <p:grpSp>
          <p:nvGrpSpPr>
            <p:cNvPr id="546" name="Google Shape;546;p103" title="Milestone Text"/>
            <p:cNvGrpSpPr/>
            <p:nvPr/>
          </p:nvGrpSpPr>
          <p:grpSpPr>
            <a:xfrm>
              <a:off x="9007206" y="-259743"/>
              <a:ext cx="741600" cy="509241"/>
              <a:chOff x="2160554" y="-1365064"/>
              <a:chExt cx="741600" cy="491356"/>
            </a:xfrm>
          </p:grpSpPr>
          <p:sp>
            <p:nvSpPr>
              <p:cNvPr id="547" name="Google Shape;547;p103"/>
              <p:cNvSpPr txBox="1"/>
              <p:nvPr/>
            </p:nvSpPr>
            <p:spPr>
              <a:xfrm>
                <a:off x="2160554" y="-1365064"/>
                <a:ext cx="741600" cy="1884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200"/>
                  <a:buFont typeface="Arial"/>
                  <a:buNone/>
                </a:pPr>
                <a:r>
                  <a:rPr b="0" i="0" lang="en" sz="6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Open Source </a:t>
                </a:r>
                <a:endParaRPr b="0" i="0" sz="600" u="none" cap="none" strike="noStrike">
                  <a:solidFill>
                    <a:srgbClr val="FFD966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200"/>
                  <a:buFont typeface="Arial"/>
                  <a:buNone/>
                </a:pPr>
                <a:r>
                  <a:rPr b="0" i="0" lang="en" sz="6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Forum 2024</a:t>
                </a:r>
                <a:endParaRPr b="0" i="0" sz="600" u="none" cap="none" strike="noStrike">
                  <a:solidFill>
                    <a:srgbClr val="FFD966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</p:txBody>
          </p:sp>
          <p:sp>
            <p:nvSpPr>
              <p:cNvPr id="548" name="Google Shape;548;p103"/>
              <p:cNvSpPr txBox="1"/>
              <p:nvPr/>
            </p:nvSpPr>
            <p:spPr>
              <a:xfrm>
                <a:off x="2170752" y="-1027608"/>
                <a:ext cx="730500" cy="1539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6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Feb 22 2024</a:t>
                </a:r>
                <a:endParaRPr b="0" i="0" sz="600" u="none" cap="none" strike="noStrike">
                  <a:solidFill>
                    <a:srgbClr val="FFD966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00"/>
                  <a:buFont typeface="Arial"/>
                  <a:buNone/>
                </a:pPr>
                <a:r>
                  <a:t/>
                </a:r>
                <a:endParaRPr b="0" i="0" sz="100" u="none" cap="none" strike="noStrike">
                  <a:solidFill>
                    <a:srgbClr val="BA461C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800"/>
                  <a:buFont typeface="Arial"/>
                  <a:buNone/>
                </a:pPr>
                <a:r>
                  <a:rPr b="0" i="0" lang="en" sz="7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Mod Tech </a:t>
                </a:r>
                <a:endParaRPr b="0" i="0" sz="700" u="none" cap="none" strike="noStrike">
                  <a:solidFill>
                    <a:schemeClr val="lt1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800"/>
                  <a:buFont typeface="Arial"/>
                  <a:buNone/>
                </a:pPr>
                <a:r>
                  <a:rPr b="0" i="0" lang="en" sz="7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Labs</a:t>
                </a:r>
                <a:endParaRPr b="0" i="0" sz="700" u="none" cap="none" strike="noStrike">
                  <a:solidFill>
                    <a:schemeClr val="lt1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t/>
                </a:r>
                <a:endParaRPr b="0" i="0" sz="8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</p:txBody>
          </p:sp>
        </p:grpSp>
        <p:sp>
          <p:nvSpPr>
            <p:cNvPr id="549" name="Google Shape;549;p103" title="Milestone Number"/>
            <p:cNvSpPr/>
            <p:nvPr/>
          </p:nvSpPr>
          <p:spPr>
            <a:xfrm>
              <a:off x="9143848" y="809505"/>
              <a:ext cx="297300" cy="2973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  <a:effectLst>
              <a:outerShdw blurRad="24350" rotWithShape="0" algn="tl" dir="2700000" dist="12175">
                <a:srgbClr val="000000">
                  <a:alpha val="40000"/>
                </a:srgbClr>
              </a:outerShdw>
            </a:effectLst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E8590E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15</a:t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sp>
        <p:nvSpPr>
          <p:cNvPr id="550" name="Google Shape;550;p103"/>
          <p:cNvSpPr txBox="1"/>
          <p:nvPr/>
        </p:nvSpPr>
        <p:spPr>
          <a:xfrm>
            <a:off x="6088586" y="4465607"/>
            <a:ext cx="3363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Feb</a:t>
            </a:r>
            <a:endParaRPr b="0" i="0" sz="8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551" name="Google Shape;551;p103"/>
          <p:cNvCxnSpPr/>
          <p:nvPr/>
        </p:nvCxnSpPr>
        <p:spPr>
          <a:xfrm>
            <a:off x="6253771" y="4263052"/>
            <a:ext cx="0" cy="110400"/>
          </a:xfrm>
          <a:prstGeom prst="straightConnector1">
            <a:avLst/>
          </a:prstGeom>
          <a:noFill/>
          <a:ln cap="flat" cmpd="sng" w="9525">
            <a:solidFill>
              <a:srgbClr val="595959"/>
            </a:solidFill>
            <a:prstDash val="dash"/>
            <a:miter lim="8000"/>
            <a:headEnd len="sm" w="sm" type="none"/>
            <a:tailEnd len="sm" w="sm" type="none"/>
          </a:ln>
        </p:spPr>
      </p:cxnSp>
      <p:cxnSp>
        <p:nvCxnSpPr>
          <p:cNvPr id="552" name="Google Shape;552;p103"/>
          <p:cNvCxnSpPr/>
          <p:nvPr/>
        </p:nvCxnSpPr>
        <p:spPr>
          <a:xfrm>
            <a:off x="3114571" y="4252126"/>
            <a:ext cx="0" cy="110400"/>
          </a:xfrm>
          <a:prstGeom prst="straightConnector1">
            <a:avLst/>
          </a:prstGeom>
          <a:noFill/>
          <a:ln cap="flat" cmpd="sng" w="9525">
            <a:solidFill>
              <a:srgbClr val="595959"/>
            </a:solidFill>
            <a:prstDash val="dash"/>
            <a:miter lim="8000"/>
            <a:headEnd len="sm" w="sm" type="none"/>
            <a:tailEnd len="sm" w="sm" type="none"/>
          </a:ln>
        </p:spPr>
      </p:cxnSp>
      <p:grpSp>
        <p:nvGrpSpPr>
          <p:cNvPr id="553" name="Google Shape;553;p103" title="Milestone 3"/>
          <p:cNvGrpSpPr/>
          <p:nvPr/>
        </p:nvGrpSpPr>
        <p:grpSpPr>
          <a:xfrm>
            <a:off x="6487687" y="327963"/>
            <a:ext cx="746145" cy="3888390"/>
            <a:chOff x="3275158" y="-400072"/>
            <a:chExt cx="1179489" cy="5839300"/>
          </a:xfrm>
        </p:grpSpPr>
        <p:sp>
          <p:nvSpPr>
            <p:cNvPr id="554" name="Google Shape;554;p103" title="Milestone Arrow"/>
            <p:cNvSpPr/>
            <p:nvPr/>
          </p:nvSpPr>
          <p:spPr>
            <a:xfrm>
              <a:off x="3275158" y="896328"/>
              <a:ext cx="470400" cy="4542900"/>
            </a:xfrm>
            <a:prstGeom prst="downArrow">
              <a:avLst>
                <a:gd fmla="val 100000" name="adj1"/>
                <a:gd fmla="val 50000" name="adj2"/>
              </a:avLst>
            </a:prstGeom>
            <a:gradFill>
              <a:gsLst>
                <a:gs pos="0">
                  <a:srgbClr val="E8590E"/>
                </a:gs>
                <a:gs pos="100000">
                  <a:srgbClr val="F2F2F2"/>
                </a:gs>
              </a:gsLst>
              <a:lin ang="5400700" scaled="0"/>
            </a:gradFill>
            <a:ln>
              <a:noFill/>
            </a:ln>
          </p:spPr>
          <p:txBody>
            <a:bodyPr anchorCtr="0" anchor="ctr" bIns="43800" lIns="87650" spcFirstLastPara="1" rIns="87650" wrap="square" tIns="4380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FFFFFF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</p:txBody>
        </p:sp>
        <p:sp>
          <p:nvSpPr>
            <p:cNvPr id="555" name="Google Shape;555;p103" title="Milestone Number"/>
            <p:cNvSpPr/>
            <p:nvPr/>
          </p:nvSpPr>
          <p:spPr>
            <a:xfrm>
              <a:off x="3361849" y="1039026"/>
              <a:ext cx="297000" cy="2970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  <a:effectLst>
              <a:outerShdw blurRad="24350" rotWithShape="0" algn="tl" dir="2700000" dist="12175">
                <a:srgbClr val="000000">
                  <a:alpha val="40000"/>
                </a:srgbClr>
              </a:outerShdw>
            </a:effectLst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E8590E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16</a:t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grpSp>
          <p:nvGrpSpPr>
            <p:cNvPr id="556" name="Google Shape;556;p103" title="Milestone Text"/>
            <p:cNvGrpSpPr/>
            <p:nvPr/>
          </p:nvGrpSpPr>
          <p:grpSpPr>
            <a:xfrm>
              <a:off x="3276000" y="-400072"/>
              <a:ext cx="1178647" cy="692550"/>
              <a:chOff x="1936561" y="-1859663"/>
              <a:chExt cx="1178647" cy="692550"/>
            </a:xfrm>
          </p:grpSpPr>
          <p:sp>
            <p:nvSpPr>
              <p:cNvPr id="557" name="Google Shape;557;p103"/>
              <p:cNvSpPr txBox="1"/>
              <p:nvPr/>
            </p:nvSpPr>
            <p:spPr>
              <a:xfrm>
                <a:off x="1937408" y="-1859663"/>
                <a:ext cx="1177800" cy="5571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200"/>
                  <a:buFont typeface="Arial"/>
                  <a:buNone/>
                </a:pPr>
                <a:r>
                  <a:rPr b="0" i="0" lang="en" sz="10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Open Source Days 2024</a:t>
                </a:r>
                <a:endParaRPr b="0" i="0" sz="1000" u="none" cap="none" strike="noStrike">
                  <a:solidFill>
                    <a:srgbClr val="FFD965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558" name="Google Shape;558;p103"/>
              <p:cNvSpPr txBox="1"/>
              <p:nvPr/>
            </p:nvSpPr>
            <p:spPr>
              <a:xfrm>
                <a:off x="1936561" y="-1321013"/>
                <a:ext cx="1100400" cy="1539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7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July 23-29 2024</a:t>
                </a:r>
                <a:endParaRPr b="0" i="0" sz="700" u="none" cap="none" strike="noStrike">
                  <a:solidFill>
                    <a:srgbClr val="FFD965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t/>
                </a:r>
                <a:endParaRPr b="0" i="0" sz="200" u="none" cap="none" strike="noStrike">
                  <a:solidFill>
                    <a:srgbClr val="C3602C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Samsung</a:t>
                </a:r>
                <a:endParaRPr b="0" i="0" sz="800" u="none" cap="none" strike="noStrike">
                  <a:solidFill>
                    <a:schemeClr val="lt1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Caligra</a:t>
                </a:r>
                <a:endParaRPr b="0" i="0" sz="800" u="none" cap="none" strike="noStrike">
                  <a:solidFill>
                    <a:schemeClr val="lt1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t/>
                </a:r>
                <a:endParaRPr b="0" i="0" sz="8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</p:txBody>
          </p:sp>
        </p:grpSp>
      </p:grpSp>
      <p:cxnSp>
        <p:nvCxnSpPr>
          <p:cNvPr id="559" name="Google Shape;559;p103"/>
          <p:cNvCxnSpPr/>
          <p:nvPr/>
        </p:nvCxnSpPr>
        <p:spPr>
          <a:xfrm>
            <a:off x="6682444" y="4263810"/>
            <a:ext cx="0" cy="110400"/>
          </a:xfrm>
          <a:prstGeom prst="straightConnector1">
            <a:avLst/>
          </a:prstGeom>
          <a:noFill/>
          <a:ln cap="flat" cmpd="sng" w="9525">
            <a:solidFill>
              <a:srgbClr val="595959"/>
            </a:solidFill>
            <a:prstDash val="dash"/>
            <a:miter lim="8000"/>
            <a:headEnd len="sm" w="sm" type="none"/>
            <a:tailEnd len="sm" w="sm" type="none"/>
          </a:ln>
        </p:spPr>
      </p:cxnSp>
      <p:sp>
        <p:nvSpPr>
          <p:cNvPr id="560" name="Google Shape;560;p103"/>
          <p:cNvSpPr txBox="1"/>
          <p:nvPr/>
        </p:nvSpPr>
        <p:spPr>
          <a:xfrm>
            <a:off x="6431108" y="4464757"/>
            <a:ext cx="4692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August</a:t>
            </a:r>
            <a:endParaRPr b="0" i="0" sz="8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561" name="Google Shape;561;p103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5699933" y="320175"/>
            <a:ext cx="318020" cy="411785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562" name="Google Shape;562;p103"/>
          <p:cNvGrpSpPr/>
          <p:nvPr/>
        </p:nvGrpSpPr>
        <p:grpSpPr>
          <a:xfrm>
            <a:off x="6840209" y="1042643"/>
            <a:ext cx="600073" cy="3160877"/>
            <a:chOff x="9026982" y="-1503580"/>
            <a:chExt cx="948582" cy="4457589"/>
          </a:xfrm>
        </p:grpSpPr>
        <p:sp>
          <p:nvSpPr>
            <p:cNvPr id="563" name="Google Shape;563;p103" title="Milestone Arrow"/>
            <p:cNvSpPr/>
            <p:nvPr/>
          </p:nvSpPr>
          <p:spPr>
            <a:xfrm>
              <a:off x="9039410" y="-203191"/>
              <a:ext cx="470400" cy="3157200"/>
            </a:xfrm>
            <a:prstGeom prst="downArrow">
              <a:avLst>
                <a:gd fmla="val 100000" name="adj1"/>
                <a:gd fmla="val 50000" name="adj2"/>
              </a:avLst>
            </a:prstGeom>
            <a:gradFill>
              <a:gsLst>
                <a:gs pos="0">
                  <a:srgbClr val="E8590E"/>
                </a:gs>
                <a:gs pos="100000">
                  <a:srgbClr val="F2F2F2"/>
                </a:gs>
              </a:gsLst>
              <a:lin ang="5400700" scaled="0"/>
            </a:gradFill>
            <a:ln>
              <a:noFill/>
            </a:ln>
          </p:spPr>
          <p:txBody>
            <a:bodyPr anchorCtr="0" anchor="ctr" bIns="43800" lIns="87650" spcFirstLastPara="1" rIns="87650" wrap="square" tIns="4380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FFFFFF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</p:txBody>
        </p:sp>
        <p:grpSp>
          <p:nvGrpSpPr>
            <p:cNvPr id="564" name="Google Shape;564;p103" title="Milestone Text"/>
            <p:cNvGrpSpPr/>
            <p:nvPr/>
          </p:nvGrpSpPr>
          <p:grpSpPr>
            <a:xfrm>
              <a:off x="9026982" y="-1503580"/>
              <a:ext cx="948582" cy="733247"/>
              <a:chOff x="2180330" y="-2565217"/>
              <a:chExt cx="948582" cy="707494"/>
            </a:xfrm>
          </p:grpSpPr>
          <p:sp>
            <p:nvSpPr>
              <p:cNvPr id="565" name="Google Shape;565;p103"/>
              <p:cNvSpPr txBox="1"/>
              <p:nvPr/>
            </p:nvSpPr>
            <p:spPr>
              <a:xfrm>
                <a:off x="2180330" y="-2565217"/>
                <a:ext cx="948000" cy="1884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200"/>
                  <a:buFont typeface="Arial"/>
                  <a:buNone/>
                </a:pPr>
                <a:r>
                  <a:rPr b="0" i="0" lang="en" sz="65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Open </a:t>
                </a:r>
                <a:endParaRPr b="0" i="0" sz="65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200"/>
                  <a:buFont typeface="Arial"/>
                  <a:buNone/>
                </a:pPr>
                <a:r>
                  <a:rPr b="0" i="0" lang="en" sz="65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Source </a:t>
                </a:r>
                <a:endParaRPr b="0" i="0" sz="650" u="none" cap="none" strike="noStrike">
                  <a:solidFill>
                    <a:srgbClr val="FFD965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200"/>
                  <a:buFont typeface="Arial"/>
                  <a:buNone/>
                </a:pPr>
                <a:r>
                  <a:rPr b="0" i="0" lang="en" sz="65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Forum</a:t>
                </a:r>
                <a:endParaRPr/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200"/>
                  <a:buFont typeface="Arial"/>
                  <a:buNone/>
                </a:pPr>
                <a:r>
                  <a:rPr b="0" i="0" lang="en" sz="65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2025</a:t>
                </a:r>
                <a:endParaRPr b="0" i="0" sz="650" u="none" cap="none" strike="noStrike">
                  <a:solidFill>
                    <a:srgbClr val="FFD965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</p:txBody>
          </p:sp>
          <p:sp>
            <p:nvSpPr>
              <p:cNvPr id="566" name="Google Shape;566;p103"/>
              <p:cNvSpPr txBox="1"/>
              <p:nvPr/>
            </p:nvSpPr>
            <p:spPr>
              <a:xfrm>
                <a:off x="2180912" y="-2011623"/>
                <a:ext cx="948000" cy="1539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7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F</a:t>
                </a:r>
                <a:r>
                  <a:rPr b="0" i="0" lang="en" sz="6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eb 13</a:t>
                </a:r>
                <a:endParaRPr b="0" i="0" sz="100" u="none" cap="none" strike="noStrike">
                  <a:solidFill>
                    <a:srgbClr val="BA461C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800"/>
                  <a:buFont typeface="Arial"/>
                  <a:buNone/>
                </a:pPr>
                <a:r>
                  <a:rPr b="1" i="0" lang="en" sz="700" u="none" cap="none" strike="noStrike">
                    <a:solidFill>
                      <a:srgbClr val="E8590E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OpenAPV</a:t>
                </a:r>
                <a:endParaRPr b="1" i="0" sz="700" u="none" cap="none" strike="noStrike">
                  <a:solidFill>
                    <a:srgbClr val="C3602C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800"/>
                  <a:buFont typeface="Arial"/>
                  <a:buNone/>
                </a:pPr>
                <a:r>
                  <a:t/>
                </a:r>
                <a:endParaRPr b="1" i="0" sz="100" u="none" cap="none" strike="noStrike">
                  <a:solidFill>
                    <a:srgbClr val="C3602C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800"/>
                  <a:buFont typeface="Arial"/>
                  <a:buNone/>
                </a:pPr>
                <a:r>
                  <a:rPr b="0" i="0" lang="en" sz="6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Stability.ai </a:t>
                </a:r>
                <a:endParaRPr b="0" i="0" sz="600" u="none" cap="none" strike="noStrike">
                  <a:solidFill>
                    <a:schemeClr val="lt1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800"/>
                  <a:buFont typeface="Arial"/>
                  <a:buNone/>
                </a:pPr>
                <a:r>
                  <a:rPr b="0" i="0" lang="en" sz="6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RaynaultVFX</a:t>
                </a:r>
                <a:endParaRPr b="0" i="0" sz="600" u="none" cap="none" strike="noStrike">
                  <a:solidFill>
                    <a:schemeClr val="lt1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t/>
                </a:r>
                <a:endParaRPr b="0" i="0" sz="8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</p:txBody>
          </p:sp>
        </p:grpSp>
        <p:sp>
          <p:nvSpPr>
            <p:cNvPr id="567" name="Google Shape;567;p103" title="Milestone Number"/>
            <p:cNvSpPr/>
            <p:nvPr/>
          </p:nvSpPr>
          <p:spPr>
            <a:xfrm>
              <a:off x="9117588" y="-112001"/>
              <a:ext cx="297300" cy="2973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  <a:effectLst>
              <a:outerShdw blurRad="24350" rotWithShape="0" algn="tl" dir="2700000" dist="12175">
                <a:srgbClr val="000000">
                  <a:alpha val="40000"/>
                </a:srgbClr>
              </a:outerShdw>
            </a:effectLst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E8590E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17</a:t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sp>
        <p:nvSpPr>
          <p:cNvPr id="568" name="Google Shape;568;p103"/>
          <p:cNvSpPr txBox="1"/>
          <p:nvPr/>
        </p:nvSpPr>
        <p:spPr>
          <a:xfrm>
            <a:off x="6829319" y="4474229"/>
            <a:ext cx="3363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Feb</a:t>
            </a:r>
            <a:endParaRPr b="0" i="0" sz="8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569" name="Google Shape;569;p103"/>
          <p:cNvCxnSpPr/>
          <p:nvPr/>
        </p:nvCxnSpPr>
        <p:spPr>
          <a:xfrm>
            <a:off x="6994504" y="4262056"/>
            <a:ext cx="0" cy="110400"/>
          </a:xfrm>
          <a:prstGeom prst="straightConnector1">
            <a:avLst/>
          </a:prstGeom>
          <a:noFill/>
          <a:ln cap="flat" cmpd="sng" w="9525">
            <a:solidFill>
              <a:srgbClr val="595959"/>
            </a:solidFill>
            <a:prstDash val="dash"/>
            <a:miter lim="8000"/>
            <a:headEnd len="sm" w="sm" type="none"/>
            <a:tailEnd len="sm" w="sm" type="none"/>
          </a:ln>
        </p:spPr>
      </p:cxnSp>
      <p:sp>
        <p:nvSpPr>
          <p:cNvPr id="570" name="Google Shape;570;p103"/>
          <p:cNvSpPr txBox="1"/>
          <p:nvPr/>
        </p:nvSpPr>
        <p:spPr>
          <a:xfrm>
            <a:off x="7084163" y="4695788"/>
            <a:ext cx="4692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E8590E"/>
                </a:solidFill>
                <a:latin typeface="Arial"/>
                <a:ea typeface="Arial"/>
                <a:cs typeface="Arial"/>
                <a:sym typeface="Arial"/>
              </a:rPr>
              <a:t>2025</a:t>
            </a:r>
            <a:endParaRPr b="0" i="0" sz="14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71" name="Google Shape;571;p103" title="Milestone Arrow"/>
          <p:cNvSpPr/>
          <p:nvPr/>
        </p:nvSpPr>
        <p:spPr>
          <a:xfrm>
            <a:off x="7291185" y="1749770"/>
            <a:ext cx="297600" cy="2464800"/>
          </a:xfrm>
          <a:prstGeom prst="downArrow">
            <a:avLst>
              <a:gd fmla="val 100000" name="adj1"/>
              <a:gd fmla="val 50000" name="adj2"/>
            </a:avLst>
          </a:prstGeom>
          <a:gradFill>
            <a:gsLst>
              <a:gs pos="0">
                <a:srgbClr val="E8590E"/>
              </a:gs>
              <a:gs pos="100000">
                <a:srgbClr val="F2F2F2"/>
              </a:gs>
            </a:gsLst>
            <a:lin ang="5400700" scaled="0"/>
          </a:gradFill>
          <a:ln>
            <a:noFill/>
          </a:ln>
        </p:spPr>
        <p:txBody>
          <a:bodyPr anchorCtr="0" anchor="ctr" bIns="43800" lIns="87650" spcFirstLastPara="1" rIns="87650" wrap="square" tIns="438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FFFFFF"/>
              </a:solidFill>
              <a:latin typeface="Trebuchet MS"/>
              <a:ea typeface="Trebuchet MS"/>
              <a:cs typeface="Trebuchet MS"/>
              <a:sym typeface="Trebuchet MS"/>
            </a:endParaRPr>
          </a:p>
        </p:txBody>
      </p:sp>
      <p:grpSp>
        <p:nvGrpSpPr>
          <p:cNvPr id="572" name="Google Shape;572;p103"/>
          <p:cNvGrpSpPr/>
          <p:nvPr/>
        </p:nvGrpSpPr>
        <p:grpSpPr>
          <a:xfrm>
            <a:off x="7275678" y="341429"/>
            <a:ext cx="850784" cy="451943"/>
            <a:chOff x="2170879" y="-1050366"/>
            <a:chExt cx="1344900" cy="654800"/>
          </a:xfrm>
        </p:grpSpPr>
        <p:sp>
          <p:nvSpPr>
            <p:cNvPr id="573" name="Google Shape;573;p103"/>
            <p:cNvSpPr txBox="1"/>
            <p:nvPr/>
          </p:nvSpPr>
          <p:spPr>
            <a:xfrm>
              <a:off x="2170879" y="-1050366"/>
              <a:ext cx="1344900" cy="5571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200"/>
                <a:buFont typeface="Arial"/>
                <a:buNone/>
              </a:pPr>
              <a:r>
                <a:rPr b="0" i="0" lang="en" sz="10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Open Source Days 2025</a:t>
              </a:r>
              <a:endParaRPr b="0" i="0" sz="1000" u="none" cap="none" strike="noStrike">
                <a:solidFill>
                  <a:srgbClr val="FFD965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74" name="Google Shape;574;p103"/>
            <p:cNvSpPr txBox="1"/>
            <p:nvPr/>
          </p:nvSpPr>
          <p:spPr>
            <a:xfrm>
              <a:off x="2181076" y="-549466"/>
              <a:ext cx="1090200" cy="1539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7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August  4-10</a:t>
              </a:r>
              <a:endParaRPr b="0" i="0" sz="700" u="none" cap="none" strike="noStrike">
                <a:solidFill>
                  <a:srgbClr val="FFD965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00"/>
                <a:buFont typeface="Arial"/>
                <a:buNone/>
              </a:pPr>
              <a:r>
                <a:t/>
              </a:r>
              <a:endParaRPr b="0" i="0" sz="200" u="none" cap="none" strike="noStrike">
                <a:solidFill>
                  <a:srgbClr val="4EB7C5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00"/>
                <a:buFont typeface="Arial"/>
                <a:buNone/>
              </a:pPr>
              <a:r>
                <a:t/>
              </a:r>
              <a:endParaRPr b="0" i="0" sz="100" u="none" cap="none" strike="noStrike">
                <a:solidFill>
                  <a:schemeClr val="lt1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1" i="0" lang="en" sz="800" u="none" cap="none" strike="noStrike">
                  <a:solidFill>
                    <a:srgbClr val="E8590E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ACES</a:t>
              </a:r>
              <a:endParaRPr b="1" i="0" sz="800" u="none" cap="none" strike="noStrike">
                <a:solidFill>
                  <a:srgbClr val="C3602C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1" i="0" lang="en" sz="800" u="none" cap="none" strike="noStrike">
                  <a:solidFill>
                    <a:srgbClr val="E8590E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DNA</a:t>
              </a:r>
              <a:endParaRPr b="1" i="0" sz="800" u="none" cap="none" strike="noStrike">
                <a:solidFill>
                  <a:srgbClr val="C3602C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1" i="0" lang="en" sz="800" u="none" cap="none" strike="noStrike">
                  <a:solidFill>
                    <a:srgbClr val="E8590E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RMTC</a:t>
              </a:r>
              <a:endParaRPr b="1" i="0" sz="800" u="none" cap="none" strike="noStrike">
                <a:solidFill>
                  <a:srgbClr val="C3602C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t/>
              </a:r>
              <a:endParaRPr b="0" i="0" sz="500" u="none" cap="none" strike="noStrike">
                <a:solidFill>
                  <a:srgbClr val="FFFFFF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65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LAIKA</a:t>
              </a:r>
              <a:endParaRPr b="0" i="0" sz="650" u="none" cap="none" strike="noStrike">
                <a:solidFill>
                  <a:srgbClr val="FFFFFF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65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Skydance Animation</a:t>
              </a:r>
              <a:endParaRPr b="0" i="0" sz="650" u="none" cap="none" strike="noStrike">
                <a:solidFill>
                  <a:srgbClr val="FFFFFF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t/>
              </a:r>
              <a:endParaRPr b="0" i="0" sz="800" u="none" cap="none" strike="noStrike">
                <a:solidFill>
                  <a:srgbClr val="000000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</p:txBody>
        </p:sp>
      </p:grpSp>
      <p:sp>
        <p:nvSpPr>
          <p:cNvPr id="575" name="Google Shape;575;p103" title="Milestone Number"/>
          <p:cNvSpPr/>
          <p:nvPr/>
        </p:nvSpPr>
        <p:spPr>
          <a:xfrm>
            <a:off x="7338660" y="1862162"/>
            <a:ext cx="188100" cy="210900"/>
          </a:xfrm>
          <a:prstGeom prst="ellipse">
            <a:avLst/>
          </a:prstGeom>
          <a:solidFill>
            <a:schemeClr val="lt1"/>
          </a:solidFill>
          <a:ln>
            <a:noFill/>
          </a:ln>
          <a:effectLst>
            <a:outerShdw blurRad="24350" rotWithShape="0" algn="tl" dir="2700000" dist="12175">
              <a:srgbClr val="000000">
                <a:alpha val="40000"/>
              </a:srgbClr>
            </a:outerShdw>
          </a:effectLst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760" u="none" cap="none" strike="noStrike">
                <a:solidFill>
                  <a:srgbClr val="E8590E"/>
                </a:solidFill>
                <a:latin typeface="Trebuchet MS"/>
                <a:ea typeface="Trebuchet MS"/>
                <a:cs typeface="Trebuchet MS"/>
                <a:sym typeface="Trebuchet MS"/>
              </a:rPr>
              <a:t>18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76" name="Google Shape;576;p103"/>
          <p:cNvSpPr txBox="1"/>
          <p:nvPr/>
        </p:nvSpPr>
        <p:spPr>
          <a:xfrm>
            <a:off x="7232193" y="4468178"/>
            <a:ext cx="4692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August</a:t>
            </a:r>
            <a:endParaRPr b="0" i="0" sz="8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577" name="Google Shape;577;p103"/>
          <p:cNvCxnSpPr/>
          <p:nvPr/>
        </p:nvCxnSpPr>
        <p:spPr>
          <a:xfrm>
            <a:off x="7452237" y="4264059"/>
            <a:ext cx="0" cy="110400"/>
          </a:xfrm>
          <a:prstGeom prst="straightConnector1">
            <a:avLst/>
          </a:prstGeom>
          <a:noFill/>
          <a:ln cap="flat" cmpd="sng" w="9525">
            <a:solidFill>
              <a:srgbClr val="595959"/>
            </a:solidFill>
            <a:prstDash val="dash"/>
            <a:miter lim="8000"/>
            <a:headEnd len="sm" w="sm" type="none"/>
            <a:tailEnd len="sm" w="sm" type="none"/>
          </a:ln>
        </p:spPr>
      </p:cxnSp>
      <p:sp>
        <p:nvSpPr>
          <p:cNvPr id="578" name="Google Shape;578;p103"/>
          <p:cNvSpPr txBox="1"/>
          <p:nvPr/>
        </p:nvSpPr>
        <p:spPr>
          <a:xfrm>
            <a:off x="697387" y="4433520"/>
            <a:ext cx="4692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August</a:t>
            </a:r>
            <a:endParaRPr b="0" i="0" sz="8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79" name="Google Shape;579;p103"/>
          <p:cNvSpPr txBox="1"/>
          <p:nvPr/>
        </p:nvSpPr>
        <p:spPr>
          <a:xfrm>
            <a:off x="7933533" y="4702757"/>
            <a:ext cx="4692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E8590E"/>
                </a:solidFill>
                <a:latin typeface="Arial"/>
                <a:ea typeface="Arial"/>
                <a:cs typeface="Arial"/>
                <a:sym typeface="Arial"/>
              </a:rPr>
              <a:t>2026</a:t>
            </a:r>
            <a:endParaRPr b="0" i="0" sz="14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580" name="Google Shape;580;p103"/>
          <p:cNvCxnSpPr/>
          <p:nvPr/>
        </p:nvCxnSpPr>
        <p:spPr>
          <a:xfrm>
            <a:off x="7928088" y="4254959"/>
            <a:ext cx="0" cy="110400"/>
          </a:xfrm>
          <a:prstGeom prst="straightConnector1">
            <a:avLst/>
          </a:prstGeom>
          <a:noFill/>
          <a:ln cap="flat" cmpd="sng" w="9525">
            <a:solidFill>
              <a:srgbClr val="595959"/>
            </a:solidFill>
            <a:prstDash val="dash"/>
            <a:miter lim="8000"/>
            <a:headEnd len="sm" w="sm" type="none"/>
            <a:tailEnd len="sm" w="sm" type="none"/>
          </a:ln>
        </p:spPr>
      </p:cxnSp>
      <p:sp>
        <p:nvSpPr>
          <p:cNvPr id="581" name="Google Shape;581;p103"/>
          <p:cNvSpPr txBox="1"/>
          <p:nvPr/>
        </p:nvSpPr>
        <p:spPr>
          <a:xfrm>
            <a:off x="7744382" y="4465918"/>
            <a:ext cx="3363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Feb</a:t>
            </a:r>
            <a:endParaRPr b="0" i="0" sz="8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grpSp>
        <p:nvGrpSpPr>
          <p:cNvPr id="582" name="Google Shape;582;p103"/>
          <p:cNvGrpSpPr/>
          <p:nvPr/>
        </p:nvGrpSpPr>
        <p:grpSpPr>
          <a:xfrm>
            <a:off x="7661779" y="1021248"/>
            <a:ext cx="691270" cy="3182340"/>
            <a:chOff x="9025022" y="-1533733"/>
            <a:chExt cx="1092744" cy="4487858"/>
          </a:xfrm>
        </p:grpSpPr>
        <p:sp>
          <p:nvSpPr>
            <p:cNvPr id="583" name="Google Shape;583;p103" title="Milestone Arrow"/>
            <p:cNvSpPr/>
            <p:nvPr/>
          </p:nvSpPr>
          <p:spPr>
            <a:xfrm>
              <a:off x="9039410" y="-58775"/>
              <a:ext cx="470400" cy="3012900"/>
            </a:xfrm>
            <a:prstGeom prst="downArrow">
              <a:avLst>
                <a:gd fmla="val 100000" name="adj1"/>
                <a:gd fmla="val 50000" name="adj2"/>
              </a:avLst>
            </a:prstGeom>
            <a:gradFill>
              <a:gsLst>
                <a:gs pos="0">
                  <a:srgbClr val="E8590E"/>
                </a:gs>
                <a:gs pos="100000">
                  <a:srgbClr val="F2F2F2"/>
                </a:gs>
              </a:gsLst>
              <a:lin ang="5400700" scaled="0"/>
            </a:gradFill>
            <a:ln>
              <a:noFill/>
            </a:ln>
          </p:spPr>
          <p:txBody>
            <a:bodyPr anchorCtr="0" anchor="ctr" bIns="43800" lIns="87650" spcFirstLastPara="1" rIns="87650" wrap="square" tIns="4380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FFFFFF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</p:txBody>
        </p:sp>
        <p:grpSp>
          <p:nvGrpSpPr>
            <p:cNvPr id="584" name="Google Shape;584;p103" title="Milestone Text"/>
            <p:cNvGrpSpPr/>
            <p:nvPr/>
          </p:nvGrpSpPr>
          <p:grpSpPr>
            <a:xfrm>
              <a:off x="9025022" y="-1533733"/>
              <a:ext cx="1092744" cy="458721"/>
              <a:chOff x="2178370" y="-2594312"/>
              <a:chExt cx="1092744" cy="442610"/>
            </a:xfrm>
          </p:grpSpPr>
          <p:sp>
            <p:nvSpPr>
              <p:cNvPr id="585" name="Google Shape;585;p103"/>
              <p:cNvSpPr txBox="1"/>
              <p:nvPr/>
            </p:nvSpPr>
            <p:spPr>
              <a:xfrm>
                <a:off x="2178370" y="-2594312"/>
                <a:ext cx="1090200" cy="834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200"/>
                  <a:buFont typeface="Arial"/>
                  <a:buNone/>
                </a:pPr>
                <a:r>
                  <a:rPr b="0" i="0" lang="en" sz="65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Open Source </a:t>
                </a:r>
                <a:endParaRPr b="0" i="0" sz="650" u="none" cap="none" strike="noStrike">
                  <a:solidFill>
                    <a:schemeClr val="lt1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200"/>
                  <a:buFont typeface="Arial"/>
                  <a:buNone/>
                </a:pPr>
                <a:r>
                  <a:rPr b="0" i="0" lang="en" sz="65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Forum 2026</a:t>
                </a:r>
                <a:endParaRPr b="0" i="0" sz="650" u="none" cap="none" strike="noStrike">
                  <a:solidFill>
                    <a:schemeClr val="lt1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</p:txBody>
          </p:sp>
          <p:sp>
            <p:nvSpPr>
              <p:cNvPr id="586" name="Google Shape;586;p103"/>
              <p:cNvSpPr txBox="1"/>
              <p:nvPr/>
            </p:nvSpPr>
            <p:spPr>
              <a:xfrm>
                <a:off x="2180914" y="-2305602"/>
                <a:ext cx="1090200" cy="1539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65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Feb 26 2026</a:t>
                </a:r>
                <a:endParaRPr b="0" i="0" sz="650" u="none" cap="none" strike="noStrike">
                  <a:solidFill>
                    <a:schemeClr val="lt1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00"/>
                  <a:buFont typeface="Arial"/>
                  <a:buNone/>
                </a:pPr>
                <a:r>
                  <a:t/>
                </a:r>
                <a:endParaRPr b="0" i="0" sz="100" u="none" cap="none" strike="noStrike">
                  <a:solidFill>
                    <a:srgbClr val="FFD965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800"/>
                  <a:buFont typeface="Arial"/>
                  <a:buNone/>
                </a:pPr>
                <a:r>
                  <a:rPr b="1" i="0" lang="en" sz="700" u="none" cap="none" strike="noStrike">
                    <a:solidFill>
                      <a:srgbClr val="EA6C29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OpenPGL</a:t>
                </a:r>
                <a:endParaRPr b="1" i="0" sz="700" u="none" cap="none" strike="noStrike">
                  <a:solidFill>
                    <a:srgbClr val="EA6C29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800"/>
                  <a:buFont typeface="Arial"/>
                  <a:buNone/>
                </a:pPr>
                <a:r>
                  <a:rPr b="1" i="0" lang="en" sz="700" u="none" cap="none" strike="noStrike">
                    <a:solidFill>
                      <a:srgbClr val="EA6C29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OpenQMC</a:t>
                </a:r>
                <a:endParaRPr b="1" i="0" sz="700" u="none" cap="none" strike="noStrike">
                  <a:solidFill>
                    <a:srgbClr val="EA6C29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800"/>
                  <a:buFont typeface="Arial"/>
                  <a:buNone/>
                </a:pPr>
                <a:r>
                  <a:t/>
                </a:r>
                <a:endParaRPr b="1" i="0" sz="100" u="none" cap="none" strike="noStrike">
                  <a:solidFill>
                    <a:srgbClr val="C3602C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800"/>
                  <a:buFont typeface="Arial"/>
                  <a:buNone/>
                </a:pPr>
                <a:r>
                  <a:rPr b="0" i="0" lang="en" sz="7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Miris </a:t>
                </a:r>
                <a:endParaRPr b="0" i="0" sz="700" u="none" cap="none" strike="noStrike">
                  <a:solidFill>
                    <a:schemeClr val="lt1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800"/>
                  <a:buFont typeface="Arial"/>
                  <a:buNone/>
                </a:pPr>
                <a:r>
                  <a:rPr b="0" i="0" lang="en" sz="7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Texas A&amp;M</a:t>
                </a:r>
                <a:endParaRPr b="0" i="0" sz="700" u="none" cap="none" strike="noStrike">
                  <a:solidFill>
                    <a:schemeClr val="lt1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800"/>
                  <a:buFont typeface="Arial"/>
                  <a:buNone/>
                </a:pPr>
                <a:r>
                  <a:rPr b="0" i="0" lang="en" sz="7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O3DE</a:t>
                </a:r>
                <a:endParaRPr b="0" i="0" sz="700" u="none" cap="none" strike="noStrike">
                  <a:solidFill>
                    <a:schemeClr val="lt1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t/>
                </a:r>
                <a:endParaRPr b="0" i="0" sz="8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</p:txBody>
          </p:sp>
        </p:grpSp>
        <p:sp>
          <p:nvSpPr>
            <p:cNvPr id="587" name="Google Shape;587;p103" title="Milestone Number"/>
            <p:cNvSpPr/>
            <p:nvPr/>
          </p:nvSpPr>
          <p:spPr>
            <a:xfrm>
              <a:off x="9117589" y="88402"/>
              <a:ext cx="297300" cy="2973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  <a:effectLst>
              <a:outerShdw blurRad="24350" rotWithShape="0" algn="tl" dir="2700000" dist="12175">
                <a:srgbClr val="000000">
                  <a:alpha val="40000"/>
                </a:srgbClr>
              </a:outerShdw>
            </a:effectLst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E8590E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19</a:t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grpSp>
        <p:nvGrpSpPr>
          <p:cNvPr id="588" name="Google Shape;588;p103"/>
          <p:cNvGrpSpPr/>
          <p:nvPr/>
        </p:nvGrpSpPr>
        <p:grpSpPr>
          <a:xfrm>
            <a:off x="8141779" y="1021248"/>
            <a:ext cx="691270" cy="3182332"/>
            <a:chOff x="9025022" y="-1533733"/>
            <a:chExt cx="1092744" cy="4487846"/>
          </a:xfrm>
        </p:grpSpPr>
        <p:sp>
          <p:nvSpPr>
            <p:cNvPr id="589" name="Google Shape;589;p103" title="Milestone Arrow"/>
            <p:cNvSpPr/>
            <p:nvPr/>
          </p:nvSpPr>
          <p:spPr>
            <a:xfrm>
              <a:off x="9039410" y="-935087"/>
              <a:ext cx="470400" cy="3889200"/>
            </a:xfrm>
            <a:prstGeom prst="downArrow">
              <a:avLst>
                <a:gd fmla="val 100000" name="adj1"/>
                <a:gd fmla="val 50000" name="adj2"/>
              </a:avLst>
            </a:prstGeom>
            <a:gradFill>
              <a:gsLst>
                <a:gs pos="0">
                  <a:srgbClr val="E8590E"/>
                </a:gs>
                <a:gs pos="100000">
                  <a:srgbClr val="F2F2F2"/>
                </a:gs>
              </a:gsLst>
              <a:lin ang="5400700" scaled="0"/>
            </a:gradFill>
            <a:ln>
              <a:noFill/>
            </a:ln>
          </p:spPr>
          <p:txBody>
            <a:bodyPr anchorCtr="0" anchor="ctr" bIns="43800" lIns="87650" spcFirstLastPara="1" rIns="87650" wrap="square" tIns="4380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FFFFFF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</p:txBody>
        </p:sp>
        <p:grpSp>
          <p:nvGrpSpPr>
            <p:cNvPr id="590" name="Google Shape;590;p103" title="Milestone Text"/>
            <p:cNvGrpSpPr/>
            <p:nvPr/>
          </p:nvGrpSpPr>
          <p:grpSpPr>
            <a:xfrm>
              <a:off x="9025022" y="-1533733"/>
              <a:ext cx="1092744" cy="458721"/>
              <a:chOff x="2178370" y="-2594312"/>
              <a:chExt cx="1092744" cy="442610"/>
            </a:xfrm>
          </p:grpSpPr>
          <p:sp>
            <p:nvSpPr>
              <p:cNvPr id="591" name="Google Shape;591;p103"/>
              <p:cNvSpPr txBox="1"/>
              <p:nvPr/>
            </p:nvSpPr>
            <p:spPr>
              <a:xfrm>
                <a:off x="2178370" y="-2594312"/>
                <a:ext cx="1090200" cy="834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200"/>
                  <a:buFont typeface="Arial"/>
                  <a:buNone/>
                </a:pPr>
                <a:r>
                  <a:t/>
                </a:r>
                <a:endParaRPr b="0" i="0" sz="650" u="none" cap="none" strike="noStrike">
                  <a:solidFill>
                    <a:schemeClr val="lt1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200"/>
                  <a:buFont typeface="Arial"/>
                  <a:buNone/>
                </a:pPr>
                <a:r>
                  <a:t/>
                </a:r>
                <a:endParaRPr b="0" i="0" sz="650" u="none" cap="none" strike="noStrike">
                  <a:solidFill>
                    <a:schemeClr val="lt1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</p:txBody>
          </p:sp>
          <p:sp>
            <p:nvSpPr>
              <p:cNvPr id="592" name="Google Shape;592;p103"/>
              <p:cNvSpPr txBox="1"/>
              <p:nvPr/>
            </p:nvSpPr>
            <p:spPr>
              <a:xfrm>
                <a:off x="2180914" y="-2305602"/>
                <a:ext cx="1090200" cy="1539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t/>
                </a:r>
                <a:endParaRPr b="0" i="0" sz="650" u="none" cap="none" strike="noStrike">
                  <a:solidFill>
                    <a:schemeClr val="lt1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00"/>
                  <a:buFont typeface="Arial"/>
                  <a:buNone/>
                </a:pPr>
                <a:r>
                  <a:t/>
                </a:r>
                <a:endParaRPr b="0" i="0" sz="100" u="none" cap="none" strike="noStrike">
                  <a:solidFill>
                    <a:srgbClr val="FFD965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800"/>
                  <a:buFont typeface="Arial"/>
                  <a:buNone/>
                </a:pPr>
                <a:r>
                  <a:t/>
                </a:r>
                <a:endParaRPr b="0" i="0" sz="700" u="none" cap="none" strike="noStrike">
                  <a:solidFill>
                    <a:srgbClr val="FFD965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800"/>
                  <a:buFont typeface="Arial"/>
                  <a:buNone/>
                </a:pPr>
                <a:r>
                  <a:t/>
                </a:r>
                <a:endParaRPr b="0" i="0" sz="700" u="none" cap="none" strike="noStrike">
                  <a:solidFill>
                    <a:srgbClr val="FFD965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800"/>
                  <a:buFont typeface="Arial"/>
                  <a:buNone/>
                </a:pPr>
                <a:r>
                  <a:t/>
                </a:r>
                <a:endParaRPr b="1" i="0" sz="100" u="none" cap="none" strike="noStrike">
                  <a:solidFill>
                    <a:srgbClr val="C3602C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800"/>
                  <a:buFont typeface="Arial"/>
                  <a:buNone/>
                </a:pPr>
                <a:r>
                  <a:t/>
                </a:r>
                <a:endParaRPr b="0" i="0" sz="700" u="none" cap="none" strike="noStrike">
                  <a:solidFill>
                    <a:schemeClr val="lt1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800"/>
                  <a:buFont typeface="Arial"/>
                  <a:buNone/>
                </a:pPr>
                <a:r>
                  <a:t/>
                </a:r>
                <a:endParaRPr b="0" i="0" sz="700" u="none" cap="none" strike="noStrike">
                  <a:solidFill>
                    <a:schemeClr val="lt1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800"/>
                  <a:buFont typeface="Arial"/>
                  <a:buNone/>
                </a:pPr>
                <a:r>
                  <a:t/>
                </a:r>
                <a:endParaRPr b="0" i="0" sz="700" u="none" cap="none" strike="noStrike">
                  <a:solidFill>
                    <a:schemeClr val="lt1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t/>
                </a:r>
                <a:endParaRPr b="0" i="0" sz="8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</p:txBody>
          </p:sp>
        </p:grpSp>
        <p:sp>
          <p:nvSpPr>
            <p:cNvPr id="593" name="Google Shape;593;p103" title="Milestone Number"/>
            <p:cNvSpPr/>
            <p:nvPr/>
          </p:nvSpPr>
          <p:spPr>
            <a:xfrm>
              <a:off x="9121733" y="-821068"/>
              <a:ext cx="297300" cy="2973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  <a:effectLst>
              <a:outerShdw blurRad="24350" rotWithShape="0" algn="tl" dir="2700000" dist="12175">
                <a:srgbClr val="000000">
                  <a:alpha val="40000"/>
                </a:srgbClr>
              </a:outerShdw>
            </a:effectLst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E8590E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20</a:t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cxnSp>
        <p:nvCxnSpPr>
          <p:cNvPr id="594" name="Google Shape;594;p103"/>
          <p:cNvCxnSpPr/>
          <p:nvPr/>
        </p:nvCxnSpPr>
        <p:spPr>
          <a:xfrm>
            <a:off x="8408088" y="4254959"/>
            <a:ext cx="0" cy="110400"/>
          </a:xfrm>
          <a:prstGeom prst="straightConnector1">
            <a:avLst/>
          </a:prstGeom>
          <a:noFill/>
          <a:ln cap="flat" cmpd="sng" w="9525">
            <a:solidFill>
              <a:srgbClr val="595959"/>
            </a:solidFill>
            <a:prstDash val="dash"/>
            <a:miter lim="8000"/>
            <a:headEnd len="sm" w="sm" type="none"/>
            <a:tailEnd len="sm" w="sm" type="none"/>
          </a:ln>
        </p:spPr>
      </p:cxnSp>
      <p:sp>
        <p:nvSpPr>
          <p:cNvPr id="595" name="Google Shape;595;p103"/>
          <p:cNvSpPr txBox="1"/>
          <p:nvPr/>
        </p:nvSpPr>
        <p:spPr>
          <a:xfrm>
            <a:off x="8173533" y="4468178"/>
            <a:ext cx="4692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August</a:t>
            </a:r>
            <a:endParaRPr b="0" i="0" sz="8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grpSp>
        <p:nvGrpSpPr>
          <p:cNvPr id="596" name="Google Shape;596;p103"/>
          <p:cNvGrpSpPr/>
          <p:nvPr/>
        </p:nvGrpSpPr>
        <p:grpSpPr>
          <a:xfrm>
            <a:off x="8168078" y="350183"/>
            <a:ext cx="850784" cy="451943"/>
            <a:chOff x="2170879" y="-1050366"/>
            <a:chExt cx="1344900" cy="654800"/>
          </a:xfrm>
        </p:grpSpPr>
        <p:sp>
          <p:nvSpPr>
            <p:cNvPr id="597" name="Google Shape;597;p103"/>
            <p:cNvSpPr txBox="1"/>
            <p:nvPr/>
          </p:nvSpPr>
          <p:spPr>
            <a:xfrm>
              <a:off x="2170879" y="-1050366"/>
              <a:ext cx="1344900" cy="5571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200"/>
                <a:buFont typeface="Arial"/>
                <a:buNone/>
              </a:pPr>
              <a:r>
                <a:rPr b="0" i="0" lang="en" sz="1050" u="none" cap="none" strike="noStrike">
                  <a:solidFill>
                    <a:srgbClr val="005A66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Open Source Days 2026</a:t>
              </a:r>
              <a:endParaRPr b="0" i="0" sz="1050" u="none" cap="none" strike="noStrike">
                <a:solidFill>
                  <a:srgbClr val="005A66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98" name="Google Shape;598;p103"/>
            <p:cNvSpPr txBox="1"/>
            <p:nvPr/>
          </p:nvSpPr>
          <p:spPr>
            <a:xfrm>
              <a:off x="2181076" y="-549466"/>
              <a:ext cx="1090200" cy="1539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7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July 19-20, 2026</a:t>
              </a:r>
              <a:endParaRPr b="0" i="0" sz="700" u="none" cap="none" strike="noStrike">
                <a:solidFill>
                  <a:srgbClr val="FFD965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00"/>
                <a:buFont typeface="Arial"/>
                <a:buNone/>
              </a:pPr>
              <a:r>
                <a:t/>
              </a:r>
              <a:endParaRPr b="0" i="0" sz="200" u="none" cap="none" strike="noStrike">
                <a:solidFill>
                  <a:srgbClr val="4EB7C5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1" i="0" lang="en" sz="1000" u="none" cap="none" strike="noStrike">
                  <a:solidFill>
                    <a:srgbClr val="E8590E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MoonRay</a:t>
              </a:r>
              <a:endParaRPr b="0" i="0" sz="1000" u="none" cap="none" strike="noStrike">
                <a:solidFill>
                  <a:srgbClr val="FFFFFF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t/>
              </a:r>
              <a:endParaRPr b="0" i="0" sz="200" u="none" cap="none" strike="noStrike">
                <a:solidFill>
                  <a:srgbClr val="000000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CIQ</a:t>
              </a:r>
              <a:endParaRPr b="0" i="0" sz="800" u="none" cap="none" strike="noStrike">
                <a:solidFill>
                  <a:srgbClr val="FFFFFF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Evercast</a:t>
              </a:r>
              <a:endParaRPr b="0" i="0" sz="800" u="none" cap="none" strike="noStrike">
                <a:solidFill>
                  <a:srgbClr val="000000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lang="en" sz="800">
                  <a:latin typeface="Trebuchet MS"/>
                  <a:ea typeface="Trebuchet MS"/>
                  <a:cs typeface="Trebuchet MS"/>
                  <a:sym typeface="Trebuchet MS"/>
                </a:rPr>
                <a:t>RIT</a:t>
              </a:r>
              <a:endParaRPr sz="800">
                <a:latin typeface="Trebuchet MS"/>
                <a:ea typeface="Trebuchet MS"/>
                <a:cs typeface="Trebuchet MS"/>
                <a:sym typeface="Trebuchet MS"/>
              </a:endParaRPr>
            </a:p>
          </p:txBody>
        </p:sp>
      </p:grp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02" name="Shape 6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3" name="Google Shape;603;p104"/>
          <p:cNvSpPr txBox="1"/>
          <p:nvPr/>
        </p:nvSpPr>
        <p:spPr>
          <a:xfrm>
            <a:off x="336038" y="98419"/>
            <a:ext cx="8472000" cy="654000"/>
          </a:xfrm>
          <a:prstGeom prst="rect">
            <a:avLst/>
          </a:prstGeom>
          <a:noFill/>
          <a:ln>
            <a:noFill/>
          </a:ln>
        </p:spPr>
        <p:txBody>
          <a:bodyPr anchorCtr="0" anchor="t" bIns="82975" lIns="82975" spcFirstLastPara="1" rIns="82975" wrap="square" tIns="82975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</a:pPr>
            <a:r>
              <a:rPr b="1" i="0" lang="en" sz="350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Membership</a:t>
            </a:r>
            <a:endParaRPr b="1" i="0" sz="35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</a:pPr>
            <a:r>
              <a:t/>
            </a:r>
            <a:endParaRPr b="0" i="0" sz="13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04" name="Google Shape;604;p104"/>
          <p:cNvSpPr txBox="1"/>
          <p:nvPr/>
        </p:nvSpPr>
        <p:spPr>
          <a:xfrm>
            <a:off x="258094" y="917606"/>
            <a:ext cx="3834300" cy="329400"/>
          </a:xfrm>
          <a:prstGeom prst="rect">
            <a:avLst/>
          </a:prstGeom>
          <a:noFill/>
          <a:ln>
            <a:noFill/>
          </a:ln>
        </p:spPr>
        <p:txBody>
          <a:bodyPr anchorCtr="0" anchor="t" bIns="64025" lIns="64025" spcFirstLastPara="1" rIns="64025" wrap="square" tIns="64025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</a:pPr>
            <a:r>
              <a:rPr b="1" i="0" lang="en" sz="13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Premier</a:t>
            </a:r>
            <a:endParaRPr b="1" i="0" sz="13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05" name="Google Shape;605;p104"/>
          <p:cNvSpPr txBox="1"/>
          <p:nvPr/>
        </p:nvSpPr>
        <p:spPr>
          <a:xfrm>
            <a:off x="4087590" y="917606"/>
            <a:ext cx="3045300" cy="329400"/>
          </a:xfrm>
          <a:prstGeom prst="rect">
            <a:avLst/>
          </a:prstGeom>
          <a:noFill/>
          <a:ln>
            <a:noFill/>
          </a:ln>
        </p:spPr>
        <p:txBody>
          <a:bodyPr anchorCtr="0" anchor="t" bIns="64025" lIns="64025" spcFirstLastPara="1" rIns="64025" wrap="square" tIns="64025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</a:pPr>
            <a:r>
              <a:rPr b="1" i="0" lang="en" sz="13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General</a:t>
            </a:r>
            <a:endParaRPr b="1" i="0" sz="13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06" name="Google Shape;606;p104"/>
          <p:cNvSpPr txBox="1"/>
          <p:nvPr/>
        </p:nvSpPr>
        <p:spPr>
          <a:xfrm>
            <a:off x="7421710" y="892088"/>
            <a:ext cx="1438500" cy="329400"/>
          </a:xfrm>
          <a:prstGeom prst="rect">
            <a:avLst/>
          </a:prstGeom>
          <a:noFill/>
          <a:ln>
            <a:noFill/>
          </a:ln>
        </p:spPr>
        <p:txBody>
          <a:bodyPr anchorCtr="0" anchor="t" bIns="64025" lIns="64025" spcFirstLastPara="1" rIns="64025" wrap="square" tIns="64025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</a:pPr>
            <a:r>
              <a:rPr b="1" i="0" lang="en" sz="13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Associate</a:t>
            </a:r>
            <a:endParaRPr b="1" i="0" sz="13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607" name="Google Shape;607;p104"/>
          <p:cNvCxnSpPr/>
          <p:nvPr/>
        </p:nvCxnSpPr>
        <p:spPr>
          <a:xfrm flipH="1">
            <a:off x="4023772" y="1180575"/>
            <a:ext cx="4800" cy="3377700"/>
          </a:xfrm>
          <a:prstGeom prst="straightConnector1">
            <a:avLst/>
          </a:prstGeom>
          <a:noFill/>
          <a:ln cap="flat" cmpd="sng" w="15550">
            <a:solidFill>
              <a:srgbClr val="B49823"/>
            </a:solidFill>
            <a:prstDash val="solid"/>
            <a:miter lim="8000"/>
            <a:headEnd len="sm" w="sm" type="none"/>
            <a:tailEnd len="sm" w="sm" type="none"/>
          </a:ln>
        </p:spPr>
      </p:cxnSp>
      <p:cxnSp>
        <p:nvCxnSpPr>
          <p:cNvPr id="608" name="Google Shape;608;p104"/>
          <p:cNvCxnSpPr/>
          <p:nvPr/>
        </p:nvCxnSpPr>
        <p:spPr>
          <a:xfrm flipH="1">
            <a:off x="7091841" y="1180575"/>
            <a:ext cx="4800" cy="3377700"/>
          </a:xfrm>
          <a:prstGeom prst="straightConnector1">
            <a:avLst/>
          </a:prstGeom>
          <a:noFill/>
          <a:ln cap="flat" cmpd="sng" w="15550">
            <a:solidFill>
              <a:srgbClr val="B49823"/>
            </a:solidFill>
            <a:prstDash val="solid"/>
            <a:miter lim="8000"/>
            <a:headEnd len="sm" w="sm" type="none"/>
            <a:tailEnd len="sm" w="sm" type="none"/>
          </a:ln>
        </p:spPr>
      </p:cxnSp>
      <p:pic>
        <p:nvPicPr>
          <p:cNvPr id="609" name="Google Shape;609;p10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252154" y="1365806"/>
            <a:ext cx="1777549" cy="3111470"/>
          </a:xfrm>
          <a:prstGeom prst="rect">
            <a:avLst/>
          </a:prstGeom>
          <a:noFill/>
          <a:ln>
            <a:noFill/>
          </a:ln>
        </p:spPr>
      </p:pic>
      <p:pic>
        <p:nvPicPr>
          <p:cNvPr id="610" name="Google Shape;610;p104" title="Screenshot 2026-07-10 at 4.45.17 PM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539563" y="1247006"/>
            <a:ext cx="3271370" cy="3591692"/>
          </a:xfrm>
          <a:prstGeom prst="rect">
            <a:avLst/>
          </a:prstGeom>
          <a:noFill/>
          <a:ln>
            <a:noFill/>
          </a:ln>
        </p:spPr>
      </p:pic>
      <p:pic>
        <p:nvPicPr>
          <p:cNvPr id="611" name="Google Shape;611;p104" title="Screenshot 2026-07-10 at 4.49.33 PM.png"/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4126750" y="1284038"/>
            <a:ext cx="2809574" cy="2575437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15" name="Shape 6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6" name="Google Shape;616;p105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SzPts val="802"/>
              <a:buNone/>
            </a:pPr>
            <a:r>
              <a:rPr lang="en" sz="2230"/>
              <a:t>We’re a nonprofit, but not separately incorporated</a:t>
            </a:r>
            <a:endParaRPr sz="2230"/>
          </a:p>
        </p:txBody>
      </p:sp>
      <p:sp>
        <p:nvSpPr>
          <p:cNvPr id="617" name="Google Shape;617;p105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-298450" lvl="0" marL="342900" rtl="0" algn="l">
              <a:spcBef>
                <a:spcPts val="800"/>
              </a:spcBef>
              <a:spcAft>
                <a:spcPts val="0"/>
              </a:spcAft>
              <a:buSzPts val="2100"/>
              <a:buChar char="•"/>
            </a:pPr>
            <a:r>
              <a:rPr lang="en"/>
              <a:t>The Academy Software Foundation is part of the </a:t>
            </a:r>
            <a:r>
              <a:rPr lang="en" u="sng">
                <a:solidFill>
                  <a:schemeClr val="hlink"/>
                </a:solidFill>
                <a:hlinkClick r:id="rId3"/>
              </a:rPr>
              <a:t>the Linux Foundation</a:t>
            </a:r>
            <a:r>
              <a:rPr lang="en"/>
              <a:t> and is not a separate legal entity</a:t>
            </a:r>
            <a:endParaRPr/>
          </a:p>
          <a:p>
            <a:pPr indent="-298450" lvl="0" marL="342900" rtl="0" algn="l">
              <a:spcBef>
                <a:spcPts val="800"/>
              </a:spcBef>
              <a:spcAft>
                <a:spcPts val="0"/>
              </a:spcAft>
              <a:buSzPts val="2100"/>
              <a:buChar char="•"/>
            </a:pPr>
            <a:r>
              <a:rPr lang="en"/>
              <a:t>Therefore, the </a:t>
            </a:r>
            <a:r>
              <a:rPr lang="en"/>
              <a:t>Academy Software Foundation</a:t>
            </a:r>
            <a:r>
              <a:rPr lang="en"/>
              <a:t> Governing Board is not a </a:t>
            </a:r>
            <a:r>
              <a:rPr lang="en"/>
              <a:t>corporate</a:t>
            </a:r>
            <a:r>
              <a:rPr lang="en"/>
              <a:t> board of directors, and is not </a:t>
            </a:r>
            <a:r>
              <a:rPr lang="en"/>
              <a:t>subject to </a:t>
            </a:r>
            <a:r>
              <a:rPr lang="en"/>
              <a:t>corporate law statutes (e.g., those that govern f</a:t>
            </a:r>
            <a:r>
              <a:rPr lang="en"/>
              <a:t>iduciary</a:t>
            </a:r>
            <a:r>
              <a:rPr lang="en"/>
              <a:t> duties and how corporate boards of directors must operate)</a:t>
            </a:r>
            <a:endParaRPr/>
          </a:p>
          <a:p>
            <a:pPr indent="-298450" lvl="0" marL="342900" rtl="0" algn="l">
              <a:spcBef>
                <a:spcPts val="800"/>
              </a:spcBef>
              <a:spcAft>
                <a:spcPts val="0"/>
              </a:spcAft>
              <a:buSzPts val="2100"/>
              <a:buChar char="•"/>
            </a:pPr>
            <a:r>
              <a:rPr lang="en"/>
              <a:t>The powers and duties of the Governing Board are set forth in the </a:t>
            </a:r>
            <a:r>
              <a:rPr lang="en" u="sng">
                <a:solidFill>
                  <a:schemeClr val="hlink"/>
                </a:solidFill>
                <a:hlinkClick r:id="rId4"/>
              </a:rPr>
              <a:t>Academy Software Foundation Charter</a:t>
            </a:r>
            <a:endParaRPr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21" name="Shape 6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622" name="Google Shape;622;p106"/>
          <p:cNvCxnSpPr/>
          <p:nvPr/>
        </p:nvCxnSpPr>
        <p:spPr>
          <a:xfrm>
            <a:off x="8717535" y="2828751"/>
            <a:ext cx="0" cy="1545000"/>
          </a:xfrm>
          <a:prstGeom prst="straightConnector1">
            <a:avLst/>
          </a:prstGeom>
          <a:noFill/>
          <a:ln cap="flat" cmpd="sng" w="13150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23" name="Google Shape;623;p106"/>
          <p:cNvCxnSpPr/>
          <p:nvPr/>
        </p:nvCxnSpPr>
        <p:spPr>
          <a:xfrm>
            <a:off x="4418700" y="2830610"/>
            <a:ext cx="0" cy="1548300"/>
          </a:xfrm>
          <a:prstGeom prst="straightConnector1">
            <a:avLst/>
          </a:prstGeom>
          <a:noFill/>
          <a:ln cap="flat" cmpd="sng" w="13150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624" name="Google Shape;624;p106"/>
          <p:cNvSpPr/>
          <p:nvPr/>
        </p:nvSpPr>
        <p:spPr>
          <a:xfrm>
            <a:off x="8423371" y="3584224"/>
            <a:ext cx="588300" cy="417900"/>
          </a:xfrm>
          <a:prstGeom prst="rect">
            <a:avLst/>
          </a:prstGeom>
          <a:solidFill>
            <a:srgbClr val="FFFFFF"/>
          </a:solidFill>
          <a:ln cap="flat" cmpd="sng" w="1827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30150">
            <a:noAutofit/>
          </a:bodyPr>
          <a:lstStyle/>
          <a:p>
            <a:pPr indent="0" lvl="0" marL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61"/>
              <a:buFont typeface="Roboto"/>
              <a:buNone/>
            </a:pPr>
            <a:r>
              <a:t/>
            </a:r>
            <a:endParaRPr sz="437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61"/>
              <a:buFont typeface="Roboto"/>
              <a:buNone/>
            </a:pPr>
            <a:r>
              <a:t/>
            </a:r>
            <a:endParaRPr sz="437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61"/>
              <a:buFont typeface="Roboto"/>
              <a:buNone/>
            </a:pPr>
            <a:r>
              <a:t/>
            </a:r>
            <a:endParaRPr sz="437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61"/>
              <a:buFont typeface="Roboto"/>
              <a:buNone/>
            </a:pPr>
            <a:r>
              <a:t/>
            </a:r>
            <a:endParaRPr sz="437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61"/>
              <a:buFont typeface="Roboto"/>
              <a:buNone/>
            </a:pPr>
            <a:r>
              <a:rPr lang="en" sz="45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xSTUDIO</a:t>
            </a:r>
            <a:endParaRPr sz="45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625" name="Google Shape;625;p106"/>
          <p:cNvCxnSpPr/>
          <p:nvPr/>
        </p:nvCxnSpPr>
        <p:spPr>
          <a:xfrm>
            <a:off x="5312382" y="1817756"/>
            <a:ext cx="5400" cy="513900"/>
          </a:xfrm>
          <a:prstGeom prst="straightConnector1">
            <a:avLst/>
          </a:prstGeom>
          <a:noFill/>
          <a:ln cap="flat" cmpd="sng" w="1372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26" name="Google Shape;626;p106"/>
          <p:cNvCxnSpPr/>
          <p:nvPr/>
        </p:nvCxnSpPr>
        <p:spPr>
          <a:xfrm>
            <a:off x="6508145" y="1817756"/>
            <a:ext cx="5400" cy="513900"/>
          </a:xfrm>
          <a:prstGeom prst="straightConnector1">
            <a:avLst/>
          </a:prstGeom>
          <a:noFill/>
          <a:ln cap="flat" cmpd="sng" w="1372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27" name="Google Shape;627;p106"/>
          <p:cNvCxnSpPr/>
          <p:nvPr/>
        </p:nvCxnSpPr>
        <p:spPr>
          <a:xfrm>
            <a:off x="7728050" y="1799600"/>
            <a:ext cx="0" cy="536100"/>
          </a:xfrm>
          <a:prstGeom prst="straightConnector1">
            <a:avLst/>
          </a:prstGeom>
          <a:noFill/>
          <a:ln cap="flat" cmpd="sng" w="1372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28" name="Google Shape;628;p106"/>
          <p:cNvCxnSpPr/>
          <p:nvPr/>
        </p:nvCxnSpPr>
        <p:spPr>
          <a:xfrm>
            <a:off x="2886649" y="1817750"/>
            <a:ext cx="5400" cy="513900"/>
          </a:xfrm>
          <a:prstGeom prst="straightConnector1">
            <a:avLst/>
          </a:prstGeom>
          <a:noFill/>
          <a:ln cap="flat" cmpd="sng" w="1372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29" name="Google Shape;629;p106"/>
          <p:cNvCxnSpPr/>
          <p:nvPr/>
        </p:nvCxnSpPr>
        <p:spPr>
          <a:xfrm>
            <a:off x="697851" y="1810775"/>
            <a:ext cx="5400" cy="513900"/>
          </a:xfrm>
          <a:prstGeom prst="straightConnector1">
            <a:avLst/>
          </a:prstGeom>
          <a:noFill/>
          <a:ln cap="flat" cmpd="sng" w="1372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30" name="Google Shape;630;p106"/>
          <p:cNvCxnSpPr/>
          <p:nvPr/>
        </p:nvCxnSpPr>
        <p:spPr>
          <a:xfrm>
            <a:off x="1808561" y="1810700"/>
            <a:ext cx="5400" cy="513900"/>
          </a:xfrm>
          <a:prstGeom prst="straightConnector1">
            <a:avLst/>
          </a:prstGeom>
          <a:noFill/>
          <a:ln cap="flat" cmpd="sng" w="1372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31" name="Google Shape;631;p106"/>
          <p:cNvCxnSpPr/>
          <p:nvPr/>
        </p:nvCxnSpPr>
        <p:spPr>
          <a:xfrm>
            <a:off x="3977158" y="1810700"/>
            <a:ext cx="5400" cy="513900"/>
          </a:xfrm>
          <a:prstGeom prst="straightConnector1">
            <a:avLst/>
          </a:prstGeom>
          <a:noFill/>
          <a:ln cap="flat" cmpd="sng" w="1372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32" name="Google Shape;632;p106"/>
          <p:cNvCxnSpPr/>
          <p:nvPr/>
        </p:nvCxnSpPr>
        <p:spPr>
          <a:xfrm>
            <a:off x="6019409" y="2833889"/>
            <a:ext cx="0" cy="1593600"/>
          </a:xfrm>
          <a:prstGeom prst="straightConnector1">
            <a:avLst/>
          </a:prstGeom>
          <a:noFill/>
          <a:ln cap="flat" cmpd="sng" w="13150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633" name="Google Shape;633;p106"/>
          <p:cNvSpPr/>
          <p:nvPr/>
        </p:nvSpPr>
        <p:spPr>
          <a:xfrm>
            <a:off x="5724200" y="2998655"/>
            <a:ext cx="588300" cy="417900"/>
          </a:xfrm>
          <a:prstGeom prst="rect">
            <a:avLst/>
          </a:prstGeom>
          <a:solidFill>
            <a:srgbClr val="FFFFFF"/>
          </a:solidFill>
          <a:ln cap="flat" cmpd="sng" w="1827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3015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Arial"/>
              <a:buNone/>
            </a:pPr>
            <a:r>
              <a:t/>
            </a:r>
            <a:endParaRPr sz="699"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Arial"/>
              <a:buNone/>
            </a:pPr>
            <a:r>
              <a:t/>
            </a:r>
            <a:endParaRPr sz="873"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Arial"/>
              <a:buNone/>
            </a:pPr>
            <a:r>
              <a:t/>
            </a:r>
            <a:endParaRPr b="1" i="0" sz="786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634" name="Google Shape;634;p106"/>
          <p:cNvCxnSpPr/>
          <p:nvPr/>
        </p:nvCxnSpPr>
        <p:spPr>
          <a:xfrm>
            <a:off x="2811287" y="2834570"/>
            <a:ext cx="0" cy="1607400"/>
          </a:xfrm>
          <a:prstGeom prst="straightConnector1">
            <a:avLst/>
          </a:prstGeom>
          <a:noFill/>
          <a:ln cap="flat" cmpd="sng" w="13150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635" name="Google Shape;635;p106"/>
          <p:cNvSpPr/>
          <p:nvPr/>
        </p:nvSpPr>
        <p:spPr>
          <a:xfrm>
            <a:off x="2539642" y="2998610"/>
            <a:ext cx="545700" cy="417900"/>
          </a:xfrm>
          <a:prstGeom prst="rect">
            <a:avLst/>
          </a:prstGeom>
          <a:solidFill>
            <a:srgbClr val="FFFFFF"/>
          </a:solidFill>
          <a:ln cap="flat" cmpd="sng" w="1827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3015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262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262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636" name="Google Shape;636;p106"/>
          <p:cNvCxnSpPr/>
          <p:nvPr/>
        </p:nvCxnSpPr>
        <p:spPr>
          <a:xfrm>
            <a:off x="7579122" y="2842235"/>
            <a:ext cx="0" cy="1545000"/>
          </a:xfrm>
          <a:prstGeom prst="straightConnector1">
            <a:avLst/>
          </a:prstGeom>
          <a:noFill/>
          <a:ln cap="flat" cmpd="sng" w="13150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637" name="Google Shape;637;p106"/>
          <p:cNvSpPr txBox="1"/>
          <p:nvPr/>
        </p:nvSpPr>
        <p:spPr>
          <a:xfrm>
            <a:off x="354047" y="358405"/>
            <a:ext cx="8389800" cy="490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500"/>
              <a:buFont typeface="Arial"/>
              <a:buNone/>
            </a:pPr>
            <a:r>
              <a:rPr lang="en" sz="2400">
                <a:solidFill>
                  <a:schemeClr val="lt1"/>
                </a:solidFill>
              </a:rPr>
              <a:t>ASWF </a:t>
            </a:r>
            <a:r>
              <a:rPr i="0" lang="en" sz="2400" u="none" cap="none" strike="noStrike">
                <a:solidFill>
                  <a:schemeClr val="lt1"/>
                </a:solidFill>
              </a:rPr>
              <a:t>Structure</a:t>
            </a:r>
            <a:endParaRPr i="0" sz="2400" u="none" cap="none" strike="noStrike">
              <a:solidFill>
                <a:schemeClr val="lt1"/>
              </a:solidFill>
            </a:endParaRPr>
          </a:p>
          <a:p>
            <a:pPr indent="0" lvl="0" marL="0" marR="0" rtl="0" algn="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2500" u="none" cap="none" strike="noStrike">
              <a:solidFill>
                <a:srgbClr val="FFFFFF"/>
              </a:solidFill>
              <a:latin typeface="Open Sans"/>
              <a:ea typeface="Open Sans"/>
              <a:cs typeface="Open Sans"/>
              <a:sym typeface="Open Sans"/>
            </a:endParaRPr>
          </a:p>
        </p:txBody>
      </p:sp>
      <p:cxnSp>
        <p:nvCxnSpPr>
          <p:cNvPr id="638" name="Google Shape;638;p106"/>
          <p:cNvCxnSpPr/>
          <p:nvPr/>
        </p:nvCxnSpPr>
        <p:spPr>
          <a:xfrm>
            <a:off x="2403792" y="2839476"/>
            <a:ext cx="0" cy="1568100"/>
          </a:xfrm>
          <a:prstGeom prst="straightConnector1">
            <a:avLst/>
          </a:prstGeom>
          <a:noFill/>
          <a:ln cap="flat" cmpd="sng" w="13150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39" name="Google Shape;639;p106"/>
          <p:cNvCxnSpPr/>
          <p:nvPr/>
        </p:nvCxnSpPr>
        <p:spPr>
          <a:xfrm>
            <a:off x="1998920" y="2835796"/>
            <a:ext cx="0" cy="1576800"/>
          </a:xfrm>
          <a:prstGeom prst="straightConnector1">
            <a:avLst/>
          </a:prstGeom>
          <a:noFill/>
          <a:ln cap="flat" cmpd="sng" w="13150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40" name="Google Shape;640;p106"/>
          <p:cNvCxnSpPr/>
          <p:nvPr/>
        </p:nvCxnSpPr>
        <p:spPr>
          <a:xfrm>
            <a:off x="7199283" y="2837022"/>
            <a:ext cx="0" cy="1566000"/>
          </a:xfrm>
          <a:prstGeom prst="straightConnector1">
            <a:avLst/>
          </a:prstGeom>
          <a:noFill/>
          <a:ln cap="flat" cmpd="sng" w="13150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41" name="Google Shape;641;p106"/>
          <p:cNvCxnSpPr/>
          <p:nvPr/>
        </p:nvCxnSpPr>
        <p:spPr>
          <a:xfrm>
            <a:off x="1206872" y="2835183"/>
            <a:ext cx="0" cy="1597500"/>
          </a:xfrm>
          <a:prstGeom prst="straightConnector1">
            <a:avLst/>
          </a:prstGeom>
          <a:noFill/>
          <a:ln cap="flat" cmpd="sng" w="13150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42" name="Google Shape;642;p106"/>
          <p:cNvCxnSpPr>
            <a:stCxn id="643" idx="2"/>
          </p:cNvCxnSpPr>
          <p:nvPr/>
        </p:nvCxnSpPr>
        <p:spPr>
          <a:xfrm flipH="1">
            <a:off x="4598938" y="1496503"/>
            <a:ext cx="3600" cy="1340400"/>
          </a:xfrm>
          <a:prstGeom prst="straightConnector1">
            <a:avLst/>
          </a:prstGeom>
          <a:noFill/>
          <a:ln cap="flat" cmpd="sng" w="1372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44" name="Google Shape;644;p106"/>
          <p:cNvCxnSpPr/>
          <p:nvPr/>
        </p:nvCxnSpPr>
        <p:spPr>
          <a:xfrm>
            <a:off x="6818868" y="2839476"/>
            <a:ext cx="0" cy="1558200"/>
          </a:xfrm>
          <a:prstGeom prst="straightConnector1">
            <a:avLst/>
          </a:prstGeom>
          <a:noFill/>
          <a:ln cap="flat" cmpd="sng" w="13150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45" name="Google Shape;645;p106"/>
          <p:cNvCxnSpPr/>
          <p:nvPr/>
        </p:nvCxnSpPr>
        <p:spPr>
          <a:xfrm>
            <a:off x="4815613" y="2839476"/>
            <a:ext cx="0" cy="1548300"/>
          </a:xfrm>
          <a:prstGeom prst="straightConnector1">
            <a:avLst/>
          </a:prstGeom>
          <a:noFill/>
          <a:ln cap="flat" cmpd="sng" w="13150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46" name="Google Shape;646;p106"/>
          <p:cNvCxnSpPr/>
          <p:nvPr/>
        </p:nvCxnSpPr>
        <p:spPr>
          <a:xfrm>
            <a:off x="5210117" y="2834570"/>
            <a:ext cx="0" cy="1553700"/>
          </a:xfrm>
          <a:prstGeom prst="straightConnector1">
            <a:avLst/>
          </a:prstGeom>
          <a:noFill/>
          <a:ln cap="flat" cmpd="sng" w="13150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47" name="Google Shape;647;p106"/>
          <p:cNvCxnSpPr/>
          <p:nvPr/>
        </p:nvCxnSpPr>
        <p:spPr>
          <a:xfrm>
            <a:off x="5619681" y="2837022"/>
            <a:ext cx="0" cy="1566000"/>
          </a:xfrm>
          <a:prstGeom prst="straightConnector1">
            <a:avLst/>
          </a:prstGeom>
          <a:noFill/>
          <a:ln cap="flat" cmpd="sng" w="13150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48" name="Google Shape;648;p106"/>
          <p:cNvCxnSpPr/>
          <p:nvPr/>
        </p:nvCxnSpPr>
        <p:spPr>
          <a:xfrm>
            <a:off x="6418379" y="2830307"/>
            <a:ext cx="0" cy="1562400"/>
          </a:xfrm>
          <a:prstGeom prst="straightConnector1">
            <a:avLst/>
          </a:prstGeom>
          <a:noFill/>
          <a:ln cap="flat" cmpd="sng" w="13150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49" name="Google Shape;649;p106"/>
          <p:cNvCxnSpPr/>
          <p:nvPr/>
        </p:nvCxnSpPr>
        <p:spPr>
          <a:xfrm>
            <a:off x="3623998" y="2839476"/>
            <a:ext cx="0" cy="1558200"/>
          </a:xfrm>
          <a:prstGeom prst="straightConnector1">
            <a:avLst/>
          </a:prstGeom>
          <a:noFill/>
          <a:ln cap="flat" cmpd="sng" w="13150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50" name="Google Shape;650;p106"/>
          <p:cNvCxnSpPr/>
          <p:nvPr/>
        </p:nvCxnSpPr>
        <p:spPr>
          <a:xfrm>
            <a:off x="3217686" y="2834570"/>
            <a:ext cx="0" cy="1533900"/>
          </a:xfrm>
          <a:prstGeom prst="straightConnector1">
            <a:avLst/>
          </a:prstGeom>
          <a:noFill/>
          <a:ln cap="flat" cmpd="sng" w="13150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51" name="Google Shape;651;p106"/>
          <p:cNvCxnSpPr/>
          <p:nvPr/>
        </p:nvCxnSpPr>
        <p:spPr>
          <a:xfrm flipH="1">
            <a:off x="4018587" y="2841013"/>
            <a:ext cx="7500" cy="1470000"/>
          </a:xfrm>
          <a:prstGeom prst="straightConnector1">
            <a:avLst/>
          </a:prstGeom>
          <a:noFill/>
          <a:ln cap="flat" cmpd="sng" w="13150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652" name="Google Shape;652;p106"/>
          <p:cNvSpPr/>
          <p:nvPr/>
        </p:nvSpPr>
        <p:spPr>
          <a:xfrm>
            <a:off x="2109141" y="3593311"/>
            <a:ext cx="588600" cy="417900"/>
          </a:xfrm>
          <a:prstGeom prst="rect">
            <a:avLst/>
          </a:prstGeom>
          <a:solidFill>
            <a:srgbClr val="FFFFFF"/>
          </a:solidFill>
          <a:ln cap="flat" cmpd="sng" w="1827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30150">
            <a:noAutofit/>
          </a:bodyPr>
          <a:lstStyle/>
          <a:p>
            <a:pPr indent="0" lvl="0" marL="0" marR="0" rtl="0" algn="l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pic>
        <p:nvPicPr>
          <p:cNvPr descr="&lt;MaterialX Logo&gt;" id="653" name="Google Shape;653;p10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609625" y="3059003"/>
            <a:ext cx="402211" cy="310140"/>
          </a:xfrm>
          <a:prstGeom prst="rect">
            <a:avLst/>
          </a:prstGeom>
          <a:noFill/>
          <a:ln>
            <a:noFill/>
          </a:ln>
        </p:spPr>
      </p:pic>
      <p:sp>
        <p:nvSpPr>
          <p:cNvPr id="654" name="Google Shape;654;p106"/>
          <p:cNvSpPr/>
          <p:nvPr/>
        </p:nvSpPr>
        <p:spPr>
          <a:xfrm>
            <a:off x="5320602" y="3593347"/>
            <a:ext cx="588300" cy="417900"/>
          </a:xfrm>
          <a:prstGeom prst="rect">
            <a:avLst/>
          </a:prstGeom>
          <a:solidFill>
            <a:srgbClr val="FFFFFF"/>
          </a:solidFill>
          <a:ln cap="flat" cmpd="sng" w="1827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3015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655" name="Google Shape;655;p106"/>
          <p:cNvSpPr/>
          <p:nvPr/>
        </p:nvSpPr>
        <p:spPr>
          <a:xfrm>
            <a:off x="6905164" y="3594531"/>
            <a:ext cx="588300" cy="417900"/>
          </a:xfrm>
          <a:prstGeom prst="rect">
            <a:avLst/>
          </a:prstGeom>
          <a:solidFill>
            <a:srgbClr val="FFFFFF"/>
          </a:solidFill>
          <a:ln cap="flat" cmpd="sng" w="1827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3015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656" name="Google Shape;656;p106"/>
          <p:cNvSpPr/>
          <p:nvPr/>
        </p:nvSpPr>
        <p:spPr>
          <a:xfrm>
            <a:off x="4518461" y="3594424"/>
            <a:ext cx="588300" cy="417900"/>
          </a:xfrm>
          <a:prstGeom prst="rect">
            <a:avLst/>
          </a:prstGeom>
          <a:solidFill>
            <a:srgbClr val="FFFFFF"/>
          </a:solidFill>
          <a:ln cap="flat" cmpd="sng" w="1827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3015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Arial"/>
              <a:buNone/>
            </a:pPr>
            <a:r>
              <a:t/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pic>
        <p:nvPicPr>
          <p:cNvPr id="657" name="Google Shape;657;p10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42534" y="3661480"/>
            <a:ext cx="546012" cy="273293"/>
          </a:xfrm>
          <a:prstGeom prst="rect">
            <a:avLst/>
          </a:prstGeom>
          <a:noFill/>
          <a:ln>
            <a:noFill/>
          </a:ln>
        </p:spPr>
      </p:pic>
      <p:sp>
        <p:nvSpPr>
          <p:cNvPr id="658" name="Google Shape;658;p106"/>
          <p:cNvSpPr/>
          <p:nvPr/>
        </p:nvSpPr>
        <p:spPr>
          <a:xfrm>
            <a:off x="3725376" y="3594425"/>
            <a:ext cx="588300" cy="417900"/>
          </a:xfrm>
          <a:prstGeom prst="rect">
            <a:avLst/>
          </a:prstGeom>
          <a:solidFill>
            <a:srgbClr val="FFFFFF"/>
          </a:solidFill>
          <a:ln cap="flat" cmpd="sng" w="1827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3015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659" name="Google Shape;659;p106"/>
          <p:cNvSpPr/>
          <p:nvPr/>
        </p:nvSpPr>
        <p:spPr>
          <a:xfrm>
            <a:off x="2907884" y="3594549"/>
            <a:ext cx="588300" cy="417900"/>
          </a:xfrm>
          <a:prstGeom prst="rect">
            <a:avLst/>
          </a:prstGeom>
          <a:solidFill>
            <a:srgbClr val="FFFFFF"/>
          </a:solidFill>
          <a:ln cap="flat" cmpd="sng" w="1827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30150">
            <a:noAutofit/>
          </a:bodyPr>
          <a:lstStyle/>
          <a:p>
            <a:pPr indent="0" lvl="0" marL="0" marR="0" rtl="0" algn="l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Arial"/>
              <a:buNone/>
            </a:pPr>
            <a:r>
              <a:t/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pic>
        <p:nvPicPr>
          <p:cNvPr id="660" name="Google Shape;660;p106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5756619" y="3032852"/>
            <a:ext cx="524823" cy="343328"/>
          </a:xfrm>
          <a:prstGeom prst="rect">
            <a:avLst/>
          </a:prstGeom>
          <a:noFill/>
          <a:ln>
            <a:noFill/>
          </a:ln>
        </p:spPr>
      </p:pic>
      <p:cxnSp>
        <p:nvCxnSpPr>
          <p:cNvPr id="661" name="Google Shape;661;p106"/>
          <p:cNvCxnSpPr/>
          <p:nvPr/>
        </p:nvCxnSpPr>
        <p:spPr>
          <a:xfrm>
            <a:off x="1587530" y="2838249"/>
            <a:ext cx="0" cy="1579200"/>
          </a:xfrm>
          <a:prstGeom prst="straightConnector1">
            <a:avLst/>
          </a:prstGeom>
          <a:noFill/>
          <a:ln cap="flat" cmpd="sng" w="13150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62" name="Google Shape;662;p106"/>
          <p:cNvCxnSpPr/>
          <p:nvPr/>
        </p:nvCxnSpPr>
        <p:spPr>
          <a:xfrm flipH="1" rot="10800000">
            <a:off x="461676" y="2829772"/>
            <a:ext cx="8263500" cy="4800"/>
          </a:xfrm>
          <a:prstGeom prst="straightConnector1">
            <a:avLst/>
          </a:prstGeom>
          <a:noFill/>
          <a:ln cap="flat" cmpd="sng" w="13150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663" name="Google Shape;663;p106"/>
          <p:cNvSpPr txBox="1"/>
          <p:nvPr/>
        </p:nvSpPr>
        <p:spPr>
          <a:xfrm>
            <a:off x="289325" y="4199644"/>
            <a:ext cx="8626200" cy="320100"/>
          </a:xfrm>
          <a:prstGeom prst="rect">
            <a:avLst/>
          </a:prstGeom>
          <a:solidFill>
            <a:srgbClr val="B49823"/>
          </a:solidFill>
          <a:ln cap="flat" cmpd="sng" w="8675">
            <a:solidFill>
              <a:srgbClr val="FFFF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23350" lIns="23350" spcFirstLastPara="1" rIns="23350" wrap="square" tIns="23350">
            <a:noAutofit/>
          </a:bodyPr>
          <a:lstStyle/>
          <a:p>
            <a:pPr indent="2540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300"/>
              <a:buFont typeface="Roboto"/>
              <a:buNone/>
            </a:pPr>
            <a:r>
              <a:t/>
            </a:r>
            <a:endParaRPr b="0" i="0" sz="7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64" name="Google Shape;664;p106"/>
          <p:cNvSpPr/>
          <p:nvPr/>
        </p:nvSpPr>
        <p:spPr>
          <a:xfrm>
            <a:off x="6146120" y="3589854"/>
            <a:ext cx="546300" cy="417900"/>
          </a:xfrm>
          <a:prstGeom prst="rect">
            <a:avLst/>
          </a:prstGeom>
          <a:solidFill>
            <a:srgbClr val="FFFFFF"/>
          </a:solidFill>
          <a:ln cap="flat" cmpd="sng" w="1827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rPr b="0" i="0" lang="en" sz="437" u="none" cap="none" strike="noStrike">
                <a:solidFill>
                  <a:srgbClr val="000000"/>
                </a:solidFill>
                <a:latin typeface="Roboto"/>
                <a:ea typeface="Roboto"/>
                <a:cs typeface="Roboto"/>
                <a:sym typeface="Roboto"/>
              </a:rPr>
              <a:t>rawtoaces</a:t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699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699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pic>
        <p:nvPicPr>
          <p:cNvPr id="665" name="Google Shape;665;p106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6255642" y="3642278"/>
            <a:ext cx="346107" cy="234210"/>
          </a:xfrm>
          <a:prstGeom prst="rect">
            <a:avLst/>
          </a:prstGeom>
          <a:noFill/>
          <a:ln cap="flat" cmpd="sng" w="18275">
            <a:solidFill>
              <a:schemeClr val="lt1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666" name="Google Shape;666;p106"/>
          <p:cNvSpPr/>
          <p:nvPr/>
        </p:nvSpPr>
        <p:spPr>
          <a:xfrm>
            <a:off x="4915596" y="2998762"/>
            <a:ext cx="588300" cy="417900"/>
          </a:xfrm>
          <a:prstGeom prst="rect">
            <a:avLst/>
          </a:prstGeom>
          <a:solidFill>
            <a:srgbClr val="FFFFFF"/>
          </a:solidFill>
          <a:ln cap="flat" cmpd="sng" w="1827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30150">
            <a:noAutofit/>
          </a:bodyPr>
          <a:lstStyle/>
          <a:p>
            <a:pPr indent="0" lvl="0" marL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61"/>
              <a:buFont typeface="Roboto"/>
              <a:buNone/>
            </a:pPr>
            <a:r>
              <a:t/>
            </a:r>
            <a:endParaRPr sz="437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61"/>
              <a:buFont typeface="Roboto"/>
              <a:buNone/>
            </a:pPr>
            <a:r>
              <a:t/>
            </a:r>
            <a:endParaRPr sz="437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61"/>
              <a:buFont typeface="Roboto"/>
              <a:buNone/>
            </a:pPr>
            <a:r>
              <a:t/>
            </a:r>
            <a:endParaRPr sz="437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61"/>
              <a:buFont typeface="Roboto"/>
              <a:buNone/>
            </a:pPr>
            <a:r>
              <a:t/>
            </a:r>
            <a:endParaRPr sz="437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61"/>
              <a:buFont typeface="Roboto"/>
              <a:buNone/>
            </a:pPr>
            <a:r>
              <a:rPr lang="en" sz="45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OpenRV</a:t>
            </a:r>
            <a:endParaRPr sz="45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667" name="Google Shape;667;p106"/>
          <p:cNvSpPr/>
          <p:nvPr/>
        </p:nvSpPr>
        <p:spPr>
          <a:xfrm>
            <a:off x="6525573" y="2998759"/>
            <a:ext cx="588300" cy="417900"/>
          </a:xfrm>
          <a:prstGeom prst="rect">
            <a:avLst/>
          </a:prstGeom>
          <a:solidFill>
            <a:srgbClr val="FFFFFF"/>
          </a:solidFill>
          <a:ln cap="flat" cmpd="sng" w="1827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3015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pic>
        <p:nvPicPr>
          <p:cNvPr id="668" name="Google Shape;668;p106"/>
          <p:cNvPicPr preferRelativeResize="0"/>
          <p:nvPr/>
        </p:nvPicPr>
        <p:blipFill rotWithShape="1">
          <a:blip r:embed="rId7">
            <a:alphaModFix/>
          </a:blip>
          <a:srcRect b="0" l="0" r="0" t="0"/>
          <a:stretch/>
        </p:blipFill>
        <p:spPr>
          <a:xfrm>
            <a:off x="2201101" y="3656371"/>
            <a:ext cx="408008" cy="310940"/>
          </a:xfrm>
          <a:prstGeom prst="rect">
            <a:avLst/>
          </a:prstGeom>
          <a:noFill/>
          <a:ln>
            <a:noFill/>
          </a:ln>
        </p:spPr>
      </p:pic>
      <p:sp>
        <p:nvSpPr>
          <p:cNvPr id="669" name="Google Shape;669;p106"/>
          <p:cNvSpPr/>
          <p:nvPr/>
        </p:nvSpPr>
        <p:spPr>
          <a:xfrm>
            <a:off x="4145077" y="2998603"/>
            <a:ext cx="546000" cy="417900"/>
          </a:xfrm>
          <a:prstGeom prst="rect">
            <a:avLst/>
          </a:prstGeom>
          <a:solidFill>
            <a:srgbClr val="FFFFFF"/>
          </a:solidFill>
          <a:ln cap="flat" cmpd="sng" w="1827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3015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262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262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670" name="Google Shape;670;p106"/>
          <p:cNvSpPr/>
          <p:nvPr/>
        </p:nvSpPr>
        <p:spPr>
          <a:xfrm>
            <a:off x="3348623" y="2998608"/>
            <a:ext cx="546000" cy="417900"/>
          </a:xfrm>
          <a:prstGeom prst="rect">
            <a:avLst/>
          </a:prstGeom>
          <a:solidFill>
            <a:srgbClr val="FFFFFF"/>
          </a:solidFill>
          <a:ln cap="flat" cmpd="sng" w="1827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3015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262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262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671" name="Google Shape;671;p106"/>
          <p:cNvSpPr/>
          <p:nvPr/>
        </p:nvSpPr>
        <p:spPr>
          <a:xfrm>
            <a:off x="933916" y="2998892"/>
            <a:ext cx="546000" cy="417900"/>
          </a:xfrm>
          <a:prstGeom prst="rect">
            <a:avLst/>
          </a:prstGeom>
          <a:solidFill>
            <a:srgbClr val="FFFFFF"/>
          </a:solidFill>
          <a:ln cap="flat" cmpd="sng" w="1827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3015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262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262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672" name="Google Shape;672;p106"/>
          <p:cNvSpPr txBox="1"/>
          <p:nvPr/>
        </p:nvSpPr>
        <p:spPr>
          <a:xfrm>
            <a:off x="289325" y="4177950"/>
            <a:ext cx="8626200" cy="338700"/>
          </a:xfrm>
          <a:prstGeom prst="rect">
            <a:avLst/>
          </a:prstGeom>
          <a:noFill/>
          <a:ln>
            <a:noFill/>
          </a:ln>
        </p:spPr>
        <p:txBody>
          <a:bodyPr anchorCtr="0" anchor="t" bIns="68575" lIns="68575" spcFirstLastPara="1" rIns="68575" wrap="square" tIns="68575">
            <a:spAutoFit/>
          </a:bodyPr>
          <a:lstStyle/>
          <a:p>
            <a:pPr indent="2540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</a:pPr>
            <a:r>
              <a:rPr b="0" i="0" lang="en" sz="1300" u="none" cap="none" strike="noStrike">
                <a:solidFill>
                  <a:srgbClr val="FFFFFF"/>
                </a:solidFill>
                <a:latin typeface="Roboto"/>
                <a:ea typeface="Roboto"/>
                <a:cs typeface="Roboto"/>
                <a:sym typeface="Roboto"/>
              </a:rPr>
              <a:t>Continuous Integration platform</a:t>
            </a:r>
            <a:endParaRPr b="0" i="0" sz="7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673" name="Google Shape;673;p106"/>
          <p:cNvCxnSpPr/>
          <p:nvPr/>
        </p:nvCxnSpPr>
        <p:spPr>
          <a:xfrm>
            <a:off x="841028" y="2839680"/>
            <a:ext cx="0" cy="1597500"/>
          </a:xfrm>
          <a:prstGeom prst="straightConnector1">
            <a:avLst/>
          </a:prstGeom>
          <a:noFill/>
          <a:ln cap="flat" cmpd="sng" w="13150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74" name="Google Shape;674;p106"/>
          <p:cNvCxnSpPr/>
          <p:nvPr/>
        </p:nvCxnSpPr>
        <p:spPr>
          <a:xfrm>
            <a:off x="462248" y="2825600"/>
            <a:ext cx="0" cy="1597500"/>
          </a:xfrm>
          <a:prstGeom prst="straightConnector1">
            <a:avLst/>
          </a:prstGeom>
          <a:noFill/>
          <a:ln cap="flat" cmpd="sng" w="13150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675" name="Google Shape;675;p106"/>
          <p:cNvSpPr/>
          <p:nvPr/>
        </p:nvSpPr>
        <p:spPr>
          <a:xfrm>
            <a:off x="191900" y="2998893"/>
            <a:ext cx="545700" cy="417900"/>
          </a:xfrm>
          <a:prstGeom prst="rect">
            <a:avLst/>
          </a:prstGeom>
          <a:solidFill>
            <a:srgbClr val="FFFFFF"/>
          </a:solidFill>
          <a:ln cap="flat" cmpd="sng" w="1827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3015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262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262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676" name="Google Shape;676;p106"/>
          <p:cNvSpPr/>
          <p:nvPr/>
        </p:nvSpPr>
        <p:spPr>
          <a:xfrm>
            <a:off x="561564" y="3594648"/>
            <a:ext cx="546000" cy="417900"/>
          </a:xfrm>
          <a:prstGeom prst="rect">
            <a:avLst/>
          </a:prstGeom>
          <a:solidFill>
            <a:srgbClr val="FFFFFF"/>
          </a:solidFill>
          <a:ln cap="flat" cmpd="sng" w="1827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30150">
            <a:noAutofit/>
          </a:bodyPr>
          <a:lstStyle/>
          <a:p>
            <a:pPr indent="0" lvl="0" marL="0" marR="0" rtl="0" algn="l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699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pic>
        <p:nvPicPr>
          <p:cNvPr id="677" name="Google Shape;677;p106" title="IMG_8648.jpeg"/>
          <p:cNvPicPr preferRelativeResize="0"/>
          <p:nvPr/>
        </p:nvPicPr>
        <p:blipFill rotWithShape="1">
          <a:blip r:embed="rId8">
            <a:alphaModFix/>
          </a:blip>
          <a:srcRect b="0" l="0" r="0" t="0"/>
          <a:stretch/>
        </p:blipFill>
        <p:spPr>
          <a:xfrm>
            <a:off x="216801" y="3100105"/>
            <a:ext cx="500642" cy="198366"/>
          </a:xfrm>
          <a:prstGeom prst="rect">
            <a:avLst/>
          </a:prstGeom>
          <a:noFill/>
          <a:ln>
            <a:noFill/>
          </a:ln>
        </p:spPr>
      </p:pic>
      <p:pic>
        <p:nvPicPr>
          <p:cNvPr id="678" name="Google Shape;678;p106" title="openapv-horizontal-black.png"/>
          <p:cNvPicPr preferRelativeResize="0"/>
          <p:nvPr/>
        </p:nvPicPr>
        <p:blipFill rotWithShape="1">
          <a:blip r:embed="rId9">
            <a:alphaModFix/>
          </a:blip>
          <a:srcRect b="0" l="0" r="0" t="0"/>
          <a:stretch/>
        </p:blipFill>
        <p:spPr>
          <a:xfrm>
            <a:off x="6571631" y="3140677"/>
            <a:ext cx="489469" cy="147944"/>
          </a:xfrm>
          <a:prstGeom prst="rect">
            <a:avLst/>
          </a:prstGeom>
          <a:noFill/>
          <a:ln>
            <a:noFill/>
          </a:ln>
        </p:spPr>
      </p:pic>
      <p:sp>
        <p:nvSpPr>
          <p:cNvPr id="679" name="Google Shape;679;p106"/>
          <p:cNvSpPr/>
          <p:nvPr/>
        </p:nvSpPr>
        <p:spPr>
          <a:xfrm>
            <a:off x="7284673" y="2990518"/>
            <a:ext cx="588300" cy="417900"/>
          </a:xfrm>
          <a:prstGeom prst="rect">
            <a:avLst/>
          </a:prstGeom>
          <a:solidFill>
            <a:srgbClr val="FFFFFF"/>
          </a:solidFill>
          <a:ln cap="flat" cmpd="sng" w="1827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3015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680" name="Google Shape;680;p106"/>
          <p:cNvCxnSpPr>
            <a:stCxn id="643" idx="3"/>
            <a:endCxn id="681" idx="1"/>
          </p:cNvCxnSpPr>
          <p:nvPr/>
        </p:nvCxnSpPr>
        <p:spPr>
          <a:xfrm flipH="1" rot="10800000">
            <a:off x="6099388" y="1226053"/>
            <a:ext cx="183300" cy="1200"/>
          </a:xfrm>
          <a:prstGeom prst="straightConnector1">
            <a:avLst/>
          </a:prstGeom>
          <a:noFill/>
          <a:ln cap="flat" cmpd="sng" w="1072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82" name="Google Shape;682;p106"/>
          <p:cNvCxnSpPr/>
          <p:nvPr/>
        </p:nvCxnSpPr>
        <p:spPr>
          <a:xfrm flipH="1" rot="10800000">
            <a:off x="2924111" y="1226047"/>
            <a:ext cx="183600" cy="1200"/>
          </a:xfrm>
          <a:prstGeom prst="straightConnector1">
            <a:avLst/>
          </a:prstGeom>
          <a:noFill/>
          <a:ln cap="flat" cmpd="sng" w="1072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grpSp>
        <p:nvGrpSpPr>
          <p:cNvPr id="683" name="Google Shape;683;p106"/>
          <p:cNvGrpSpPr/>
          <p:nvPr/>
        </p:nvGrpSpPr>
        <p:grpSpPr>
          <a:xfrm>
            <a:off x="1089548" y="958003"/>
            <a:ext cx="7025749" cy="538500"/>
            <a:chOff x="797523" y="604708"/>
            <a:chExt cx="7025749" cy="538500"/>
          </a:xfrm>
        </p:grpSpPr>
        <p:grpSp>
          <p:nvGrpSpPr>
            <p:cNvPr id="684" name="Google Shape;684;p106"/>
            <p:cNvGrpSpPr/>
            <p:nvPr/>
          </p:nvGrpSpPr>
          <p:grpSpPr>
            <a:xfrm>
              <a:off x="5990642" y="707491"/>
              <a:ext cx="1832631" cy="330419"/>
              <a:chOff x="4" y="13"/>
              <a:chExt cx="3114600" cy="661500"/>
            </a:xfrm>
          </p:grpSpPr>
          <p:sp>
            <p:nvSpPr>
              <p:cNvPr id="681" name="Google Shape;681;p106"/>
              <p:cNvSpPr/>
              <p:nvPr/>
            </p:nvSpPr>
            <p:spPr>
              <a:xfrm>
                <a:off x="4" y="13"/>
                <a:ext cx="3114600" cy="661500"/>
              </a:xfrm>
              <a:prstGeom prst="rect">
                <a:avLst/>
              </a:prstGeom>
              <a:solidFill>
                <a:srgbClr val="FFFFFF"/>
              </a:solidFill>
              <a:ln cap="flat" cmpd="sng" w="26600">
                <a:solidFill>
                  <a:srgbClr val="B49823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ctr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7F7F7F"/>
                  </a:buClr>
                  <a:buSzPts val="652"/>
                  <a:buFont typeface="Roboto"/>
                  <a:buNone/>
                </a:pPr>
                <a:r>
                  <a:t/>
                </a:r>
                <a:endParaRPr b="0" i="0" sz="652" u="none" cap="none" strike="noStrike">
                  <a:solidFill>
                    <a:srgbClr val="7F7F7F"/>
                  </a:solidFill>
                  <a:latin typeface="Roboto"/>
                  <a:ea typeface="Roboto"/>
                  <a:cs typeface="Roboto"/>
                  <a:sym typeface="Roboto"/>
                </a:endParaRPr>
              </a:p>
            </p:txBody>
          </p:sp>
          <p:sp>
            <p:nvSpPr>
              <p:cNvPr id="685" name="Google Shape;685;p106"/>
              <p:cNvSpPr txBox="1"/>
              <p:nvPr/>
            </p:nvSpPr>
            <p:spPr>
              <a:xfrm>
                <a:off x="177579" y="132331"/>
                <a:ext cx="2729400" cy="460800"/>
              </a:xfrm>
              <a:prstGeom prst="rect">
                <a:avLst/>
              </a:prstGeom>
              <a:solidFill>
                <a:srgbClr val="FFFFFF"/>
              </a:solidFill>
              <a:ln>
                <a:noFill/>
              </a:ln>
            </p:spPr>
            <p:txBody>
              <a:bodyPr anchorCtr="0" anchor="t" bIns="21725" lIns="21725" spcFirstLastPara="1" rIns="21725" wrap="square" tIns="21725">
                <a:spAutoFit/>
              </a:bodyPr>
              <a:lstStyle/>
              <a:p>
                <a:pPr indent="23641" lvl="0" marL="0" marR="0" rtl="0" algn="ctr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7F7F7F"/>
                  </a:buClr>
                  <a:buSzPts val="931"/>
                  <a:buFont typeface="Roboto"/>
                  <a:buNone/>
                </a:pPr>
                <a:r>
                  <a:rPr b="0" i="0" lang="en" sz="1210" u="none" cap="none" strike="noStrike">
                    <a:solidFill>
                      <a:srgbClr val="B49823"/>
                    </a:solidFill>
                    <a:latin typeface="Roboto"/>
                    <a:ea typeface="Roboto"/>
                    <a:cs typeface="Roboto"/>
                    <a:sym typeface="Roboto"/>
                  </a:rPr>
                  <a:t>Outreach Committee</a:t>
                </a:r>
                <a:endParaRPr b="0" i="0" sz="931" u="none" cap="none" strike="noStrike">
                  <a:solidFill>
                    <a:srgbClr val="B49823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</p:grpSp>
        <p:sp>
          <p:nvSpPr>
            <p:cNvPr id="643" name="Google Shape;643;p106"/>
            <p:cNvSpPr/>
            <p:nvPr/>
          </p:nvSpPr>
          <p:spPr>
            <a:xfrm>
              <a:off x="2813663" y="604708"/>
              <a:ext cx="2993700" cy="538500"/>
            </a:xfrm>
            <a:prstGeom prst="rect">
              <a:avLst/>
            </a:prstGeom>
            <a:solidFill>
              <a:srgbClr val="FFFFFF"/>
            </a:solidFill>
            <a:ln cap="flat" cmpd="sng" w="26600">
              <a:solidFill>
                <a:srgbClr val="B49823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3F3F3F"/>
                </a:buClr>
                <a:buSzPts val="652"/>
                <a:buFont typeface="Roboto"/>
                <a:buNone/>
              </a:pPr>
              <a:r>
                <a:t/>
              </a:r>
              <a:endParaRPr b="0" i="0" sz="652" u="none" cap="none" strike="noStrike">
                <a:solidFill>
                  <a:srgbClr val="3F3F3F"/>
                </a:solidFill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686" name="Google Shape;686;p106"/>
            <p:cNvSpPr txBox="1"/>
            <p:nvPr/>
          </p:nvSpPr>
          <p:spPr>
            <a:xfrm>
              <a:off x="2862616" y="643880"/>
              <a:ext cx="2884500" cy="422100"/>
            </a:xfrm>
            <a:prstGeom prst="rect">
              <a:avLst/>
            </a:prstGeom>
            <a:noFill/>
            <a:ln cap="flat" cmpd="sng" w="8075">
              <a:solidFill>
                <a:srgbClr val="FFFFFF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t" bIns="21725" lIns="21725" spcFirstLastPara="1" rIns="21725" wrap="square" tIns="21725">
              <a:spAutoFit/>
            </a:bodyPr>
            <a:lstStyle/>
            <a:p>
              <a:pPr indent="23641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3F3F3F"/>
                </a:buClr>
                <a:buSzPts val="1303"/>
                <a:buFont typeface="Roboto"/>
                <a:buNone/>
              </a:pPr>
              <a:r>
                <a:rPr b="1" i="0" lang="en" sz="1275" u="none" cap="none" strike="noStrike">
                  <a:solidFill>
                    <a:srgbClr val="B49823"/>
                  </a:solidFill>
                  <a:latin typeface="Roboto"/>
                  <a:ea typeface="Roboto"/>
                  <a:cs typeface="Roboto"/>
                  <a:sym typeface="Roboto"/>
                </a:rPr>
                <a:t>TAC</a:t>
              </a:r>
              <a:endParaRPr b="1" i="0" sz="624" u="none" cap="none" strike="noStrike">
                <a:solidFill>
                  <a:srgbClr val="B49823"/>
                </a:solidFill>
                <a:latin typeface="Arial"/>
                <a:ea typeface="Arial"/>
                <a:cs typeface="Arial"/>
                <a:sym typeface="Arial"/>
              </a:endParaRPr>
            </a:p>
            <a:p>
              <a:pPr indent="23641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3F3F3F"/>
                </a:buClr>
                <a:buSzPts val="1303"/>
                <a:buFont typeface="Roboto"/>
                <a:buNone/>
              </a:pPr>
              <a:r>
                <a:rPr b="0" i="0" lang="en" sz="1182" u="none" cap="none" strike="noStrike">
                  <a:solidFill>
                    <a:srgbClr val="3F3F3F"/>
                  </a:solidFill>
                  <a:latin typeface="Roboto"/>
                  <a:ea typeface="Roboto"/>
                  <a:cs typeface="Roboto"/>
                  <a:sym typeface="Roboto"/>
                </a:rPr>
                <a:t>Technical Advisory Council</a:t>
              </a:r>
              <a:endParaRPr b="0" i="0" sz="438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grpSp>
          <p:nvGrpSpPr>
            <p:cNvPr id="687" name="Google Shape;687;p106"/>
            <p:cNvGrpSpPr/>
            <p:nvPr/>
          </p:nvGrpSpPr>
          <p:grpSpPr>
            <a:xfrm>
              <a:off x="797523" y="708396"/>
              <a:ext cx="1832411" cy="330869"/>
              <a:chOff x="-1" y="-1"/>
              <a:chExt cx="2980500" cy="662400"/>
            </a:xfrm>
          </p:grpSpPr>
          <p:sp>
            <p:nvSpPr>
              <p:cNvPr id="688" name="Google Shape;688;p106"/>
              <p:cNvSpPr/>
              <p:nvPr/>
            </p:nvSpPr>
            <p:spPr>
              <a:xfrm>
                <a:off x="-1" y="-1"/>
                <a:ext cx="2980500" cy="662400"/>
              </a:xfrm>
              <a:prstGeom prst="rect">
                <a:avLst/>
              </a:prstGeom>
              <a:solidFill>
                <a:srgbClr val="FFFFFF"/>
              </a:solidFill>
              <a:ln cap="flat" cmpd="sng" w="26600">
                <a:solidFill>
                  <a:srgbClr val="B49823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ctr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7F7F7F"/>
                  </a:buClr>
                  <a:buSzPts val="652"/>
                  <a:buFont typeface="Roboto"/>
                  <a:buNone/>
                </a:pPr>
                <a:r>
                  <a:t/>
                </a:r>
                <a:endParaRPr b="0" i="0" sz="652" u="none" cap="none" strike="noStrike">
                  <a:solidFill>
                    <a:srgbClr val="7F7F7F"/>
                  </a:solidFill>
                  <a:latin typeface="Roboto"/>
                  <a:ea typeface="Roboto"/>
                  <a:cs typeface="Roboto"/>
                  <a:sym typeface="Roboto"/>
                </a:endParaRPr>
              </a:p>
            </p:txBody>
          </p:sp>
          <p:sp>
            <p:nvSpPr>
              <p:cNvPr id="689" name="Google Shape;689;p106"/>
              <p:cNvSpPr txBox="1"/>
              <p:nvPr/>
            </p:nvSpPr>
            <p:spPr>
              <a:xfrm>
                <a:off x="166919" y="132346"/>
                <a:ext cx="2676600" cy="460800"/>
              </a:xfrm>
              <a:prstGeom prst="rect">
                <a:avLst/>
              </a:prstGeom>
              <a:solidFill>
                <a:srgbClr val="FFFFFF"/>
              </a:solidFill>
              <a:ln>
                <a:noFill/>
              </a:ln>
            </p:spPr>
            <p:txBody>
              <a:bodyPr anchorCtr="0" anchor="t" bIns="21725" lIns="21725" spcFirstLastPara="1" rIns="21725" wrap="square" tIns="21725">
                <a:spAutoFit/>
              </a:bodyPr>
              <a:lstStyle/>
              <a:p>
                <a:pPr indent="23641" lvl="0" marL="0" marR="0" rtl="0" algn="ctr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7F7F7F"/>
                  </a:buClr>
                  <a:buSzPts val="931"/>
                  <a:buFont typeface="Roboto"/>
                  <a:buNone/>
                </a:pPr>
                <a:r>
                  <a:rPr b="0" i="0" lang="en" sz="1210" u="none" cap="none" strike="noStrike">
                    <a:solidFill>
                      <a:srgbClr val="B49823"/>
                    </a:solidFill>
                    <a:latin typeface="Roboto"/>
                    <a:ea typeface="Roboto"/>
                    <a:cs typeface="Roboto"/>
                    <a:sym typeface="Roboto"/>
                  </a:rPr>
                  <a:t>Governing Board</a:t>
                </a:r>
                <a:endParaRPr b="0" i="0" sz="931" u="none" cap="none" strike="noStrike">
                  <a:solidFill>
                    <a:srgbClr val="B49823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</p:grpSp>
      </p:grpSp>
      <p:cxnSp>
        <p:nvCxnSpPr>
          <p:cNvPr id="690" name="Google Shape;690;p106"/>
          <p:cNvCxnSpPr/>
          <p:nvPr/>
        </p:nvCxnSpPr>
        <p:spPr>
          <a:xfrm>
            <a:off x="7956271" y="2828751"/>
            <a:ext cx="0" cy="1545000"/>
          </a:xfrm>
          <a:prstGeom prst="straightConnector1">
            <a:avLst/>
          </a:prstGeom>
          <a:noFill/>
          <a:ln cap="flat" cmpd="sng" w="13150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91" name="Google Shape;691;p106"/>
          <p:cNvCxnSpPr/>
          <p:nvPr/>
        </p:nvCxnSpPr>
        <p:spPr>
          <a:xfrm>
            <a:off x="8338010" y="2828751"/>
            <a:ext cx="0" cy="1545000"/>
          </a:xfrm>
          <a:prstGeom prst="straightConnector1">
            <a:avLst/>
          </a:prstGeom>
          <a:noFill/>
          <a:ln cap="flat" cmpd="sng" w="13150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692" name="Google Shape;692;p106"/>
          <p:cNvSpPr/>
          <p:nvPr/>
        </p:nvSpPr>
        <p:spPr>
          <a:xfrm>
            <a:off x="7664331" y="3592924"/>
            <a:ext cx="588300" cy="417900"/>
          </a:xfrm>
          <a:prstGeom prst="rect">
            <a:avLst/>
          </a:prstGeom>
          <a:solidFill>
            <a:srgbClr val="FFFFFF"/>
          </a:solidFill>
          <a:ln cap="flat" cmpd="sng" w="1827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3015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693" name="Google Shape;693;p106"/>
          <p:cNvSpPr/>
          <p:nvPr/>
        </p:nvSpPr>
        <p:spPr>
          <a:xfrm>
            <a:off x="8043775" y="2990483"/>
            <a:ext cx="588300" cy="417900"/>
          </a:xfrm>
          <a:prstGeom prst="rect">
            <a:avLst/>
          </a:prstGeom>
          <a:solidFill>
            <a:srgbClr val="FFFFFF"/>
          </a:solidFill>
          <a:ln cap="flat" cmpd="sng" w="1827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3015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pic>
        <p:nvPicPr>
          <p:cNvPr id="694" name="Google Shape;694;p106"/>
          <p:cNvPicPr preferRelativeResize="0"/>
          <p:nvPr/>
        </p:nvPicPr>
        <p:blipFill>
          <a:blip r:embed="rId10">
            <a:alphaModFix/>
          </a:blip>
          <a:stretch>
            <a:fillRect/>
          </a:stretch>
        </p:blipFill>
        <p:spPr>
          <a:xfrm>
            <a:off x="7818730" y="3667214"/>
            <a:ext cx="279687" cy="280843"/>
          </a:xfrm>
          <a:prstGeom prst="rect">
            <a:avLst/>
          </a:prstGeom>
          <a:noFill/>
          <a:ln>
            <a:noFill/>
          </a:ln>
        </p:spPr>
      </p:pic>
      <p:pic>
        <p:nvPicPr>
          <p:cNvPr id="695" name="Google Shape;695;p106" title="ASWF_DNA Project Logo_Color.png"/>
          <p:cNvPicPr preferRelativeResize="0"/>
          <p:nvPr/>
        </p:nvPicPr>
        <p:blipFill>
          <a:blip r:embed="rId11">
            <a:alphaModFix/>
          </a:blip>
          <a:stretch>
            <a:fillRect/>
          </a:stretch>
        </p:blipFill>
        <p:spPr>
          <a:xfrm>
            <a:off x="951871" y="3104797"/>
            <a:ext cx="524820" cy="218852"/>
          </a:xfrm>
          <a:prstGeom prst="rect">
            <a:avLst/>
          </a:prstGeom>
          <a:noFill/>
          <a:ln>
            <a:noFill/>
          </a:ln>
        </p:spPr>
      </p:pic>
      <p:sp>
        <p:nvSpPr>
          <p:cNvPr id="696" name="Google Shape;696;p106"/>
          <p:cNvSpPr/>
          <p:nvPr/>
        </p:nvSpPr>
        <p:spPr>
          <a:xfrm>
            <a:off x="1701466" y="3005174"/>
            <a:ext cx="588300" cy="417900"/>
          </a:xfrm>
          <a:prstGeom prst="rect">
            <a:avLst/>
          </a:prstGeom>
          <a:solidFill>
            <a:srgbClr val="FFFFFF"/>
          </a:solidFill>
          <a:ln cap="flat" cmpd="sng" w="1827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3015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Arial"/>
              <a:buNone/>
            </a:pPr>
            <a:r>
              <a:t/>
            </a:r>
            <a:endParaRPr sz="699"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Arial"/>
              <a:buNone/>
            </a:pPr>
            <a:r>
              <a:t/>
            </a:r>
            <a:endParaRPr sz="873"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Arial"/>
              <a:buNone/>
            </a:pPr>
            <a:r>
              <a:rPr b="1" lang="en" sz="786">
                <a:latin typeface="Roboto"/>
                <a:ea typeface="Roboto"/>
                <a:cs typeface="Roboto"/>
                <a:sym typeface="Roboto"/>
              </a:rPr>
              <a:t>DPEL</a:t>
            </a:r>
            <a:endParaRPr b="1" i="0" sz="786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pic>
        <p:nvPicPr>
          <p:cNvPr id="697" name="Google Shape;697;p106" title="dpel-icon-black.png"/>
          <p:cNvPicPr preferRelativeResize="0"/>
          <p:nvPr/>
        </p:nvPicPr>
        <p:blipFill>
          <a:blip r:embed="rId12">
            <a:alphaModFix/>
          </a:blip>
          <a:stretch>
            <a:fillRect/>
          </a:stretch>
        </p:blipFill>
        <p:spPr>
          <a:xfrm>
            <a:off x="1824550" y="3057466"/>
            <a:ext cx="343475" cy="198362"/>
          </a:xfrm>
          <a:prstGeom prst="rect">
            <a:avLst/>
          </a:prstGeom>
          <a:noFill/>
          <a:ln cap="flat" cmpd="sng" w="18275">
            <a:solidFill>
              <a:schemeClr val="lt1"/>
            </a:solidFill>
            <a:prstDash val="solid"/>
            <a:round/>
            <a:headEnd len="sm" w="sm" type="none"/>
            <a:tailEnd len="sm" w="sm" type="none"/>
          </a:ln>
        </p:spPr>
      </p:pic>
      <p:pic>
        <p:nvPicPr>
          <p:cNvPr id="698" name="Google Shape;698;p106"/>
          <p:cNvPicPr preferRelativeResize="0"/>
          <p:nvPr/>
        </p:nvPicPr>
        <p:blipFill>
          <a:blip r:embed="rId13">
            <a:alphaModFix/>
          </a:blip>
          <a:stretch>
            <a:fillRect/>
          </a:stretch>
        </p:blipFill>
        <p:spPr>
          <a:xfrm>
            <a:off x="3387427" y="3047276"/>
            <a:ext cx="461440" cy="303947"/>
          </a:xfrm>
          <a:prstGeom prst="rect">
            <a:avLst/>
          </a:prstGeom>
          <a:noFill/>
          <a:ln>
            <a:noFill/>
          </a:ln>
        </p:spPr>
      </p:pic>
      <p:pic>
        <p:nvPicPr>
          <p:cNvPr id="699" name="Google Shape;699;p106"/>
          <p:cNvPicPr preferRelativeResize="0"/>
          <p:nvPr/>
        </p:nvPicPr>
        <p:blipFill>
          <a:blip r:embed="rId14">
            <a:alphaModFix/>
          </a:blip>
          <a:stretch>
            <a:fillRect/>
          </a:stretch>
        </p:blipFill>
        <p:spPr>
          <a:xfrm>
            <a:off x="4216852" y="3038392"/>
            <a:ext cx="408005" cy="352491"/>
          </a:xfrm>
          <a:prstGeom prst="rect">
            <a:avLst/>
          </a:prstGeom>
          <a:noFill/>
          <a:ln>
            <a:noFill/>
          </a:ln>
        </p:spPr>
      </p:pic>
      <p:pic>
        <p:nvPicPr>
          <p:cNvPr id="700" name="Google Shape;700;p106"/>
          <p:cNvPicPr preferRelativeResize="0"/>
          <p:nvPr/>
        </p:nvPicPr>
        <p:blipFill rotWithShape="1">
          <a:blip r:embed="rId15">
            <a:alphaModFix/>
          </a:blip>
          <a:srcRect b="0" l="0" r="0" t="0"/>
          <a:stretch/>
        </p:blipFill>
        <p:spPr>
          <a:xfrm>
            <a:off x="7330862" y="3142676"/>
            <a:ext cx="493828" cy="96229"/>
          </a:xfrm>
          <a:prstGeom prst="rect">
            <a:avLst/>
          </a:prstGeom>
          <a:noFill/>
          <a:ln>
            <a:noFill/>
          </a:ln>
        </p:spPr>
      </p:pic>
      <p:pic>
        <p:nvPicPr>
          <p:cNvPr id="701" name="Google Shape;701;p106"/>
          <p:cNvPicPr preferRelativeResize="0"/>
          <p:nvPr/>
        </p:nvPicPr>
        <p:blipFill rotWithShape="1">
          <a:blip r:embed="rId16">
            <a:alphaModFix/>
          </a:blip>
          <a:srcRect b="0" l="0" r="0" t="0"/>
          <a:stretch/>
        </p:blipFill>
        <p:spPr>
          <a:xfrm>
            <a:off x="8138185" y="3034942"/>
            <a:ext cx="408009" cy="311702"/>
          </a:xfrm>
          <a:prstGeom prst="rect">
            <a:avLst/>
          </a:prstGeom>
          <a:noFill/>
          <a:ln>
            <a:noFill/>
          </a:ln>
        </p:spPr>
      </p:pic>
      <p:pic>
        <p:nvPicPr>
          <p:cNvPr id="702" name="Google Shape;702;p106"/>
          <p:cNvPicPr preferRelativeResize="0"/>
          <p:nvPr/>
        </p:nvPicPr>
        <p:blipFill rotWithShape="1">
          <a:blip r:embed="rId17">
            <a:alphaModFix/>
          </a:blip>
          <a:srcRect b="0" l="0" r="0" t="0"/>
          <a:stretch/>
        </p:blipFill>
        <p:spPr>
          <a:xfrm>
            <a:off x="694718" y="3638535"/>
            <a:ext cx="279686" cy="318819"/>
          </a:xfrm>
          <a:prstGeom prst="rect">
            <a:avLst/>
          </a:prstGeom>
          <a:noFill/>
          <a:ln>
            <a:noFill/>
          </a:ln>
        </p:spPr>
      </p:pic>
      <p:sp>
        <p:nvSpPr>
          <p:cNvPr id="703" name="Google Shape;703;p106"/>
          <p:cNvSpPr/>
          <p:nvPr/>
        </p:nvSpPr>
        <p:spPr>
          <a:xfrm>
            <a:off x="1308721" y="3603076"/>
            <a:ext cx="588300" cy="417900"/>
          </a:xfrm>
          <a:prstGeom prst="rect">
            <a:avLst/>
          </a:prstGeom>
          <a:solidFill>
            <a:srgbClr val="FFFFFF"/>
          </a:solidFill>
          <a:ln cap="flat" cmpd="sng" w="1827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3015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pic>
        <p:nvPicPr>
          <p:cNvPr id="704" name="Google Shape;704;p106"/>
          <p:cNvPicPr preferRelativeResize="0"/>
          <p:nvPr/>
        </p:nvPicPr>
        <p:blipFill rotWithShape="1">
          <a:blip r:embed="rId18">
            <a:alphaModFix/>
          </a:blip>
          <a:srcRect b="0" l="0" r="0" t="0"/>
          <a:stretch/>
        </p:blipFill>
        <p:spPr>
          <a:xfrm>
            <a:off x="1391953" y="3662290"/>
            <a:ext cx="407991" cy="310171"/>
          </a:xfrm>
          <a:prstGeom prst="rect">
            <a:avLst/>
          </a:prstGeom>
          <a:noFill/>
          <a:ln>
            <a:noFill/>
          </a:ln>
        </p:spPr>
      </p:pic>
      <p:pic>
        <p:nvPicPr>
          <p:cNvPr id="705" name="Google Shape;705;p106"/>
          <p:cNvPicPr preferRelativeResize="0"/>
          <p:nvPr/>
        </p:nvPicPr>
        <p:blipFill rotWithShape="1">
          <a:blip r:embed="rId19">
            <a:alphaModFix/>
          </a:blip>
          <a:srcRect b="0" l="0" r="0" t="0"/>
          <a:stretch/>
        </p:blipFill>
        <p:spPr>
          <a:xfrm>
            <a:off x="2952756" y="3627707"/>
            <a:ext cx="500557" cy="349077"/>
          </a:xfrm>
          <a:prstGeom prst="rect">
            <a:avLst/>
          </a:prstGeom>
          <a:noFill/>
          <a:ln cap="flat" cmpd="sng" w="10475">
            <a:solidFill>
              <a:srgbClr val="FFFFFF"/>
            </a:solidFill>
            <a:prstDash val="solid"/>
            <a:round/>
            <a:headEnd len="sm" w="sm" type="none"/>
            <a:tailEnd len="sm" w="sm" type="none"/>
          </a:ln>
        </p:spPr>
      </p:pic>
      <p:pic>
        <p:nvPicPr>
          <p:cNvPr id="706" name="Google Shape;706;p106" title="OpenQMC_Color_Stacked.png"/>
          <p:cNvPicPr preferRelativeResize="0"/>
          <p:nvPr/>
        </p:nvPicPr>
        <p:blipFill>
          <a:blip r:embed="rId20">
            <a:alphaModFix/>
          </a:blip>
          <a:stretch>
            <a:fillRect/>
          </a:stretch>
        </p:blipFill>
        <p:spPr>
          <a:xfrm>
            <a:off x="3725393" y="3651884"/>
            <a:ext cx="588347" cy="294355"/>
          </a:xfrm>
          <a:prstGeom prst="rect">
            <a:avLst/>
          </a:prstGeom>
          <a:noFill/>
          <a:ln>
            <a:noFill/>
          </a:ln>
        </p:spPr>
      </p:pic>
      <p:pic>
        <p:nvPicPr>
          <p:cNvPr id="707" name="Google Shape;707;p106"/>
          <p:cNvPicPr preferRelativeResize="0"/>
          <p:nvPr/>
        </p:nvPicPr>
        <p:blipFill rotWithShape="1">
          <a:blip r:embed="rId21">
            <a:alphaModFix/>
          </a:blip>
          <a:srcRect b="0" l="0" r="0" t="0"/>
          <a:stretch/>
        </p:blipFill>
        <p:spPr>
          <a:xfrm>
            <a:off x="5410758" y="3672469"/>
            <a:ext cx="408008" cy="262651"/>
          </a:xfrm>
          <a:prstGeom prst="rect">
            <a:avLst/>
          </a:prstGeom>
          <a:noFill/>
          <a:ln>
            <a:noFill/>
          </a:ln>
        </p:spPr>
      </p:pic>
      <p:pic>
        <p:nvPicPr>
          <p:cNvPr id="708" name="Google Shape;708;p106"/>
          <p:cNvPicPr preferRelativeResize="0"/>
          <p:nvPr/>
        </p:nvPicPr>
        <p:blipFill rotWithShape="1">
          <a:blip r:embed="rId22">
            <a:alphaModFix/>
          </a:blip>
          <a:srcRect b="0" l="0" r="0" t="0"/>
          <a:stretch/>
        </p:blipFill>
        <p:spPr>
          <a:xfrm>
            <a:off x="7014685" y="3644099"/>
            <a:ext cx="327115" cy="327115"/>
          </a:xfrm>
          <a:prstGeom prst="rect">
            <a:avLst/>
          </a:prstGeom>
          <a:noFill/>
          <a:ln>
            <a:noFill/>
          </a:ln>
        </p:spPr>
      </p:pic>
      <p:sp>
        <p:nvSpPr>
          <p:cNvPr id="709" name="Google Shape;709;p106"/>
          <p:cNvSpPr/>
          <p:nvPr/>
        </p:nvSpPr>
        <p:spPr>
          <a:xfrm>
            <a:off x="206828" y="1992350"/>
            <a:ext cx="1057800" cy="364200"/>
          </a:xfrm>
          <a:prstGeom prst="rect">
            <a:avLst/>
          </a:prstGeom>
          <a:solidFill>
            <a:srgbClr val="FFFFFF"/>
          </a:solidFill>
          <a:ln cap="flat" cmpd="sng" w="19050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3145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2"/>
              <a:buFont typeface="Roboto"/>
              <a:buNone/>
            </a:pPr>
            <a:r>
              <a:t/>
            </a:r>
            <a:endParaRPr b="0" i="0" sz="273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2"/>
              <a:buFont typeface="Roboto"/>
              <a:buNone/>
            </a:pPr>
            <a:r>
              <a:t/>
            </a:r>
            <a:endParaRPr b="0" i="0" sz="455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2"/>
              <a:buFont typeface="Roboto"/>
              <a:buNone/>
            </a:pPr>
            <a:r>
              <a:t/>
            </a:r>
            <a:endParaRPr b="0" i="0" sz="273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2"/>
              <a:buFont typeface="Roboto"/>
              <a:buNone/>
            </a:pPr>
            <a:r>
              <a:t/>
            </a:r>
            <a:endParaRPr b="0" i="0" sz="455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pic>
        <p:nvPicPr>
          <p:cNvPr id="710" name="Google Shape;710;p106" title="aswf-continuous-integration-wg-horizontal-color.png"/>
          <p:cNvPicPr preferRelativeResize="0"/>
          <p:nvPr/>
        </p:nvPicPr>
        <p:blipFill>
          <a:blip r:embed="rId23">
            <a:alphaModFix/>
          </a:blip>
          <a:stretch>
            <a:fillRect/>
          </a:stretch>
        </p:blipFill>
        <p:spPr>
          <a:xfrm>
            <a:off x="270312" y="2060306"/>
            <a:ext cx="920376" cy="228300"/>
          </a:xfrm>
          <a:prstGeom prst="rect">
            <a:avLst/>
          </a:prstGeom>
          <a:noFill/>
          <a:ln>
            <a:noFill/>
          </a:ln>
        </p:spPr>
      </p:pic>
      <p:sp>
        <p:nvSpPr>
          <p:cNvPr id="711" name="Google Shape;711;p106"/>
          <p:cNvSpPr/>
          <p:nvPr/>
        </p:nvSpPr>
        <p:spPr>
          <a:xfrm>
            <a:off x="1316341" y="1995650"/>
            <a:ext cx="1057800" cy="364200"/>
          </a:xfrm>
          <a:prstGeom prst="rect">
            <a:avLst/>
          </a:prstGeom>
          <a:solidFill>
            <a:srgbClr val="FFFFFF"/>
          </a:solidFill>
          <a:ln cap="flat" cmpd="sng" w="19050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3145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2"/>
              <a:buFont typeface="Roboto"/>
              <a:buNone/>
            </a:pPr>
            <a:r>
              <a:t/>
            </a:r>
            <a:endParaRPr b="0" i="0" sz="273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2"/>
              <a:buFont typeface="Roboto"/>
              <a:buNone/>
            </a:pPr>
            <a:r>
              <a:t/>
            </a:r>
            <a:endParaRPr b="0" i="0" sz="455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2"/>
              <a:buFont typeface="Roboto"/>
              <a:buNone/>
            </a:pPr>
            <a:r>
              <a:t/>
            </a:r>
            <a:endParaRPr b="0" i="0" sz="273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2"/>
              <a:buFont typeface="Roboto"/>
              <a:buNone/>
            </a:pPr>
            <a:r>
              <a:t/>
            </a:r>
            <a:endParaRPr b="0" i="0" sz="455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pic>
        <p:nvPicPr>
          <p:cNvPr id="712" name="Google Shape;712;p106" title="aswf-diversity-inclusion-wg-horizontal-color.png"/>
          <p:cNvPicPr preferRelativeResize="0"/>
          <p:nvPr/>
        </p:nvPicPr>
        <p:blipFill>
          <a:blip r:embed="rId24">
            <a:alphaModFix/>
          </a:blip>
          <a:stretch>
            <a:fillRect/>
          </a:stretch>
        </p:blipFill>
        <p:spPr>
          <a:xfrm>
            <a:off x="1360828" y="2056189"/>
            <a:ext cx="971936" cy="206950"/>
          </a:xfrm>
          <a:prstGeom prst="rect">
            <a:avLst/>
          </a:prstGeom>
          <a:noFill/>
          <a:ln>
            <a:noFill/>
          </a:ln>
        </p:spPr>
      </p:pic>
      <p:sp>
        <p:nvSpPr>
          <p:cNvPr id="713" name="Google Shape;713;p106"/>
          <p:cNvSpPr/>
          <p:nvPr/>
        </p:nvSpPr>
        <p:spPr>
          <a:xfrm>
            <a:off x="3483968" y="1992200"/>
            <a:ext cx="972000" cy="364200"/>
          </a:xfrm>
          <a:prstGeom prst="rect">
            <a:avLst/>
          </a:prstGeom>
          <a:solidFill>
            <a:srgbClr val="FFFFFF"/>
          </a:solidFill>
          <a:ln cap="flat" cmpd="sng" w="19050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3145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2"/>
              <a:buFont typeface="Roboto"/>
              <a:buNone/>
            </a:pPr>
            <a:r>
              <a:t/>
            </a:r>
            <a:endParaRPr b="0" i="0" sz="273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2"/>
              <a:buFont typeface="Roboto"/>
              <a:buNone/>
            </a:pPr>
            <a:r>
              <a:t/>
            </a:r>
            <a:endParaRPr b="0" i="0" sz="455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2"/>
              <a:buFont typeface="Roboto"/>
              <a:buNone/>
            </a:pPr>
            <a:r>
              <a:t/>
            </a:r>
            <a:endParaRPr b="0" i="0" sz="273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2"/>
              <a:buFont typeface="Roboto"/>
              <a:buNone/>
            </a:pPr>
            <a:r>
              <a:t/>
            </a:r>
            <a:endParaRPr b="0" i="0" sz="455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pic>
        <p:nvPicPr>
          <p:cNvPr id="714" name="Google Shape;714;p106" title="aswf-usd-wg-horizontal-color.png"/>
          <p:cNvPicPr preferRelativeResize="0"/>
          <p:nvPr/>
        </p:nvPicPr>
        <p:blipFill>
          <a:blip r:embed="rId25">
            <a:alphaModFix/>
          </a:blip>
          <a:stretch>
            <a:fillRect/>
          </a:stretch>
        </p:blipFill>
        <p:spPr>
          <a:xfrm>
            <a:off x="3622040" y="2017331"/>
            <a:ext cx="752407" cy="307099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715" name="Google Shape;715;p106"/>
          <p:cNvGrpSpPr/>
          <p:nvPr/>
        </p:nvGrpSpPr>
        <p:grpSpPr>
          <a:xfrm>
            <a:off x="7122502" y="1985165"/>
            <a:ext cx="1105200" cy="364200"/>
            <a:chOff x="4790695" y="1992231"/>
            <a:chExt cx="1105200" cy="364200"/>
          </a:xfrm>
        </p:grpSpPr>
        <p:sp>
          <p:nvSpPr>
            <p:cNvPr id="716" name="Google Shape;716;p106"/>
            <p:cNvSpPr/>
            <p:nvPr/>
          </p:nvSpPr>
          <p:spPr>
            <a:xfrm>
              <a:off x="4790695" y="1992231"/>
              <a:ext cx="1105200" cy="364200"/>
            </a:xfrm>
            <a:prstGeom prst="rect">
              <a:avLst/>
            </a:prstGeom>
            <a:solidFill>
              <a:srgbClr val="FFFFFF"/>
            </a:solidFill>
            <a:ln cap="flat" cmpd="sng" w="19050">
              <a:solidFill>
                <a:srgbClr val="B49823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t" bIns="0" lIns="0" spcFirstLastPara="1" rIns="0" wrap="square" tIns="31450">
              <a:noAutofit/>
            </a:bodyPr>
            <a:lstStyle/>
            <a:p>
              <a:pPr indent="0" lvl="0" marL="0" marR="0" rtl="0" algn="ctr">
                <a:lnSpc>
                  <a:spcPct val="8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002"/>
                <a:buFont typeface="Roboto"/>
                <a:buNone/>
              </a:pPr>
              <a:r>
                <a:t/>
              </a:r>
              <a:endParaRPr b="0" i="0" sz="273" u="none" cap="none" strike="noStrike">
                <a:solidFill>
                  <a:srgbClr val="000000"/>
                </a:solidFill>
                <a:latin typeface="Roboto"/>
                <a:ea typeface="Roboto"/>
                <a:cs typeface="Roboto"/>
                <a:sym typeface="Roboto"/>
              </a:endParaRPr>
            </a:p>
            <a:p>
              <a:pPr indent="0" lvl="0" marL="0" marR="0" rtl="0" algn="ctr">
                <a:lnSpc>
                  <a:spcPct val="104761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002"/>
                <a:buFont typeface="Roboto"/>
                <a:buNone/>
              </a:pPr>
              <a:r>
                <a:t/>
              </a:r>
              <a:endParaRPr b="0" i="0" sz="455" u="none" cap="none" strike="noStrike">
                <a:solidFill>
                  <a:srgbClr val="000000"/>
                </a:solidFill>
                <a:latin typeface="Roboto"/>
                <a:ea typeface="Roboto"/>
                <a:cs typeface="Roboto"/>
                <a:sym typeface="Roboto"/>
              </a:endParaRPr>
            </a:p>
            <a:p>
              <a:pPr indent="0" lvl="0" marL="0" marR="0" rtl="0" algn="ctr">
                <a:lnSpc>
                  <a:spcPct val="104761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002"/>
                <a:buFont typeface="Roboto"/>
                <a:buNone/>
              </a:pPr>
              <a:r>
                <a:t/>
              </a:r>
              <a:endParaRPr b="0" i="0" sz="273" u="none" cap="none" strike="noStrike">
                <a:solidFill>
                  <a:srgbClr val="000000"/>
                </a:solidFill>
                <a:latin typeface="Roboto"/>
                <a:ea typeface="Roboto"/>
                <a:cs typeface="Roboto"/>
                <a:sym typeface="Roboto"/>
              </a:endParaRPr>
            </a:p>
            <a:p>
              <a:pPr indent="0" lvl="0" marL="0" marR="0" rtl="0" algn="ctr">
                <a:lnSpc>
                  <a:spcPct val="104761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002"/>
                <a:buFont typeface="Roboto"/>
                <a:buNone/>
              </a:pPr>
              <a:r>
                <a:t/>
              </a:r>
              <a:endParaRPr b="0" i="0" sz="455" u="none" cap="none" strike="noStrike">
                <a:solidFill>
                  <a:srgbClr val="000000"/>
                </a:solidFill>
                <a:latin typeface="Roboto"/>
                <a:ea typeface="Roboto"/>
                <a:cs typeface="Roboto"/>
                <a:sym typeface="Roboto"/>
              </a:endParaRPr>
            </a:p>
          </p:txBody>
        </p:sp>
        <p:pic>
          <p:nvPicPr>
            <p:cNvPr id="717" name="Google Shape;717;p106" title="aswf-zero-trust-wg-horizontal-color.png"/>
            <p:cNvPicPr preferRelativeResize="0"/>
            <p:nvPr/>
          </p:nvPicPr>
          <p:blipFill>
            <a:blip r:embed="rId26">
              <a:alphaModFix/>
            </a:blip>
            <a:stretch>
              <a:fillRect/>
            </a:stretch>
          </p:blipFill>
          <p:spPr>
            <a:xfrm>
              <a:off x="4882116" y="2039624"/>
              <a:ext cx="914939" cy="228300"/>
            </a:xfrm>
            <a:prstGeom prst="rect">
              <a:avLst/>
            </a:prstGeom>
            <a:noFill/>
            <a:ln>
              <a:noFill/>
            </a:ln>
          </p:spPr>
        </p:pic>
      </p:grpSp>
      <p:cxnSp>
        <p:nvCxnSpPr>
          <p:cNvPr id="718" name="Google Shape;718;p106"/>
          <p:cNvCxnSpPr/>
          <p:nvPr/>
        </p:nvCxnSpPr>
        <p:spPr>
          <a:xfrm>
            <a:off x="700100" y="1809750"/>
            <a:ext cx="7020000" cy="0"/>
          </a:xfrm>
          <a:prstGeom prst="straightConnector1">
            <a:avLst/>
          </a:prstGeom>
          <a:noFill/>
          <a:ln cap="flat" cmpd="sng" w="1372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pic>
        <p:nvPicPr>
          <p:cNvPr id="719" name="Google Shape;719;p106"/>
          <p:cNvPicPr preferRelativeResize="0"/>
          <p:nvPr/>
        </p:nvPicPr>
        <p:blipFill>
          <a:blip r:embed="rId27">
            <a:alphaModFix/>
          </a:blip>
          <a:stretch>
            <a:fillRect/>
          </a:stretch>
        </p:blipFill>
        <p:spPr>
          <a:xfrm>
            <a:off x="8622697" y="3629600"/>
            <a:ext cx="228300" cy="228300"/>
          </a:xfrm>
          <a:prstGeom prst="rect">
            <a:avLst/>
          </a:prstGeom>
          <a:noFill/>
          <a:ln>
            <a:noFill/>
          </a:ln>
        </p:spPr>
      </p:pic>
      <p:sp>
        <p:nvSpPr>
          <p:cNvPr id="720" name="Google Shape;720;p106"/>
          <p:cNvSpPr/>
          <p:nvPr/>
        </p:nvSpPr>
        <p:spPr>
          <a:xfrm>
            <a:off x="5947069" y="1985482"/>
            <a:ext cx="1105200" cy="364200"/>
          </a:xfrm>
          <a:prstGeom prst="rect">
            <a:avLst/>
          </a:prstGeom>
          <a:solidFill>
            <a:srgbClr val="FFFFFF"/>
          </a:solidFill>
          <a:ln cap="flat" cmpd="sng" w="19050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3145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2"/>
              <a:buFont typeface="Roboto"/>
              <a:buNone/>
            </a:pPr>
            <a:r>
              <a:t/>
            </a:r>
            <a:endParaRPr b="0" i="0" sz="273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2"/>
              <a:buFont typeface="Roboto"/>
              <a:buNone/>
            </a:pPr>
            <a:r>
              <a:t/>
            </a:r>
            <a:endParaRPr b="0" i="0" sz="455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2"/>
              <a:buFont typeface="Roboto"/>
              <a:buNone/>
            </a:pPr>
            <a:r>
              <a:t/>
            </a:r>
            <a:endParaRPr b="0" i="0" sz="273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2"/>
              <a:buFont typeface="Roboto"/>
              <a:buNone/>
            </a:pPr>
            <a:r>
              <a:t/>
            </a:r>
            <a:endParaRPr b="0" i="0" sz="455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721" name="Google Shape;721;p106"/>
          <p:cNvSpPr/>
          <p:nvPr/>
        </p:nvSpPr>
        <p:spPr>
          <a:xfrm>
            <a:off x="2422656" y="1991681"/>
            <a:ext cx="1012800" cy="364200"/>
          </a:xfrm>
          <a:prstGeom prst="rect">
            <a:avLst/>
          </a:prstGeom>
          <a:solidFill>
            <a:srgbClr val="FFFFFF"/>
          </a:solidFill>
          <a:ln cap="flat" cmpd="sng" w="19050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3145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2"/>
              <a:buFont typeface="Roboto"/>
              <a:buNone/>
            </a:pPr>
            <a:r>
              <a:t/>
            </a:r>
            <a:endParaRPr b="0" i="0" sz="273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2"/>
              <a:buFont typeface="Roboto"/>
              <a:buNone/>
            </a:pPr>
            <a:r>
              <a:t/>
            </a:r>
            <a:endParaRPr b="0" i="0" sz="455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2"/>
              <a:buFont typeface="Roboto"/>
              <a:buNone/>
            </a:pPr>
            <a:r>
              <a:t/>
            </a:r>
            <a:endParaRPr b="0" i="0" sz="273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2"/>
              <a:buFont typeface="Roboto"/>
              <a:buNone/>
            </a:pPr>
            <a:r>
              <a:t/>
            </a:r>
            <a:endParaRPr b="0" i="0" sz="455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grpSp>
        <p:nvGrpSpPr>
          <p:cNvPr id="722" name="Google Shape;722;p106"/>
          <p:cNvGrpSpPr/>
          <p:nvPr/>
        </p:nvGrpSpPr>
        <p:grpSpPr>
          <a:xfrm>
            <a:off x="4764631" y="1975621"/>
            <a:ext cx="1110157" cy="378600"/>
            <a:chOff x="6011875" y="1984665"/>
            <a:chExt cx="1110157" cy="378600"/>
          </a:xfrm>
        </p:grpSpPr>
        <p:sp>
          <p:nvSpPr>
            <p:cNvPr id="723" name="Google Shape;723;p106"/>
            <p:cNvSpPr/>
            <p:nvPr/>
          </p:nvSpPr>
          <p:spPr>
            <a:xfrm>
              <a:off x="6016832" y="1995627"/>
              <a:ext cx="1105200" cy="364200"/>
            </a:xfrm>
            <a:prstGeom prst="rect">
              <a:avLst/>
            </a:prstGeom>
            <a:solidFill>
              <a:srgbClr val="FFFFFF"/>
            </a:solidFill>
            <a:ln cap="flat" cmpd="sng" w="19050">
              <a:solidFill>
                <a:srgbClr val="B49823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t" bIns="0" lIns="0" spcFirstLastPara="1" rIns="0" wrap="square" tIns="31450">
              <a:noAutofit/>
            </a:bodyPr>
            <a:lstStyle/>
            <a:p>
              <a:pPr indent="0" lvl="0" marL="0" marR="0" rtl="0" algn="ctr">
                <a:lnSpc>
                  <a:spcPct val="8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002"/>
                <a:buFont typeface="Roboto"/>
                <a:buNone/>
              </a:pPr>
              <a:r>
                <a:t/>
              </a:r>
              <a:endParaRPr b="0" i="0" sz="273" u="none" cap="none" strike="noStrike">
                <a:solidFill>
                  <a:srgbClr val="000000"/>
                </a:solidFill>
                <a:latin typeface="Roboto"/>
                <a:ea typeface="Roboto"/>
                <a:cs typeface="Roboto"/>
                <a:sym typeface="Roboto"/>
              </a:endParaRPr>
            </a:p>
            <a:p>
              <a:pPr indent="0" lvl="0" marL="0" marR="0" rtl="0" algn="ctr">
                <a:lnSpc>
                  <a:spcPct val="104761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002"/>
                <a:buFont typeface="Roboto"/>
                <a:buNone/>
              </a:pPr>
              <a:r>
                <a:t/>
              </a:r>
              <a:endParaRPr b="0" i="0" sz="455" u="none" cap="none" strike="noStrike">
                <a:solidFill>
                  <a:srgbClr val="000000"/>
                </a:solidFill>
                <a:latin typeface="Roboto"/>
                <a:ea typeface="Roboto"/>
                <a:cs typeface="Roboto"/>
                <a:sym typeface="Roboto"/>
              </a:endParaRPr>
            </a:p>
            <a:p>
              <a:pPr indent="0" lvl="0" marL="0" marR="0" rtl="0" algn="ctr">
                <a:lnSpc>
                  <a:spcPct val="104761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002"/>
                <a:buFont typeface="Roboto"/>
                <a:buNone/>
              </a:pPr>
              <a:r>
                <a:t/>
              </a:r>
              <a:endParaRPr b="0" i="0" sz="273" u="none" cap="none" strike="noStrike">
                <a:solidFill>
                  <a:srgbClr val="000000"/>
                </a:solidFill>
                <a:latin typeface="Roboto"/>
                <a:ea typeface="Roboto"/>
                <a:cs typeface="Roboto"/>
                <a:sym typeface="Roboto"/>
              </a:endParaRPr>
            </a:p>
            <a:p>
              <a:pPr indent="0" lvl="0" marL="0" marR="0" rtl="0" algn="ctr">
                <a:lnSpc>
                  <a:spcPct val="104761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002"/>
                <a:buFont typeface="Roboto"/>
                <a:buNone/>
              </a:pPr>
              <a:r>
                <a:t/>
              </a:r>
              <a:endParaRPr b="0" i="0" sz="455" u="none" cap="none" strike="noStrike">
                <a:solidFill>
                  <a:srgbClr val="000000"/>
                </a:solidFill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724" name="Google Shape;724;p106"/>
            <p:cNvSpPr txBox="1"/>
            <p:nvPr/>
          </p:nvSpPr>
          <p:spPr>
            <a:xfrm>
              <a:off x="6011875" y="1984665"/>
              <a:ext cx="1105200" cy="3786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91425" lIns="91425" spcFirstLastPara="1" rIns="91425" wrap="square" tIns="91425">
              <a:spAutoFit/>
            </a:bodyPr>
            <a:lstStyle/>
            <a:p>
              <a:pPr indent="0" lvl="0" marL="0" rtl="0" algn="ctr">
                <a:lnSpc>
                  <a:spcPct val="90000"/>
                </a:lnSpc>
                <a:spcBef>
                  <a:spcPts val="1000"/>
                </a:spcBef>
                <a:spcAft>
                  <a:spcPts val="0"/>
                </a:spcAft>
                <a:buNone/>
              </a:pPr>
              <a:r>
                <a:rPr lang="en" sz="700">
                  <a:solidFill>
                    <a:srgbClr val="31CFD7"/>
                  </a:solidFill>
                </a:rPr>
                <a:t>MACHINE LEARNING WORKING GROUP</a:t>
              </a:r>
              <a:endParaRPr sz="700">
                <a:solidFill>
                  <a:srgbClr val="31CFD7"/>
                </a:solidFill>
              </a:endParaRPr>
            </a:p>
          </p:txBody>
        </p:sp>
      </p:grpSp>
      <p:sp>
        <p:nvSpPr>
          <p:cNvPr id="725" name="Google Shape;725;p106"/>
          <p:cNvSpPr txBox="1"/>
          <p:nvPr/>
        </p:nvSpPr>
        <p:spPr>
          <a:xfrm>
            <a:off x="5943196" y="1971738"/>
            <a:ext cx="1105200" cy="378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None/>
            </a:pPr>
            <a:r>
              <a:rPr lang="en" sz="700">
                <a:solidFill>
                  <a:srgbClr val="31CFD7"/>
                </a:solidFill>
              </a:rPr>
              <a:t>WAYLAND    WORKING GROUP</a:t>
            </a:r>
            <a:endParaRPr sz="700">
              <a:solidFill>
                <a:srgbClr val="31CFD7"/>
              </a:solidFill>
            </a:endParaRPr>
          </a:p>
        </p:txBody>
      </p:sp>
      <p:pic>
        <p:nvPicPr>
          <p:cNvPr id="726" name="Google Shape;726;p106" title="open-review-initiative-horizontal-color.png"/>
          <p:cNvPicPr preferRelativeResize="0"/>
          <p:nvPr/>
        </p:nvPicPr>
        <p:blipFill>
          <a:blip r:embed="rId28">
            <a:alphaModFix/>
          </a:blip>
          <a:stretch>
            <a:fillRect/>
          </a:stretch>
        </p:blipFill>
        <p:spPr>
          <a:xfrm>
            <a:off x="2473244" y="2081881"/>
            <a:ext cx="920376" cy="174383"/>
          </a:xfrm>
          <a:prstGeom prst="rect">
            <a:avLst/>
          </a:prstGeom>
          <a:solidFill>
            <a:srgbClr val="FFFFFF"/>
          </a:solidFill>
          <a:ln cap="flat" cmpd="sng" w="19050">
            <a:solidFill>
              <a:schemeClr val="lt1"/>
            </a:solidFill>
            <a:prstDash val="solid"/>
            <a:round/>
            <a:headEnd len="sm" w="sm" type="none"/>
            <a:tailEnd len="sm" w="sm" type="none"/>
          </a:ln>
        </p:spPr>
      </p:pic>
      <p:pic>
        <p:nvPicPr>
          <p:cNvPr id="727" name="Google Shape;727;p106" title="openrv-horizontal-black.png"/>
          <p:cNvPicPr preferRelativeResize="0"/>
          <p:nvPr/>
        </p:nvPicPr>
        <p:blipFill rotWithShape="1">
          <a:blip r:embed="rId29">
            <a:alphaModFix/>
          </a:blip>
          <a:srcRect b="0" l="0" r="64644" t="0"/>
          <a:stretch/>
        </p:blipFill>
        <p:spPr>
          <a:xfrm>
            <a:off x="5081380" y="3049055"/>
            <a:ext cx="260335" cy="234223"/>
          </a:xfrm>
          <a:prstGeom prst="rect">
            <a:avLst/>
          </a:prstGeom>
          <a:solidFill>
            <a:srgbClr val="FFFFFF"/>
          </a:solidFill>
          <a:ln cap="flat" cmpd="sng" w="18275">
            <a:solidFill>
              <a:schemeClr val="l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31" name="Shape 7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2" name="Google Shape;732;p107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-349250" lvl="0" marL="457200" rtl="0" algn="l">
              <a:spcBef>
                <a:spcPts val="800"/>
              </a:spcBef>
              <a:spcAft>
                <a:spcPts val="0"/>
              </a:spcAft>
              <a:buSzPts val="1900"/>
              <a:buChar char="●"/>
            </a:pPr>
            <a:r>
              <a:rPr lang="en" sz="1900"/>
              <a:t>Business &amp; Marketing Leadership</a:t>
            </a:r>
            <a:endParaRPr sz="1900"/>
          </a:p>
          <a:p>
            <a:pPr indent="-330200" lvl="1" marL="914400" rtl="0" algn="l">
              <a:spcBef>
                <a:spcPts val="400"/>
              </a:spcBef>
              <a:spcAft>
                <a:spcPts val="0"/>
              </a:spcAft>
              <a:buSzPts val="1600"/>
              <a:buChar char="○"/>
            </a:pPr>
            <a:r>
              <a:rPr lang="en" sz="1600"/>
              <a:t>Governing Board (Governing Board)</a:t>
            </a:r>
            <a:endParaRPr sz="1600"/>
          </a:p>
          <a:p>
            <a:pPr indent="-311150" lvl="2" marL="1371600" rtl="0" algn="l">
              <a:spcBef>
                <a:spcPts val="400"/>
              </a:spcBef>
              <a:spcAft>
                <a:spcPts val="0"/>
              </a:spcAft>
              <a:buSzPts val="1300"/>
              <a:buChar char="■"/>
            </a:pPr>
            <a:r>
              <a:rPr lang="en" sz="1300"/>
              <a:t>Budget Committee</a:t>
            </a:r>
            <a:endParaRPr sz="1300"/>
          </a:p>
          <a:p>
            <a:pPr indent="-311150" lvl="2" marL="1371600" rtl="0" algn="l">
              <a:spcBef>
                <a:spcPts val="400"/>
              </a:spcBef>
              <a:spcAft>
                <a:spcPts val="0"/>
              </a:spcAft>
              <a:buSzPts val="1300"/>
              <a:buChar char="■"/>
            </a:pPr>
            <a:r>
              <a:rPr lang="en" sz="1300"/>
              <a:t>Legal Committee</a:t>
            </a:r>
            <a:endParaRPr sz="1300"/>
          </a:p>
          <a:p>
            <a:pPr indent="-330200" lvl="1" marL="914400" rtl="0" algn="l">
              <a:spcBef>
                <a:spcPts val="400"/>
              </a:spcBef>
              <a:spcAft>
                <a:spcPts val="0"/>
              </a:spcAft>
              <a:buSzPts val="1600"/>
              <a:buChar char="○"/>
            </a:pPr>
            <a:r>
              <a:rPr lang="en" sz="1600"/>
              <a:t>Outreach Committee</a:t>
            </a:r>
            <a:endParaRPr sz="1600"/>
          </a:p>
          <a:p>
            <a:pPr indent="-349250" lvl="0" marL="457200" rtl="0" algn="l">
              <a:spcBef>
                <a:spcPts val="800"/>
              </a:spcBef>
              <a:spcAft>
                <a:spcPts val="0"/>
              </a:spcAft>
              <a:buSzPts val="1900"/>
              <a:buChar char="●"/>
            </a:pPr>
            <a:r>
              <a:rPr lang="en" sz="1900"/>
              <a:t>Technical Leadership</a:t>
            </a:r>
            <a:endParaRPr sz="1900"/>
          </a:p>
          <a:p>
            <a:pPr indent="-330200" lvl="1" marL="914400" rtl="0" algn="l">
              <a:spcBef>
                <a:spcPts val="400"/>
              </a:spcBef>
              <a:spcAft>
                <a:spcPts val="0"/>
              </a:spcAft>
              <a:buSzPts val="1600"/>
              <a:buChar char="○"/>
            </a:pPr>
            <a:r>
              <a:rPr lang="en" sz="1600" u="sng">
                <a:solidFill>
                  <a:schemeClr val="hlink"/>
                </a:solidFill>
                <a:hlinkClick r:id="rId3"/>
              </a:rPr>
              <a:t>Technical Advisory Council (TAC)</a:t>
            </a:r>
            <a:r>
              <a:rPr lang="en" sz="1600"/>
              <a:t> </a:t>
            </a:r>
            <a:endParaRPr sz="1600"/>
          </a:p>
          <a:p>
            <a:pPr indent="-311150" lvl="2" marL="1371600" rtl="0" algn="l">
              <a:spcBef>
                <a:spcPts val="400"/>
              </a:spcBef>
              <a:spcAft>
                <a:spcPts val="0"/>
              </a:spcAft>
              <a:buSzPts val="1300"/>
              <a:buChar char="■"/>
            </a:pPr>
            <a:r>
              <a:rPr lang="en" sz="1300"/>
              <a:t>You can review </a:t>
            </a:r>
            <a:r>
              <a:rPr lang="en" sz="1300"/>
              <a:t>the TAC </a:t>
            </a:r>
            <a:r>
              <a:rPr lang="en" sz="1300" u="sng">
                <a:solidFill>
                  <a:schemeClr val="hlink"/>
                </a:solidFill>
                <a:hlinkClick r:id="rId4"/>
              </a:rPr>
              <a:t>meeting information and upcoming schedule</a:t>
            </a:r>
            <a:r>
              <a:rPr lang="en" sz="1300"/>
              <a:t> and join the mailing </a:t>
            </a:r>
            <a:r>
              <a:rPr lang="en" sz="1300" u="sng">
                <a:solidFill>
                  <a:schemeClr val="hlink"/>
                </a:solidFill>
                <a:hlinkClick r:id="rId5"/>
              </a:rPr>
              <a:t>list</a:t>
            </a:r>
            <a:endParaRPr sz="1300"/>
          </a:p>
          <a:p>
            <a:pPr indent="-330200" lvl="1" marL="914400" rtl="0" algn="l">
              <a:spcBef>
                <a:spcPts val="400"/>
              </a:spcBef>
              <a:spcAft>
                <a:spcPts val="0"/>
              </a:spcAft>
              <a:buSzPts val="1600"/>
              <a:buChar char="○"/>
            </a:pPr>
            <a:r>
              <a:rPr lang="en" sz="1600" u="sng">
                <a:solidFill>
                  <a:schemeClr val="hlink"/>
                </a:solidFill>
                <a:hlinkClick r:id="rId6"/>
              </a:rPr>
              <a:t>Hosted Projects and Working Groups</a:t>
            </a:r>
            <a:endParaRPr sz="1900"/>
          </a:p>
        </p:txBody>
      </p:sp>
      <p:sp>
        <p:nvSpPr>
          <p:cNvPr id="733" name="Google Shape;733;p107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Key Governing Bodies and Committees</a:t>
            </a:r>
            <a:endParaRPr/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/>
            </a:r>
            <a:endParaRPr/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37" name="Shape 7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8" name="Google Shape;738;p108"/>
          <p:cNvSpPr txBox="1"/>
          <p:nvPr>
            <p:ph type="title"/>
          </p:nvPr>
        </p:nvSpPr>
        <p:spPr>
          <a:xfrm>
            <a:off x="628800" y="1348525"/>
            <a:ext cx="7886400" cy="1413300"/>
          </a:xfrm>
          <a:prstGeom prst="rect">
            <a:avLst/>
          </a:prstGeom>
        </p:spPr>
        <p:txBody>
          <a:bodyPr anchorCtr="0" anchor="b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">
                <a:latin typeface="Montserrat"/>
                <a:ea typeface="Montserrat"/>
                <a:cs typeface="Montserrat"/>
                <a:sym typeface="Montserrat"/>
              </a:rPr>
              <a:t>Governing Board </a:t>
            </a:r>
            <a:endParaRPr b="1">
              <a:latin typeface="Montserrat"/>
              <a:ea typeface="Montserrat"/>
              <a:cs typeface="Montserrat"/>
              <a:sym typeface="Montserrat"/>
            </a:endParaRPr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">
                <a:latin typeface="Montserrat"/>
                <a:ea typeface="Montserrat"/>
                <a:cs typeface="Montserrat"/>
                <a:sym typeface="Montserrat"/>
              </a:rPr>
              <a:t>Responsibilities</a:t>
            </a:r>
            <a:endParaRPr b="1">
              <a:latin typeface="Montserrat"/>
              <a:ea typeface="Montserrat"/>
              <a:cs typeface="Montserrat"/>
              <a:sym typeface="Montserrat"/>
            </a:endParaRP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42" name="Shape 7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43" name="Google Shape;743;p109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l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700"/>
              <a:t>The Governing Board’s responsibilities include:</a:t>
            </a:r>
            <a:endParaRPr sz="1700"/>
          </a:p>
          <a:p>
            <a:pPr indent="-336550" lvl="0" marL="457200" rtl="0" algn="l">
              <a:spcBef>
                <a:spcPts val="800"/>
              </a:spcBef>
              <a:spcAft>
                <a:spcPts val="0"/>
              </a:spcAft>
              <a:buSzPts val="1700"/>
              <a:buChar char="●"/>
            </a:pPr>
            <a:r>
              <a:rPr lang="en" sz="1700"/>
              <a:t>Approving the Academy Software Foundation budget, directing the use of funds to advance the mission of the Academy Software Foundation;</a:t>
            </a:r>
            <a:endParaRPr sz="1700"/>
          </a:p>
          <a:p>
            <a:pPr indent="-336550" lvl="0" marL="457200" rtl="0" algn="l">
              <a:spcBef>
                <a:spcPts val="800"/>
              </a:spcBef>
              <a:spcAft>
                <a:spcPts val="0"/>
              </a:spcAft>
              <a:buSzPts val="1700"/>
              <a:buChar char="●"/>
            </a:pPr>
            <a:r>
              <a:rPr lang="en" sz="1700"/>
              <a:t>Directing marketing and outreach efforts;</a:t>
            </a:r>
            <a:endParaRPr sz="1700"/>
          </a:p>
          <a:p>
            <a:pPr indent="-336550" lvl="0" marL="457200" rtl="0" algn="l">
              <a:spcBef>
                <a:spcPts val="800"/>
              </a:spcBef>
              <a:spcAft>
                <a:spcPts val="0"/>
              </a:spcAft>
              <a:buSzPts val="1700"/>
              <a:buChar char="●"/>
            </a:pPr>
            <a:r>
              <a:rPr lang="en" sz="1700"/>
              <a:t>Providing financial governance overall;</a:t>
            </a:r>
            <a:endParaRPr sz="1700"/>
          </a:p>
          <a:p>
            <a:pPr indent="-336550" lvl="0" marL="457200" rtl="0" algn="l">
              <a:spcBef>
                <a:spcPts val="800"/>
              </a:spcBef>
              <a:spcAft>
                <a:spcPts val="0"/>
              </a:spcAft>
              <a:buSzPts val="1700"/>
              <a:buChar char="●"/>
            </a:pPr>
            <a:r>
              <a:rPr lang="en" sz="1700"/>
              <a:t>Voting on other decisions that come before the Governing Board.</a:t>
            </a:r>
            <a:endParaRPr sz="1700"/>
          </a:p>
          <a:p>
            <a:pPr indent="0" lvl="0" marL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rPr lang="en" sz="1700"/>
              <a:t>Additional responsibilities are described in </a:t>
            </a:r>
            <a:r>
              <a:rPr lang="en" sz="1700" u="sng">
                <a:solidFill>
                  <a:schemeClr val="hlink"/>
                </a:solidFill>
                <a:hlinkClick r:id="rId3"/>
              </a:rPr>
              <a:t>Section 3</a:t>
            </a:r>
            <a:r>
              <a:rPr lang="en" sz="1700"/>
              <a:t> of the Academy Software Foundation Charter.</a:t>
            </a:r>
            <a:endParaRPr sz="1700"/>
          </a:p>
        </p:txBody>
      </p:sp>
      <p:sp>
        <p:nvSpPr>
          <p:cNvPr id="744" name="Google Shape;744;p109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Governing Board Responsibilities</a:t>
            </a:r>
            <a:endParaRPr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48" name="Shape 7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49" name="Google Shape;749;p110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300"/>
              <a:buFont typeface="Arial"/>
              <a:buNone/>
            </a:pPr>
            <a:r>
              <a:rPr lang="en" sz="2200"/>
              <a:t>What the Governing Board is NOT responsible for</a:t>
            </a:r>
            <a:endParaRPr sz="2200"/>
          </a:p>
        </p:txBody>
      </p:sp>
      <p:sp>
        <p:nvSpPr>
          <p:cNvPr id="750" name="Google Shape;750;p110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-349250" lvl="0" marL="457200" rtl="0" algn="l">
              <a:spcBef>
                <a:spcPts val="800"/>
              </a:spcBef>
              <a:spcAft>
                <a:spcPts val="0"/>
              </a:spcAft>
              <a:buSzPts val="1900"/>
              <a:buChar char="●"/>
            </a:pPr>
            <a:r>
              <a:rPr lang="en" sz="1900"/>
              <a:t>The Governing Board does </a:t>
            </a:r>
            <a:r>
              <a:rPr b="1" lang="en" sz="1900"/>
              <a:t>not</a:t>
            </a:r>
            <a:r>
              <a:rPr lang="en" sz="1900"/>
              <a:t> make technical decisions for Academy Software Foundation other than working with the </a:t>
            </a:r>
            <a:r>
              <a:rPr lang="en" sz="1900" u="sng">
                <a:solidFill>
                  <a:schemeClr val="hlink"/>
                </a:solidFill>
                <a:hlinkClick r:id="rId3"/>
              </a:rPr>
              <a:t>TAC</a:t>
            </a:r>
            <a:r>
              <a:rPr lang="en" sz="1900"/>
              <a:t> to set the overall scope for the Academy Software Foundation. </a:t>
            </a:r>
            <a:endParaRPr sz="1900"/>
          </a:p>
          <a:p>
            <a:pPr indent="-349250" lvl="0" marL="457200" rtl="0" algn="l">
              <a:spcBef>
                <a:spcPts val="800"/>
              </a:spcBef>
              <a:spcAft>
                <a:spcPts val="0"/>
              </a:spcAft>
              <a:buSzPts val="1900"/>
              <a:buChar char="●"/>
            </a:pPr>
            <a:r>
              <a:rPr lang="en" sz="1900"/>
              <a:t>The Governing Board is </a:t>
            </a:r>
            <a:r>
              <a:rPr b="1" lang="en" sz="1900"/>
              <a:t>not</a:t>
            </a:r>
            <a:r>
              <a:rPr lang="en" sz="1900"/>
              <a:t> responsible for overseeing day-to-day operations of Academy Software Foundation. This is the responsibility of the foundation staff.</a:t>
            </a:r>
            <a:endParaRPr sz="1900"/>
          </a:p>
          <a:p>
            <a:pPr indent="-349250" lvl="0" marL="457200" rtl="0" algn="l">
              <a:spcBef>
                <a:spcPts val="800"/>
              </a:spcBef>
              <a:spcAft>
                <a:spcPts val="0"/>
              </a:spcAft>
              <a:buSzPts val="1900"/>
              <a:buChar char="●"/>
            </a:pPr>
            <a:r>
              <a:rPr lang="en" sz="1900"/>
              <a:t>The Governing Board is </a:t>
            </a:r>
            <a:r>
              <a:rPr b="1" lang="en" sz="1900"/>
              <a:t>not</a:t>
            </a:r>
            <a:r>
              <a:rPr lang="en" sz="1900"/>
              <a:t> a Board of Directors; it is a committee that provides budget oversight and direction. There are no personal liabilities for individual Governing Board representatives.</a:t>
            </a:r>
            <a:endParaRPr sz="1900"/>
          </a:p>
          <a:p>
            <a:pPr indent="0" lvl="0" marL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t/>
            </a:r>
            <a:endParaRPr sz="19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54" name="Shape 7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5" name="Google Shape;755;p111"/>
          <p:cNvSpPr txBox="1"/>
          <p:nvPr>
            <p:ph type="title"/>
          </p:nvPr>
        </p:nvSpPr>
        <p:spPr>
          <a:xfrm>
            <a:off x="694125" y="1275325"/>
            <a:ext cx="7886400" cy="1413300"/>
          </a:xfrm>
          <a:prstGeom prst="rect">
            <a:avLst/>
          </a:prstGeom>
        </p:spPr>
        <p:txBody>
          <a:bodyPr anchorCtr="0" anchor="b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">
                <a:latin typeface="Montserrat"/>
                <a:ea typeface="Montserrat"/>
                <a:cs typeface="Montserrat"/>
                <a:sym typeface="Montserrat"/>
              </a:rPr>
              <a:t>Governing Board Operations</a:t>
            </a:r>
            <a:endParaRPr b="1">
              <a:latin typeface="Montserrat"/>
              <a:ea typeface="Montserrat"/>
              <a:cs typeface="Montserrat"/>
              <a:sym typeface="Montserrat"/>
            </a:endParaRP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59" name="Shape 7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60" name="Google Shape;760;p112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-361950" lvl="0" marL="457200" rtl="0" algn="l">
              <a:spcBef>
                <a:spcPts val="800"/>
              </a:spcBef>
              <a:spcAft>
                <a:spcPts val="0"/>
              </a:spcAft>
              <a:buSzPts val="2100"/>
              <a:buChar char="●"/>
            </a:pPr>
            <a:r>
              <a:rPr lang="en"/>
              <a:t>The Governing Board voting members consist of:</a:t>
            </a:r>
            <a:endParaRPr/>
          </a:p>
          <a:p>
            <a:pPr indent="-361950" lvl="0" marL="914400" rtl="0" algn="l">
              <a:spcBef>
                <a:spcPts val="800"/>
              </a:spcBef>
              <a:spcAft>
                <a:spcPts val="0"/>
              </a:spcAft>
              <a:buSzPts val="2100"/>
              <a:buChar char="●"/>
            </a:pPr>
            <a:r>
              <a:rPr lang="en"/>
              <a:t>One representative appointed from each Premier member; and</a:t>
            </a:r>
            <a:endParaRPr/>
          </a:p>
          <a:p>
            <a:pPr indent="-361950" lvl="0" marL="914400" rtl="0" algn="l">
              <a:spcBef>
                <a:spcPts val="800"/>
              </a:spcBef>
              <a:spcAft>
                <a:spcPts val="0"/>
              </a:spcAft>
              <a:buSzPts val="2100"/>
              <a:buChar char="●"/>
            </a:pPr>
            <a:r>
              <a:rPr lang="en"/>
              <a:t>General member elected representatives </a:t>
            </a:r>
            <a:r>
              <a:rPr lang="en"/>
              <a:t>(if any)</a:t>
            </a:r>
            <a:endParaRPr/>
          </a:p>
          <a:p>
            <a:pPr indent="-361950" lvl="0" marL="914400" rtl="0" algn="l">
              <a:spcBef>
                <a:spcPts val="800"/>
              </a:spcBef>
              <a:spcAft>
                <a:spcPts val="0"/>
              </a:spcAft>
              <a:buSzPts val="2100"/>
              <a:buChar char="●"/>
            </a:pPr>
            <a:r>
              <a:rPr lang="en"/>
              <a:t>The TAC Chairperson</a:t>
            </a:r>
            <a:endParaRPr/>
          </a:p>
          <a:p>
            <a:pPr indent="-361950" lvl="0" marL="457200" rtl="0" algn="l">
              <a:spcBef>
                <a:spcPts val="800"/>
              </a:spcBef>
              <a:spcAft>
                <a:spcPts val="0"/>
              </a:spcAft>
              <a:buSzPts val="2100"/>
              <a:buChar char="●"/>
            </a:pPr>
            <a:r>
              <a:rPr lang="en"/>
              <a:t>See </a:t>
            </a:r>
            <a:r>
              <a:rPr lang="en" u="sng">
                <a:solidFill>
                  <a:schemeClr val="hlink"/>
                </a:solidFill>
                <a:hlinkClick r:id="rId3"/>
              </a:rPr>
              <a:t>Section 3(a)</a:t>
            </a:r>
            <a:r>
              <a:rPr lang="en"/>
              <a:t> of the Academy Software Foundation Charter for more information about composition.</a:t>
            </a:r>
            <a:endParaRPr/>
          </a:p>
        </p:txBody>
      </p:sp>
      <p:sp>
        <p:nvSpPr>
          <p:cNvPr id="761" name="Google Shape;761;p112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Governing Board Composition</a:t>
            </a:r>
            <a:endParaRPr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66" name="Shape 7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67" name="Google Shape;767;p113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00"/>
              <a:buFont typeface="Arial"/>
              <a:buNone/>
            </a:pPr>
            <a:r>
              <a:rPr b="0" i="0" lang="en" sz="3200" u="none" cap="none" strike="noStrike"/>
              <a:t>Governing Board Representatives</a:t>
            </a:r>
            <a:endParaRPr b="0" i="0" sz="3200" u="none" cap="none" strike="noStrike"/>
          </a:p>
        </p:txBody>
      </p:sp>
      <p:pic>
        <p:nvPicPr>
          <p:cNvPr id="768" name="Google Shape;768;p113" title="Screenshot 2026-07-15 at 3.40.14 PM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461113" y="934000"/>
            <a:ext cx="8221763" cy="4102852"/>
          </a:xfrm>
          <a:prstGeom prst="rect">
            <a:avLst/>
          </a:prstGeom>
          <a:noFill/>
          <a:ln>
            <a:noFill/>
          </a:ln>
        </p:spPr>
      </p:pic>
      <p:pic>
        <p:nvPicPr>
          <p:cNvPr id="769" name="Google Shape;769;p113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1588400" y="970625"/>
            <a:ext cx="723000" cy="723000"/>
          </a:xfrm>
          <a:prstGeom prst="ellipse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73" name="Shape 7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74" name="Google Shape;774;p114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2300"/>
              <a:t>Governing Board Representative Characteristics</a:t>
            </a:r>
            <a:endParaRPr sz="2300"/>
          </a:p>
        </p:txBody>
      </p:sp>
      <p:sp>
        <p:nvSpPr>
          <p:cNvPr id="775" name="Google Shape;775;p114"/>
          <p:cNvSpPr txBox="1"/>
          <p:nvPr>
            <p:ph idx="1" type="body"/>
          </p:nvPr>
        </p:nvSpPr>
        <p:spPr>
          <a:xfrm>
            <a:off x="628634" y="1105444"/>
            <a:ext cx="7886400" cy="32634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-323850" lvl="0" marL="457200" rtl="0" algn="l">
              <a:spcBef>
                <a:spcPts val="800"/>
              </a:spcBef>
              <a:spcAft>
                <a:spcPts val="0"/>
              </a:spcAft>
              <a:buSzPts val="1500"/>
              <a:buChar char="-"/>
            </a:pPr>
            <a:r>
              <a:rPr lang="en" sz="1500"/>
              <a:t>Knowledgeable / has experience in technology and open source in the media and entertainment industry</a:t>
            </a:r>
            <a:endParaRPr sz="1500"/>
          </a:p>
          <a:p>
            <a:pPr indent="-323850" lvl="0" marL="457200" rtl="0" algn="l">
              <a:spcBef>
                <a:spcPts val="0"/>
              </a:spcBef>
              <a:spcAft>
                <a:spcPts val="0"/>
              </a:spcAft>
              <a:buSzPts val="1500"/>
              <a:buChar char="-"/>
            </a:pPr>
            <a:r>
              <a:rPr lang="en" sz="1500"/>
              <a:t>Has a point of view on the industry’s future</a:t>
            </a:r>
            <a:endParaRPr sz="1500"/>
          </a:p>
          <a:p>
            <a:pPr indent="-323850" lvl="0" marL="457200" rtl="0" algn="l">
              <a:spcBef>
                <a:spcPts val="0"/>
              </a:spcBef>
              <a:spcAft>
                <a:spcPts val="0"/>
              </a:spcAft>
              <a:buSzPts val="1500"/>
              <a:buChar char="-"/>
            </a:pPr>
            <a:r>
              <a:rPr lang="en" sz="1500"/>
              <a:t>Is a strategic thinker</a:t>
            </a:r>
            <a:endParaRPr sz="1500"/>
          </a:p>
          <a:p>
            <a:pPr indent="-323850" lvl="0" marL="457200" rtl="0" algn="l">
              <a:spcBef>
                <a:spcPts val="0"/>
              </a:spcBef>
              <a:spcAft>
                <a:spcPts val="0"/>
              </a:spcAft>
              <a:buSzPts val="1500"/>
              <a:buChar char="-"/>
            </a:pPr>
            <a:r>
              <a:rPr lang="en" sz="1500"/>
              <a:t>Has previous board experience as a plus, but not necessary</a:t>
            </a:r>
            <a:endParaRPr sz="1500"/>
          </a:p>
          <a:p>
            <a:pPr indent="-323850" lvl="0" marL="457200" rtl="0" algn="l">
              <a:spcBef>
                <a:spcPts val="0"/>
              </a:spcBef>
              <a:spcAft>
                <a:spcPts val="0"/>
              </a:spcAft>
              <a:buSzPts val="1500"/>
              <a:buChar char="-"/>
            </a:pPr>
            <a:r>
              <a:rPr lang="en" sz="1500"/>
              <a:t>Is results-driven</a:t>
            </a:r>
            <a:endParaRPr sz="1500"/>
          </a:p>
          <a:p>
            <a:pPr indent="-323850" lvl="0" marL="457200" rtl="0" algn="l">
              <a:spcBef>
                <a:spcPts val="0"/>
              </a:spcBef>
              <a:spcAft>
                <a:spcPts val="0"/>
              </a:spcAft>
              <a:buSzPts val="1500"/>
              <a:buChar char="-"/>
            </a:pPr>
            <a:r>
              <a:rPr lang="en" sz="1500"/>
              <a:t>Is an effective communicator</a:t>
            </a:r>
            <a:endParaRPr sz="1500"/>
          </a:p>
          <a:p>
            <a:pPr indent="-323850" lvl="0" marL="457200" rtl="0" algn="l">
              <a:spcBef>
                <a:spcPts val="0"/>
              </a:spcBef>
              <a:spcAft>
                <a:spcPts val="0"/>
              </a:spcAft>
              <a:buSzPts val="1500"/>
              <a:buChar char="-"/>
            </a:pPr>
            <a:r>
              <a:rPr lang="en" sz="1500"/>
              <a:t>Is respectful of other points of view</a:t>
            </a:r>
            <a:endParaRPr sz="1500"/>
          </a:p>
          <a:p>
            <a:pPr indent="-323850" lvl="0" marL="457200" rtl="0" algn="l">
              <a:spcBef>
                <a:spcPts val="0"/>
              </a:spcBef>
              <a:spcAft>
                <a:spcPts val="0"/>
              </a:spcAft>
              <a:buSzPts val="1500"/>
              <a:buChar char="-"/>
            </a:pPr>
            <a:r>
              <a:rPr lang="en" sz="1500"/>
              <a:t>Is an influential and empowered decision-maker within their own organization</a:t>
            </a:r>
            <a:endParaRPr sz="1500"/>
          </a:p>
          <a:p>
            <a:pPr indent="-323850" lvl="0" marL="457200" rtl="0" algn="l">
              <a:spcBef>
                <a:spcPts val="0"/>
              </a:spcBef>
              <a:spcAft>
                <a:spcPts val="0"/>
              </a:spcAft>
              <a:buSzPts val="1500"/>
              <a:buChar char="-"/>
            </a:pPr>
            <a:r>
              <a:rPr lang="en" sz="1500"/>
              <a:t>Is able to create an environment within their organization for developing future ASWF leaders</a:t>
            </a:r>
            <a:endParaRPr sz="1500"/>
          </a:p>
          <a:p>
            <a:pPr indent="-323850" lvl="0" marL="457200" rtl="0" algn="l">
              <a:spcBef>
                <a:spcPts val="0"/>
              </a:spcBef>
              <a:spcAft>
                <a:spcPts val="0"/>
              </a:spcAft>
              <a:buSzPts val="1500"/>
              <a:buChar char="-"/>
            </a:pPr>
            <a:r>
              <a:rPr lang="en" sz="1500"/>
              <a:t>Is able to develop a Governing Board member pipeline within their own organization</a:t>
            </a:r>
            <a:endParaRPr sz="1500"/>
          </a:p>
          <a:p>
            <a:pPr indent="-323850" lvl="0" marL="457200" rtl="0" algn="l">
              <a:spcBef>
                <a:spcPts val="0"/>
              </a:spcBef>
              <a:spcAft>
                <a:spcPts val="0"/>
              </a:spcAft>
              <a:buSzPts val="1500"/>
              <a:buChar char="-"/>
            </a:pPr>
            <a:r>
              <a:rPr lang="en" sz="1500"/>
              <a:t>Has demonstrated willingness to contribute, to participate in board/committee activities</a:t>
            </a:r>
            <a:endParaRPr sz="1500"/>
          </a:p>
          <a:p>
            <a:pPr indent="-323850" lvl="0" marL="457200" rtl="0" algn="l">
              <a:spcBef>
                <a:spcPts val="0"/>
              </a:spcBef>
              <a:spcAft>
                <a:spcPts val="0"/>
              </a:spcAft>
              <a:buSzPts val="1500"/>
              <a:buChar char="-"/>
            </a:pPr>
            <a:r>
              <a:rPr lang="en" sz="1500"/>
              <a:t>Will advocate for the ASWF within their organization</a:t>
            </a:r>
            <a:endParaRPr sz="1500"/>
          </a:p>
          <a:p>
            <a:pPr indent="-323850" lvl="0" marL="457200" rtl="0" algn="l">
              <a:spcBef>
                <a:spcPts val="0"/>
              </a:spcBef>
              <a:spcAft>
                <a:spcPts val="0"/>
              </a:spcAft>
              <a:buSzPts val="1500"/>
              <a:buChar char="-"/>
            </a:pPr>
            <a:r>
              <a:rPr lang="en" sz="1500"/>
              <a:t>Is committed to make the ASWF as an organization and as a community more diverse</a:t>
            </a:r>
            <a:endParaRPr sz="15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79" name="Shape 7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0" name="Google Shape;780;p115"/>
          <p:cNvSpPr txBox="1"/>
          <p:nvPr>
            <p:ph idx="1" type="body"/>
          </p:nvPr>
        </p:nvSpPr>
        <p:spPr>
          <a:xfrm>
            <a:off x="628634" y="1369219"/>
            <a:ext cx="3603300" cy="32634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-304800" lvl="0" marL="457200" rtl="0" algn="l">
              <a:spcBef>
                <a:spcPts val="800"/>
              </a:spcBef>
              <a:spcAft>
                <a:spcPts val="0"/>
              </a:spcAft>
              <a:buSzPts val="1200"/>
              <a:buChar char="●"/>
            </a:pPr>
            <a:r>
              <a:rPr lang="en" sz="1200"/>
              <a:t>Premier and General</a:t>
            </a:r>
            <a:r>
              <a:rPr lang="en" sz="1200"/>
              <a:t> member companies with appointed representatives on the Governing Board may appoint alternates.</a:t>
            </a:r>
            <a:endParaRPr sz="1200"/>
          </a:p>
          <a:p>
            <a:pPr indent="-304800" lvl="0" marL="457200" rtl="0" algn="l">
              <a:spcBef>
                <a:spcPts val="800"/>
              </a:spcBef>
              <a:spcAft>
                <a:spcPts val="0"/>
              </a:spcAft>
              <a:buSzPts val="1200"/>
              <a:buChar char="●"/>
            </a:pPr>
            <a:r>
              <a:rPr lang="en" sz="1200"/>
              <a:t>Alternates may attend all Governing Board meetings. </a:t>
            </a:r>
            <a:endParaRPr sz="1200"/>
          </a:p>
          <a:p>
            <a:pPr indent="-285750" lvl="1" marL="914400" rtl="0" algn="l">
              <a:spcBef>
                <a:spcPts val="400"/>
              </a:spcBef>
              <a:spcAft>
                <a:spcPts val="0"/>
              </a:spcAft>
              <a:buSzPts val="900"/>
              <a:buChar char="○"/>
            </a:pPr>
            <a:r>
              <a:rPr lang="en" sz="900"/>
              <a:t>If the primary representative is present, the alternate may participate in listen-only mode and may not vote or speak. </a:t>
            </a:r>
            <a:endParaRPr sz="900"/>
          </a:p>
          <a:p>
            <a:pPr indent="-285750" lvl="1" marL="914400" rtl="0" algn="l">
              <a:spcBef>
                <a:spcPts val="400"/>
              </a:spcBef>
              <a:spcAft>
                <a:spcPts val="0"/>
              </a:spcAft>
              <a:buSzPts val="900"/>
              <a:buChar char="○"/>
            </a:pPr>
            <a:r>
              <a:rPr lang="en" sz="900"/>
              <a:t>Only if the primary representative is unable to attend the meeting, the alternate may speak and vote in lieu of the primary representative.</a:t>
            </a:r>
            <a:endParaRPr sz="900"/>
          </a:p>
          <a:p>
            <a:pPr indent="-304800" lvl="0" marL="457200" rtl="0" algn="l">
              <a:spcBef>
                <a:spcPts val="800"/>
              </a:spcBef>
              <a:spcAft>
                <a:spcPts val="0"/>
              </a:spcAft>
              <a:buSzPts val="1200"/>
              <a:buChar char="●"/>
            </a:pPr>
            <a:r>
              <a:rPr lang="en" sz="1200"/>
              <a:t>At Strategy and Leadership Meetings (at which no voting occurs), both primary and alternate representatives may speak (the alternate does not need to participate in listen-only mode)</a:t>
            </a:r>
            <a:endParaRPr sz="1200"/>
          </a:p>
        </p:txBody>
      </p:sp>
      <p:sp>
        <p:nvSpPr>
          <p:cNvPr id="781" name="Google Shape;781;p115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Alternates Policy</a:t>
            </a:r>
            <a:endParaRPr/>
          </a:p>
        </p:txBody>
      </p:sp>
      <p:sp>
        <p:nvSpPr>
          <p:cNvPr id="782" name="Google Shape;782;p115"/>
          <p:cNvSpPr txBox="1"/>
          <p:nvPr>
            <p:ph idx="2" type="body"/>
          </p:nvPr>
        </p:nvSpPr>
        <p:spPr>
          <a:xfrm>
            <a:off x="4877144" y="1369219"/>
            <a:ext cx="3603300" cy="32634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l"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b="1" lang="en" sz="1700"/>
              <a:t>ACTION: To appoint your representative and your alternate, please file a request at </a:t>
            </a:r>
            <a:r>
              <a:rPr b="1" lang="en" sz="1700" u="sng">
                <a:solidFill>
                  <a:schemeClr val="hlink"/>
                </a:solidFill>
                <a:hlinkClick r:id="rId3"/>
              </a:rPr>
              <a:t>members.aswf.io</a:t>
            </a:r>
            <a:r>
              <a:rPr b="1" lang="en" sz="1700"/>
              <a:t>, and have the representatives create an </a:t>
            </a:r>
            <a:r>
              <a:rPr b="1" lang="en" sz="1700" u="sng">
                <a:solidFill>
                  <a:schemeClr val="hlink"/>
                </a:solidFill>
                <a:hlinkClick r:id="rId4"/>
              </a:rPr>
              <a:t>LF ID</a:t>
            </a:r>
            <a:r>
              <a:rPr b="1" lang="en" sz="1700"/>
              <a:t>.</a:t>
            </a:r>
            <a:endParaRPr b="1" sz="1700"/>
          </a:p>
          <a:p>
            <a:pPr indent="0" lvl="0" marL="0" rtl="0" algn="l"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i="1" lang="en" sz="1700"/>
              <a:t>You can change your representative at any time by making a request at </a:t>
            </a:r>
            <a:r>
              <a:rPr i="1" lang="en" sz="1700" u="sng">
                <a:solidFill>
                  <a:schemeClr val="hlink"/>
                </a:solidFill>
                <a:hlinkClick r:id="rId5"/>
              </a:rPr>
              <a:t>members.aswf.io</a:t>
            </a:r>
            <a:r>
              <a:rPr i="1" lang="en" sz="1700"/>
              <a:t>.</a:t>
            </a:r>
            <a:endParaRPr i="1" sz="1700"/>
          </a:p>
          <a:p>
            <a:pPr indent="0" lvl="0" marL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t/>
            </a:r>
            <a:endParaRPr sz="140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87" name="Shape 7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8" name="Google Shape;788;p116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700"/>
              <a:buFont typeface="Arial"/>
              <a:buNone/>
            </a:pPr>
            <a:r>
              <a:rPr b="0" i="0" lang="en" sz="3200" u="none" cap="none" strike="noStrike"/>
              <a:t>Governing Board Alternates</a:t>
            </a:r>
            <a:endParaRPr b="0" i="0" sz="3200" u="none" cap="none" strike="noStrike"/>
          </a:p>
        </p:txBody>
      </p:sp>
      <p:pic>
        <p:nvPicPr>
          <p:cNvPr id="789" name="Google Shape;789;p116" title="Screenshot 2026-07-15 at 3.44.22 PM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637588" y="946825"/>
            <a:ext cx="7868835" cy="4102851"/>
          </a:xfrm>
          <a:prstGeom prst="rect">
            <a:avLst/>
          </a:prstGeom>
          <a:noFill/>
          <a:ln>
            <a:noFill/>
          </a:ln>
        </p:spPr>
      </p:pic>
      <p:pic>
        <p:nvPicPr>
          <p:cNvPr id="790" name="Google Shape;790;p116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3577600" y="3695275"/>
            <a:ext cx="794400" cy="794400"/>
          </a:xfrm>
          <a:prstGeom prst="ellipse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94" name="Shape 7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5" name="Google Shape;795;p117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Succession Policy</a:t>
            </a:r>
            <a:endParaRPr/>
          </a:p>
        </p:txBody>
      </p:sp>
      <p:sp>
        <p:nvSpPr>
          <p:cNvPr id="796" name="Google Shape;796;p117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-355600" lvl="0" marL="457200" rtl="0" algn="l">
              <a:spcBef>
                <a:spcPts val="800"/>
              </a:spcBef>
              <a:spcAft>
                <a:spcPts val="0"/>
              </a:spcAft>
              <a:buSzPts val="2000"/>
              <a:buChar char="•"/>
            </a:pPr>
            <a:r>
              <a:rPr lang="en" sz="2000"/>
              <a:t>Maximum term for any Governing Board representative is 4 years.</a:t>
            </a:r>
            <a:endParaRPr sz="2000"/>
          </a:p>
          <a:p>
            <a:pPr indent="-336550" lvl="1" marL="914400" rtl="0" algn="l">
              <a:spcBef>
                <a:spcPts val="0"/>
              </a:spcBef>
              <a:spcAft>
                <a:spcPts val="0"/>
              </a:spcAft>
              <a:buSzPts val="1700"/>
              <a:buChar char="•"/>
            </a:pPr>
            <a:r>
              <a:rPr lang="en" sz="1700"/>
              <a:t>Individuals may serve again on the Governing Board after a two year break between terms.</a:t>
            </a:r>
            <a:endParaRPr sz="1700"/>
          </a:p>
          <a:p>
            <a:pPr indent="-336550" lvl="1" marL="914400" rtl="0" algn="l">
              <a:spcBef>
                <a:spcPts val="0"/>
              </a:spcBef>
              <a:spcAft>
                <a:spcPts val="0"/>
              </a:spcAft>
              <a:buSzPts val="1700"/>
              <a:buChar char="•"/>
            </a:pPr>
            <a:r>
              <a:rPr lang="en" sz="1700"/>
              <a:t>Individual may serve as an alternate during the two year break.</a:t>
            </a:r>
            <a:endParaRPr sz="1700"/>
          </a:p>
          <a:p>
            <a:pPr indent="-336550" lvl="1" marL="914400" rtl="0" algn="l">
              <a:spcBef>
                <a:spcPts val="0"/>
              </a:spcBef>
              <a:spcAft>
                <a:spcPts val="0"/>
              </a:spcAft>
              <a:buSzPts val="1700"/>
              <a:buChar char="•"/>
            </a:pPr>
            <a:r>
              <a:rPr lang="en" sz="1700"/>
              <a:t>There are no lifetime term limits.</a:t>
            </a:r>
            <a:endParaRPr sz="1700"/>
          </a:p>
          <a:p>
            <a:pPr indent="-355600" lvl="0" marL="457200" rtl="0" algn="l">
              <a:spcBef>
                <a:spcPts val="0"/>
              </a:spcBef>
              <a:spcAft>
                <a:spcPts val="0"/>
              </a:spcAft>
              <a:buSzPts val="2000"/>
              <a:buChar char="•"/>
            </a:pPr>
            <a:r>
              <a:rPr lang="en" sz="2000"/>
              <a:t>Governing Board target goal of rotating 25% of Governing Board representatives on an annual basis.</a:t>
            </a:r>
            <a:endParaRPr sz="2000"/>
          </a:p>
          <a:p>
            <a:pPr indent="-336550" lvl="1" marL="914400" rtl="0" algn="l">
              <a:spcBef>
                <a:spcPts val="0"/>
              </a:spcBef>
              <a:spcAft>
                <a:spcPts val="0"/>
              </a:spcAft>
              <a:buSzPts val="1700"/>
              <a:buChar char="•"/>
            </a:pPr>
            <a:r>
              <a:rPr lang="en" sz="1700"/>
              <a:t>If there are less that 25% of new representatives, the Governing Board may request longer tenured representatives to appoint a replacement.</a:t>
            </a:r>
            <a:endParaRPr sz="170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00" name="Shape 8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01" name="Google Shape;801;p118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Governing Board</a:t>
            </a:r>
            <a:r>
              <a:rPr lang="en"/>
              <a:t> Chairperson</a:t>
            </a:r>
            <a:endParaRPr/>
          </a:p>
        </p:txBody>
      </p:sp>
      <p:sp>
        <p:nvSpPr>
          <p:cNvPr id="802" name="Google Shape;802;p118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rPr lang="en" sz="1500"/>
              <a:t>Annually in January, the </a:t>
            </a:r>
            <a:r>
              <a:rPr lang="en" sz="1500"/>
              <a:t>Governing Board</a:t>
            </a:r>
            <a:r>
              <a:rPr lang="en" sz="1500"/>
              <a:t> will elect a chairperson to serve for the current year.</a:t>
            </a:r>
            <a:endParaRPr sz="1500"/>
          </a:p>
          <a:p>
            <a:pPr indent="0" lvl="0" marL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rPr lang="en" sz="1500"/>
              <a:t>Duties of the </a:t>
            </a:r>
            <a:r>
              <a:rPr lang="en" sz="1500"/>
              <a:t>Governing Board</a:t>
            </a:r>
            <a:r>
              <a:rPr lang="en" sz="1500"/>
              <a:t> Chairperson include:</a:t>
            </a:r>
            <a:endParaRPr sz="1500"/>
          </a:p>
          <a:p>
            <a:pPr indent="-323850" lvl="0" marL="457200" rtl="0" algn="l">
              <a:spcBef>
                <a:spcPts val="800"/>
              </a:spcBef>
              <a:spcAft>
                <a:spcPts val="0"/>
              </a:spcAft>
              <a:buSzPts val="1500"/>
              <a:buChar char="•"/>
            </a:pPr>
            <a:r>
              <a:rPr lang="en" sz="1500"/>
              <a:t>Oversee </a:t>
            </a:r>
            <a:r>
              <a:rPr lang="en" sz="1500"/>
              <a:t>the</a:t>
            </a:r>
            <a:r>
              <a:rPr lang="en" sz="1500"/>
              <a:t> day-to-day operational decision</a:t>
            </a:r>
            <a:r>
              <a:rPr lang="en" sz="1500"/>
              <a:t>s</a:t>
            </a:r>
            <a:r>
              <a:rPr lang="en" sz="1500"/>
              <a:t> of the Academy Software Foundation.</a:t>
            </a:r>
            <a:endParaRPr sz="1500"/>
          </a:p>
          <a:p>
            <a:pPr indent="-323850" lvl="0" marL="457200" rtl="0" algn="l">
              <a:spcBef>
                <a:spcPts val="800"/>
              </a:spcBef>
              <a:spcAft>
                <a:spcPts val="0"/>
              </a:spcAft>
              <a:buSzPts val="1500"/>
              <a:buChar char="•"/>
            </a:pPr>
            <a:r>
              <a:rPr lang="en" sz="1500"/>
              <a:t>Work with the foundation staff to prepare the agenda for Governing Board meetings.</a:t>
            </a:r>
            <a:endParaRPr sz="1500"/>
          </a:p>
          <a:p>
            <a:pPr indent="-323850" lvl="0" marL="457200" rtl="0" algn="l">
              <a:spcBef>
                <a:spcPts val="800"/>
              </a:spcBef>
              <a:spcAft>
                <a:spcPts val="0"/>
              </a:spcAft>
              <a:buSzPts val="1500"/>
              <a:buChar char="•"/>
            </a:pPr>
            <a:r>
              <a:rPr lang="en" sz="1500"/>
              <a:t>Be a spokesperson for the Academy Software Foundation and the Governing Board, as needed</a:t>
            </a:r>
            <a:endParaRPr sz="1500"/>
          </a:p>
          <a:p>
            <a:pPr indent="0" lvl="0" marL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rPr lang="en" sz="1500"/>
              <a:t>See </a:t>
            </a:r>
            <a:r>
              <a:rPr lang="en" sz="1500" u="sng">
                <a:solidFill>
                  <a:schemeClr val="hlink"/>
                </a:solidFill>
                <a:hlinkClick r:id="rId3"/>
              </a:rPr>
              <a:t>Section 3(c)</a:t>
            </a:r>
            <a:r>
              <a:rPr lang="en" sz="1500"/>
              <a:t> of the Academy Software Foundation Charter for more information about the chairperson role.</a:t>
            </a:r>
            <a:endParaRPr sz="150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06" name="Shape 8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07" name="Google Shape;807;p119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Governing Board Treasurer</a:t>
            </a:r>
            <a:endParaRPr/>
          </a:p>
        </p:txBody>
      </p:sp>
      <p:sp>
        <p:nvSpPr>
          <p:cNvPr id="808" name="Google Shape;808;p119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rPr lang="en" sz="1500"/>
              <a:t>Annually in January, the Governing Board will elect a treasurer to serve for the current year.</a:t>
            </a:r>
            <a:endParaRPr sz="1500"/>
          </a:p>
          <a:p>
            <a:pPr indent="0" lvl="0" marL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rPr lang="en" sz="1500"/>
              <a:t>Duties of the Governing Board </a:t>
            </a:r>
            <a:r>
              <a:rPr lang="en" sz="1500"/>
              <a:t>Treasurer</a:t>
            </a:r>
            <a:r>
              <a:rPr lang="en" sz="1500"/>
              <a:t> include:</a:t>
            </a:r>
            <a:endParaRPr sz="1500"/>
          </a:p>
          <a:p>
            <a:pPr indent="-323850" lvl="0" marL="457200" rtl="0" algn="l">
              <a:spcBef>
                <a:spcPts val="800"/>
              </a:spcBef>
              <a:spcAft>
                <a:spcPts val="0"/>
              </a:spcAft>
              <a:buSzPts val="1500"/>
              <a:buChar char="•"/>
            </a:pPr>
            <a:r>
              <a:rPr lang="en" sz="1500"/>
              <a:t>Serve as </a:t>
            </a:r>
            <a:r>
              <a:rPr lang="en" sz="1500"/>
              <a:t>the</a:t>
            </a:r>
            <a:r>
              <a:rPr lang="en" sz="1500"/>
              <a:t> chairperson of the Budget Committee</a:t>
            </a:r>
            <a:endParaRPr sz="1500"/>
          </a:p>
          <a:p>
            <a:pPr indent="-323850" lvl="0" marL="457200" rtl="0" algn="l">
              <a:spcBef>
                <a:spcPts val="800"/>
              </a:spcBef>
              <a:spcAft>
                <a:spcPts val="0"/>
              </a:spcAft>
              <a:buSzPts val="1500"/>
              <a:buChar char="•"/>
            </a:pPr>
            <a:r>
              <a:rPr lang="en" sz="1500"/>
              <a:t>Work with the foundation staff to prepare financial updates and reforecasts to the Budget Committee and Governing Board.</a:t>
            </a:r>
            <a:endParaRPr sz="1500"/>
          </a:p>
          <a:p>
            <a:pPr indent="-323850" lvl="0" marL="457200" rtl="0" algn="l">
              <a:spcBef>
                <a:spcPts val="800"/>
              </a:spcBef>
              <a:spcAft>
                <a:spcPts val="0"/>
              </a:spcAft>
              <a:buSzPts val="1500"/>
              <a:buChar char="•"/>
            </a:pPr>
            <a:r>
              <a:rPr lang="en" sz="1500"/>
              <a:t>Work with the foundation staff in preparing and leading the approval of the annual budget.</a:t>
            </a:r>
            <a:endParaRPr sz="1500"/>
          </a:p>
          <a:p>
            <a:pPr indent="0" lvl="0" marL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rPr lang="en" sz="1500"/>
              <a:t>See </a:t>
            </a:r>
            <a:r>
              <a:rPr lang="en" sz="1500" u="sng">
                <a:solidFill>
                  <a:schemeClr val="hlink"/>
                </a:solidFill>
                <a:hlinkClick r:id="rId3"/>
              </a:rPr>
              <a:t>Section 3(c)</a:t>
            </a:r>
            <a:r>
              <a:rPr lang="en" sz="1500"/>
              <a:t> of the Academy Software Foundation Charter for more information about the treasurer role.</a:t>
            </a:r>
            <a:endParaRPr sz="150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12" name="Shape 8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3" name="Google Shape;813;p120"/>
          <p:cNvSpPr txBox="1"/>
          <p:nvPr>
            <p:ph type="title"/>
          </p:nvPr>
        </p:nvSpPr>
        <p:spPr>
          <a:xfrm>
            <a:off x="628800" y="1158450"/>
            <a:ext cx="7886400" cy="1413300"/>
          </a:xfrm>
          <a:prstGeom prst="rect">
            <a:avLst/>
          </a:prstGeom>
        </p:spPr>
        <p:txBody>
          <a:bodyPr anchorCtr="0" anchor="b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Governing Board Meetings</a:t>
            </a:r>
            <a:endParaRPr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17" name="Shape 8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8" name="Google Shape;818;p121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-311150" lvl="0" marL="457200" rtl="0" algn="l">
              <a:spcBef>
                <a:spcPts val="800"/>
              </a:spcBef>
              <a:spcAft>
                <a:spcPts val="0"/>
              </a:spcAft>
              <a:buSzPts val="1300"/>
              <a:buChar char="●"/>
            </a:pPr>
            <a:r>
              <a:rPr lang="en" sz="1300"/>
              <a:t>The Governing Board has monthly virtual regular meetings, generally on the fourth Thursday of each month.</a:t>
            </a:r>
            <a:endParaRPr sz="1300"/>
          </a:p>
          <a:p>
            <a:pPr indent="-311150" lvl="0" marL="457200" rtl="0" algn="l">
              <a:spcBef>
                <a:spcPts val="800"/>
              </a:spcBef>
              <a:spcAft>
                <a:spcPts val="0"/>
              </a:spcAft>
              <a:buSzPts val="1300"/>
              <a:buChar char="●"/>
            </a:pPr>
            <a:r>
              <a:rPr lang="en" sz="1300"/>
              <a:t>Format for the meetings alternates between a formal business meeting and strategy session</a:t>
            </a:r>
            <a:endParaRPr sz="1300"/>
          </a:p>
          <a:p>
            <a:pPr indent="-292100" lvl="1" marL="914400" rtl="0" algn="l">
              <a:spcBef>
                <a:spcPts val="400"/>
              </a:spcBef>
              <a:spcAft>
                <a:spcPts val="0"/>
              </a:spcAft>
              <a:buSzPts val="1000"/>
              <a:buChar char="○"/>
            </a:pPr>
            <a:r>
              <a:rPr lang="en" sz="1000"/>
              <a:t>At the formal business meetings, voting will often take place.</a:t>
            </a:r>
            <a:endParaRPr sz="1000"/>
          </a:p>
          <a:p>
            <a:pPr indent="-292100" lvl="1" marL="914400" rtl="0" algn="l">
              <a:spcBef>
                <a:spcPts val="400"/>
              </a:spcBef>
              <a:spcAft>
                <a:spcPts val="0"/>
              </a:spcAft>
              <a:buSzPts val="1000"/>
              <a:buChar char="○"/>
            </a:pPr>
            <a:r>
              <a:rPr lang="en" sz="1000"/>
              <a:t>For the strategy meetings, the Governing Board will align on a topic to discuss at the previous business meeting.</a:t>
            </a:r>
            <a:endParaRPr sz="1000"/>
          </a:p>
          <a:p>
            <a:pPr indent="-311150" lvl="0" marL="457200" rtl="0" algn="l">
              <a:spcBef>
                <a:spcPts val="800"/>
              </a:spcBef>
              <a:spcAft>
                <a:spcPts val="0"/>
              </a:spcAft>
              <a:buSzPts val="1300"/>
              <a:buChar char="●"/>
            </a:pPr>
            <a:r>
              <a:rPr lang="en" sz="1300"/>
              <a:t>Additionally, the Governing Board has two hybrid Leadership Meetings sessions per year (at Open Source Forum in February and Open Source Days in August).</a:t>
            </a:r>
            <a:endParaRPr sz="1300"/>
          </a:p>
          <a:p>
            <a:pPr indent="-292100" lvl="1" marL="914400" rtl="0" algn="l">
              <a:spcBef>
                <a:spcPts val="400"/>
              </a:spcBef>
              <a:spcAft>
                <a:spcPts val="0"/>
              </a:spcAft>
              <a:buSzPts val="1000"/>
              <a:buChar char="○"/>
            </a:pPr>
            <a:r>
              <a:rPr lang="en" sz="1000"/>
              <a:t>TAC voting members and a representative from each General Member are invited to Strategy Sessions.</a:t>
            </a:r>
            <a:endParaRPr sz="1000"/>
          </a:p>
          <a:p>
            <a:pPr indent="-311150" lvl="0" marL="457200" rtl="0" algn="l">
              <a:spcBef>
                <a:spcPts val="800"/>
              </a:spcBef>
              <a:spcAft>
                <a:spcPts val="0"/>
              </a:spcAft>
              <a:buSzPts val="1300"/>
              <a:buChar char="●"/>
            </a:pPr>
            <a:r>
              <a:rPr lang="en" sz="1300"/>
              <a:t>In rare and exceptional circumstances (e.g., in an emergency situation), an additional ad hoc </a:t>
            </a:r>
            <a:r>
              <a:rPr lang="en" sz="1300"/>
              <a:t>special meeting</a:t>
            </a:r>
            <a:r>
              <a:rPr lang="en" sz="1300"/>
              <a:t> of the Governing Board may be convened. </a:t>
            </a:r>
            <a:endParaRPr sz="1300"/>
          </a:p>
          <a:p>
            <a:pPr indent="-292100" lvl="1" marL="914400" rtl="0" algn="l">
              <a:spcBef>
                <a:spcPts val="400"/>
              </a:spcBef>
              <a:spcAft>
                <a:spcPts val="0"/>
              </a:spcAft>
              <a:buSzPts val="1000"/>
              <a:buChar char="○"/>
            </a:pPr>
            <a:r>
              <a:rPr lang="en" sz="1000"/>
              <a:t>To request a special meeting, please email your request to the Foundation Staff and Governing Board Chair, and they will decide whether a special meeting is necessary or the proposed agenda item can be discussed by email or at the next regular meeting.</a:t>
            </a:r>
            <a:endParaRPr sz="1000"/>
          </a:p>
        </p:txBody>
      </p:sp>
      <p:sp>
        <p:nvSpPr>
          <p:cNvPr id="819" name="Google Shape;819;p121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Meeting Cadence</a:t>
            </a:r>
            <a:endParaRPr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23" name="Shape 8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4" name="Google Shape;824;p122"/>
          <p:cNvSpPr txBox="1"/>
          <p:nvPr/>
        </p:nvSpPr>
        <p:spPr>
          <a:xfrm>
            <a:off x="649650" y="4377025"/>
            <a:ext cx="7844700" cy="354000"/>
          </a:xfrm>
          <a:prstGeom prst="rect">
            <a:avLst/>
          </a:prstGeom>
          <a:noFill/>
          <a:ln cap="flat" cmpd="sng" w="952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68575" lIns="68575" spcFirstLastPara="1" rIns="68575" wrap="square" tIns="68575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800"/>
              </a:spcBef>
              <a:spcAft>
                <a:spcPts val="120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lang="en">
                <a:solidFill>
                  <a:srgbClr val="595959"/>
                </a:solidFill>
                <a:latin typeface="Calibri"/>
                <a:ea typeface="Calibri"/>
                <a:cs typeface="Calibri"/>
                <a:sym typeface="Calibri"/>
              </a:rPr>
              <a:t>Future M</a:t>
            </a:r>
            <a:r>
              <a:rPr b="1" i="0" lang="en" u="none" cap="none" strike="noStrike">
                <a:solidFill>
                  <a:srgbClr val="595959"/>
                </a:solidFill>
                <a:latin typeface="Calibri"/>
                <a:ea typeface="Calibri"/>
                <a:cs typeface="Calibri"/>
                <a:sym typeface="Calibri"/>
              </a:rPr>
              <a:t>eetings of the Governing Board for 202</a:t>
            </a:r>
            <a:r>
              <a:rPr b="1" lang="en">
                <a:solidFill>
                  <a:srgbClr val="595959"/>
                </a:solidFill>
                <a:latin typeface="Calibri"/>
                <a:ea typeface="Calibri"/>
                <a:cs typeface="Calibri"/>
                <a:sym typeface="Calibri"/>
              </a:rPr>
              <a:t>6</a:t>
            </a:r>
            <a:r>
              <a:rPr b="1" i="0" lang="en" u="none" cap="none" strike="noStrike">
                <a:solidFill>
                  <a:srgbClr val="595959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r>
              <a:rPr b="1" lang="en">
                <a:solidFill>
                  <a:srgbClr val="595959"/>
                </a:solidFill>
                <a:latin typeface="Calibri"/>
                <a:ea typeface="Calibri"/>
                <a:cs typeface="Calibri"/>
                <a:sym typeface="Calibri"/>
              </a:rPr>
              <a:t>will</a:t>
            </a:r>
            <a:r>
              <a:rPr b="1" i="0" lang="en" u="none" cap="none" strike="noStrike">
                <a:solidFill>
                  <a:srgbClr val="595959"/>
                </a:solidFill>
                <a:latin typeface="Calibri"/>
                <a:ea typeface="Calibri"/>
                <a:cs typeface="Calibri"/>
                <a:sym typeface="Calibri"/>
              </a:rPr>
              <a:t> be held</a:t>
            </a:r>
            <a:r>
              <a:rPr b="1" lang="en">
                <a:solidFill>
                  <a:srgbClr val="595959"/>
                </a:solidFill>
                <a:latin typeface="Calibri"/>
                <a:ea typeface="Calibri"/>
                <a:cs typeface="Calibri"/>
                <a:sym typeface="Calibri"/>
              </a:rPr>
              <a:t> at</a:t>
            </a:r>
            <a:r>
              <a:rPr b="1" i="0" lang="en" u="none" cap="none" strike="noStrike">
                <a:solidFill>
                  <a:srgbClr val="595959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r>
              <a:rPr b="1" lang="en">
                <a:solidFill>
                  <a:srgbClr val="595959"/>
                </a:solidFill>
                <a:latin typeface="Calibri"/>
                <a:ea typeface="Calibri"/>
                <a:cs typeface="Calibri"/>
                <a:sym typeface="Calibri"/>
              </a:rPr>
              <a:t>1:</a:t>
            </a:r>
            <a:r>
              <a:rPr b="1" i="0" lang="en" u="none" cap="none" strike="noStrike">
                <a:solidFill>
                  <a:srgbClr val="595959"/>
                </a:solidFill>
                <a:latin typeface="Calibri"/>
                <a:ea typeface="Calibri"/>
                <a:cs typeface="Calibri"/>
                <a:sym typeface="Calibri"/>
              </a:rPr>
              <a:t>00 pm US Pacific Time unless noted</a:t>
            </a:r>
            <a:endParaRPr i="0" sz="1700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25" name="Google Shape;825;p122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800"/>
              <a:buFont typeface="Arial"/>
              <a:buNone/>
            </a:pPr>
            <a:r>
              <a:rPr lang="en"/>
              <a:t>FY2026 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050"/>
              <a:t>Meeting Schedule</a:t>
            </a:r>
            <a:endParaRPr sz="1050"/>
          </a:p>
        </p:txBody>
      </p:sp>
      <p:cxnSp>
        <p:nvCxnSpPr>
          <p:cNvPr id="826" name="Google Shape;826;p122"/>
          <p:cNvCxnSpPr/>
          <p:nvPr/>
        </p:nvCxnSpPr>
        <p:spPr>
          <a:xfrm>
            <a:off x="917353" y="1411422"/>
            <a:ext cx="7334400" cy="0"/>
          </a:xfrm>
          <a:prstGeom prst="straightConnector1">
            <a:avLst/>
          </a:prstGeom>
          <a:noFill/>
          <a:ln cap="flat" cmpd="sng" w="36200">
            <a:solidFill>
              <a:srgbClr val="168FDF"/>
            </a:solidFill>
            <a:prstDash val="solid"/>
            <a:miter lim="800000"/>
            <a:headEnd len="sm" w="sm" type="none"/>
            <a:tailEnd len="sm" w="sm" type="none"/>
          </a:ln>
        </p:spPr>
      </p:cxnSp>
      <p:sp>
        <p:nvSpPr>
          <p:cNvPr id="827" name="Google Shape;827;p122"/>
          <p:cNvSpPr/>
          <p:nvPr/>
        </p:nvSpPr>
        <p:spPr>
          <a:xfrm>
            <a:off x="820917" y="1315622"/>
            <a:ext cx="192900" cy="192900"/>
          </a:xfrm>
          <a:prstGeom prst="ellipse">
            <a:avLst/>
          </a:prstGeom>
          <a:solidFill>
            <a:srgbClr val="168FDF"/>
          </a:solidFill>
          <a:ln cap="flat" cmpd="sng" w="7150">
            <a:solidFill>
              <a:srgbClr val="168FD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34425" lIns="68875" spcFirstLastPara="1" rIns="68875" wrap="square" tIns="34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Calibri"/>
              <a:buNone/>
            </a:pPr>
            <a:r>
              <a:t/>
            </a:r>
            <a:endParaRPr b="0" i="0" sz="14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28" name="Google Shape;828;p122"/>
          <p:cNvSpPr/>
          <p:nvPr/>
        </p:nvSpPr>
        <p:spPr>
          <a:xfrm>
            <a:off x="2091659" y="1363444"/>
            <a:ext cx="96600" cy="96600"/>
          </a:xfrm>
          <a:prstGeom prst="ellipse">
            <a:avLst/>
          </a:prstGeom>
          <a:solidFill>
            <a:srgbClr val="8E006C"/>
          </a:solidFill>
          <a:ln>
            <a:noFill/>
          </a:ln>
        </p:spPr>
        <p:txBody>
          <a:bodyPr anchorCtr="0" anchor="ctr" bIns="34425" lIns="68875" spcFirstLastPara="1" rIns="68875" wrap="square" tIns="34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Calibri"/>
              <a:buNone/>
            </a:pPr>
            <a:r>
              <a:t/>
            </a:r>
            <a:endParaRPr b="0" i="0" sz="14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29" name="Google Shape;829;p122"/>
          <p:cNvSpPr/>
          <p:nvPr/>
        </p:nvSpPr>
        <p:spPr>
          <a:xfrm>
            <a:off x="3316938" y="1363312"/>
            <a:ext cx="96600" cy="96600"/>
          </a:xfrm>
          <a:prstGeom prst="ellipse">
            <a:avLst/>
          </a:prstGeom>
          <a:solidFill>
            <a:srgbClr val="8E006C"/>
          </a:solidFill>
          <a:ln>
            <a:noFill/>
          </a:ln>
        </p:spPr>
        <p:txBody>
          <a:bodyPr anchorCtr="0" anchor="ctr" bIns="34425" lIns="68875" spcFirstLastPara="1" rIns="68875" wrap="square" tIns="34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Calibri"/>
              <a:buNone/>
            </a:pPr>
            <a:r>
              <a:t/>
            </a:r>
            <a:endParaRPr b="0" i="0" sz="14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30" name="Google Shape;830;p122"/>
          <p:cNvSpPr/>
          <p:nvPr/>
        </p:nvSpPr>
        <p:spPr>
          <a:xfrm>
            <a:off x="5147264" y="1363312"/>
            <a:ext cx="96600" cy="96600"/>
          </a:xfrm>
          <a:prstGeom prst="ellipse">
            <a:avLst/>
          </a:prstGeom>
          <a:solidFill>
            <a:srgbClr val="8E006C"/>
          </a:solidFill>
          <a:ln>
            <a:noFill/>
          </a:ln>
        </p:spPr>
        <p:txBody>
          <a:bodyPr anchorCtr="0" anchor="ctr" bIns="34425" lIns="68875" spcFirstLastPara="1" rIns="68875" wrap="square" tIns="34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Calibri"/>
              <a:buNone/>
            </a:pPr>
            <a:r>
              <a:t/>
            </a:r>
            <a:endParaRPr b="0" i="0" sz="14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31" name="Google Shape;831;p122"/>
          <p:cNvSpPr/>
          <p:nvPr/>
        </p:nvSpPr>
        <p:spPr>
          <a:xfrm>
            <a:off x="6980855" y="1363312"/>
            <a:ext cx="96600" cy="96600"/>
          </a:xfrm>
          <a:prstGeom prst="ellipse">
            <a:avLst/>
          </a:prstGeom>
          <a:solidFill>
            <a:srgbClr val="8E006C"/>
          </a:solidFill>
          <a:ln>
            <a:noFill/>
          </a:ln>
        </p:spPr>
        <p:txBody>
          <a:bodyPr anchorCtr="0" anchor="ctr" bIns="34425" lIns="68875" spcFirstLastPara="1" rIns="68875" wrap="square" tIns="34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Calibri"/>
              <a:buNone/>
            </a:pPr>
            <a:r>
              <a:t/>
            </a:r>
            <a:endParaRPr b="0" i="0" sz="14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32" name="Google Shape;832;p122"/>
          <p:cNvSpPr/>
          <p:nvPr/>
        </p:nvSpPr>
        <p:spPr>
          <a:xfrm>
            <a:off x="2654509" y="1315622"/>
            <a:ext cx="192900" cy="192900"/>
          </a:xfrm>
          <a:prstGeom prst="ellipse">
            <a:avLst/>
          </a:prstGeom>
          <a:solidFill>
            <a:srgbClr val="168FDF"/>
          </a:solidFill>
          <a:ln cap="flat" cmpd="sng" w="7150">
            <a:solidFill>
              <a:srgbClr val="168FD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34425" lIns="68875" spcFirstLastPara="1" rIns="68875" wrap="square" tIns="34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Calibri"/>
              <a:buNone/>
            </a:pPr>
            <a:r>
              <a:t/>
            </a:r>
            <a:endParaRPr b="0" i="0" sz="14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33" name="Google Shape;833;p122"/>
          <p:cNvSpPr/>
          <p:nvPr/>
        </p:nvSpPr>
        <p:spPr>
          <a:xfrm>
            <a:off x="4488101" y="1315622"/>
            <a:ext cx="192900" cy="192900"/>
          </a:xfrm>
          <a:prstGeom prst="ellipse">
            <a:avLst/>
          </a:prstGeom>
          <a:solidFill>
            <a:srgbClr val="168FDF"/>
          </a:solidFill>
          <a:ln cap="flat" cmpd="sng" w="7150">
            <a:solidFill>
              <a:srgbClr val="168FD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34425" lIns="68875" spcFirstLastPara="1" rIns="68875" wrap="square" tIns="34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Calibri"/>
              <a:buNone/>
            </a:pPr>
            <a:r>
              <a:t/>
            </a:r>
            <a:endParaRPr b="0" i="0" sz="14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34" name="Google Shape;834;p122"/>
          <p:cNvSpPr/>
          <p:nvPr/>
        </p:nvSpPr>
        <p:spPr>
          <a:xfrm>
            <a:off x="6321692" y="1315622"/>
            <a:ext cx="192900" cy="192900"/>
          </a:xfrm>
          <a:prstGeom prst="ellipse">
            <a:avLst/>
          </a:prstGeom>
          <a:solidFill>
            <a:srgbClr val="168FDF"/>
          </a:solidFill>
          <a:ln cap="flat" cmpd="sng" w="7150">
            <a:solidFill>
              <a:srgbClr val="168FD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34425" lIns="68875" spcFirstLastPara="1" rIns="68875" wrap="square" tIns="34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Calibri"/>
              <a:buNone/>
            </a:pPr>
            <a:r>
              <a:t/>
            </a:r>
            <a:endParaRPr b="0" i="0" sz="14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35" name="Google Shape;835;p122"/>
          <p:cNvSpPr/>
          <p:nvPr/>
        </p:nvSpPr>
        <p:spPr>
          <a:xfrm>
            <a:off x="8155283" y="1319503"/>
            <a:ext cx="192900" cy="192900"/>
          </a:xfrm>
          <a:prstGeom prst="ellipse">
            <a:avLst/>
          </a:prstGeom>
          <a:solidFill>
            <a:srgbClr val="168FDF"/>
          </a:solidFill>
          <a:ln cap="flat" cmpd="sng" w="7150">
            <a:solidFill>
              <a:srgbClr val="168FD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34425" lIns="68875" spcFirstLastPara="1" rIns="68875" wrap="square" tIns="34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Calibri"/>
              <a:buNone/>
            </a:pPr>
            <a:r>
              <a:t/>
            </a:r>
            <a:endParaRPr b="0" i="0" sz="14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36" name="Google Shape;836;p122"/>
          <p:cNvSpPr txBox="1"/>
          <p:nvPr/>
        </p:nvSpPr>
        <p:spPr>
          <a:xfrm>
            <a:off x="669137" y="1522979"/>
            <a:ext cx="501000" cy="202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454D55"/>
              </a:buClr>
              <a:buSzPts val="1100"/>
              <a:buFont typeface="Arial"/>
              <a:buNone/>
            </a:pPr>
            <a:r>
              <a:rPr b="0" i="0" lang="en" sz="1100" u="none" cap="none" strike="noStrike">
                <a:solidFill>
                  <a:srgbClr val="454D55"/>
                </a:solidFill>
                <a:latin typeface="Arial"/>
                <a:ea typeface="Arial"/>
                <a:cs typeface="Arial"/>
                <a:sym typeface="Arial"/>
              </a:rPr>
              <a:t>Jan</a:t>
            </a:r>
            <a:endParaRPr b="0" i="0" sz="1100" u="none" cap="none" strike="noStrike">
              <a:solidFill>
                <a:srgbClr val="454D55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37" name="Google Shape;837;p122"/>
          <p:cNvSpPr txBox="1"/>
          <p:nvPr/>
        </p:nvSpPr>
        <p:spPr>
          <a:xfrm>
            <a:off x="8001185" y="1522963"/>
            <a:ext cx="501000" cy="402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454D55"/>
              </a:buClr>
              <a:buSzPts val="1100"/>
              <a:buFont typeface="Arial"/>
              <a:buNone/>
            </a:pPr>
            <a:r>
              <a:rPr b="0" i="0" lang="en" sz="1100" u="none" cap="none" strike="noStrike">
                <a:solidFill>
                  <a:srgbClr val="454D55"/>
                </a:solidFill>
                <a:latin typeface="Arial"/>
                <a:ea typeface="Arial"/>
                <a:cs typeface="Arial"/>
                <a:sym typeface="Arial"/>
              </a:rPr>
              <a:t>Jan</a:t>
            </a:r>
            <a:endParaRPr b="0" i="0" sz="1100" u="none" cap="none" strike="noStrike">
              <a:solidFill>
                <a:srgbClr val="454D55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38" name="Google Shape;838;p122"/>
          <p:cNvSpPr txBox="1"/>
          <p:nvPr/>
        </p:nvSpPr>
        <p:spPr>
          <a:xfrm>
            <a:off x="1280143" y="1522979"/>
            <a:ext cx="501000" cy="402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454D55"/>
              </a:buClr>
              <a:buSzPts val="1100"/>
              <a:buFont typeface="Arial"/>
              <a:buNone/>
            </a:pPr>
            <a:r>
              <a:rPr b="0" i="0" lang="en" sz="1100" u="none" cap="none" strike="noStrike">
                <a:solidFill>
                  <a:srgbClr val="454D55"/>
                </a:solidFill>
                <a:latin typeface="Arial"/>
                <a:ea typeface="Arial"/>
                <a:cs typeface="Arial"/>
                <a:sym typeface="Arial"/>
              </a:rPr>
              <a:t>Feb</a:t>
            </a:r>
            <a:endParaRPr b="0" i="0" sz="1100" u="none" cap="none" strike="noStrike">
              <a:solidFill>
                <a:srgbClr val="454D55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39" name="Google Shape;839;p122"/>
          <p:cNvSpPr txBox="1"/>
          <p:nvPr/>
        </p:nvSpPr>
        <p:spPr>
          <a:xfrm>
            <a:off x="1891149" y="1522970"/>
            <a:ext cx="501000" cy="402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454D55"/>
              </a:buClr>
              <a:buSzPts val="1100"/>
              <a:buFont typeface="Arial"/>
              <a:buNone/>
            </a:pPr>
            <a:r>
              <a:rPr b="0" i="0" lang="en" sz="1100" u="none" cap="none" strike="noStrike">
                <a:solidFill>
                  <a:srgbClr val="454D55"/>
                </a:solidFill>
                <a:latin typeface="Arial"/>
                <a:ea typeface="Arial"/>
                <a:cs typeface="Arial"/>
                <a:sym typeface="Arial"/>
              </a:rPr>
              <a:t>Mar</a:t>
            </a:r>
            <a:endParaRPr b="0" i="0" sz="1100" u="none" cap="none" strike="noStrike">
              <a:solidFill>
                <a:srgbClr val="454D55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40" name="Google Shape;840;p122"/>
          <p:cNvSpPr txBox="1"/>
          <p:nvPr/>
        </p:nvSpPr>
        <p:spPr>
          <a:xfrm>
            <a:off x="2502148" y="1522979"/>
            <a:ext cx="501000" cy="202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454D55"/>
              </a:buClr>
              <a:buSzPts val="1100"/>
              <a:buFont typeface="Arial"/>
              <a:buNone/>
            </a:pPr>
            <a:r>
              <a:rPr b="0" i="0" lang="en" sz="1100" u="none" cap="none" strike="noStrike">
                <a:solidFill>
                  <a:srgbClr val="454D55"/>
                </a:solidFill>
                <a:latin typeface="Arial"/>
                <a:ea typeface="Arial"/>
                <a:cs typeface="Arial"/>
                <a:sym typeface="Arial"/>
              </a:rPr>
              <a:t>Apr</a:t>
            </a:r>
            <a:endParaRPr b="0" i="0" sz="1100" u="none" cap="none" strike="noStrike">
              <a:solidFill>
                <a:srgbClr val="454D55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41" name="Google Shape;841;p122"/>
          <p:cNvSpPr txBox="1"/>
          <p:nvPr/>
        </p:nvSpPr>
        <p:spPr>
          <a:xfrm>
            <a:off x="3113160" y="1522963"/>
            <a:ext cx="501000" cy="402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454D55"/>
              </a:buClr>
              <a:buSzPts val="1100"/>
              <a:buFont typeface="Arial"/>
              <a:buNone/>
            </a:pPr>
            <a:r>
              <a:rPr b="0" i="0" lang="en" sz="1100" u="none" cap="none" strike="noStrike">
                <a:solidFill>
                  <a:srgbClr val="454D55"/>
                </a:solidFill>
                <a:latin typeface="Arial"/>
                <a:ea typeface="Arial"/>
                <a:cs typeface="Arial"/>
                <a:sym typeface="Arial"/>
              </a:rPr>
              <a:t>May</a:t>
            </a:r>
            <a:endParaRPr b="0" i="0" sz="1100" u="none" cap="none" strike="noStrike">
              <a:solidFill>
                <a:srgbClr val="454D55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42" name="Google Shape;842;p122"/>
          <p:cNvSpPr txBox="1"/>
          <p:nvPr/>
        </p:nvSpPr>
        <p:spPr>
          <a:xfrm>
            <a:off x="3724167" y="1522963"/>
            <a:ext cx="501000" cy="402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454D55"/>
              </a:buClr>
              <a:buSzPts val="1100"/>
              <a:buFont typeface="Arial"/>
              <a:buNone/>
            </a:pPr>
            <a:r>
              <a:rPr b="0" i="0" lang="en" sz="1100" u="none" cap="none" strike="noStrike">
                <a:solidFill>
                  <a:srgbClr val="454D55"/>
                </a:solidFill>
                <a:latin typeface="Arial"/>
                <a:ea typeface="Arial"/>
                <a:cs typeface="Arial"/>
                <a:sym typeface="Arial"/>
              </a:rPr>
              <a:t>Jun</a:t>
            </a:r>
            <a:endParaRPr b="0" i="0" sz="1100" u="none" cap="none" strike="noStrike">
              <a:solidFill>
                <a:srgbClr val="454D55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43" name="Google Shape;843;p122"/>
          <p:cNvSpPr txBox="1"/>
          <p:nvPr/>
        </p:nvSpPr>
        <p:spPr>
          <a:xfrm>
            <a:off x="4335160" y="1522979"/>
            <a:ext cx="501000" cy="202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454D55"/>
              </a:buClr>
              <a:buSzPts val="1100"/>
              <a:buFont typeface="Arial"/>
              <a:buNone/>
            </a:pPr>
            <a:r>
              <a:rPr b="0" i="0" lang="en" sz="1100" u="none" cap="none" strike="noStrike">
                <a:solidFill>
                  <a:srgbClr val="454D55"/>
                </a:solidFill>
                <a:latin typeface="Arial"/>
                <a:ea typeface="Arial"/>
                <a:cs typeface="Arial"/>
                <a:sym typeface="Arial"/>
              </a:rPr>
              <a:t>Jul</a:t>
            </a:r>
            <a:endParaRPr b="0" i="0" sz="1100" u="none" cap="none" strike="noStrike">
              <a:solidFill>
                <a:srgbClr val="454D55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44" name="Google Shape;844;p122"/>
          <p:cNvSpPr txBox="1"/>
          <p:nvPr/>
        </p:nvSpPr>
        <p:spPr>
          <a:xfrm>
            <a:off x="4946154" y="1522963"/>
            <a:ext cx="501000" cy="402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454D55"/>
              </a:buClr>
              <a:buSzPts val="1100"/>
              <a:buFont typeface="Arial"/>
              <a:buNone/>
            </a:pPr>
            <a:r>
              <a:rPr b="0" i="0" lang="en" sz="1100" u="none" cap="none" strike="noStrike">
                <a:solidFill>
                  <a:srgbClr val="454D55"/>
                </a:solidFill>
                <a:latin typeface="Arial"/>
                <a:ea typeface="Arial"/>
                <a:cs typeface="Arial"/>
                <a:sym typeface="Arial"/>
              </a:rPr>
              <a:t>Aug</a:t>
            </a:r>
            <a:endParaRPr b="0" i="0" sz="1100" u="none" cap="none" strike="noStrike">
              <a:solidFill>
                <a:srgbClr val="454D55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45" name="Google Shape;845;p122"/>
          <p:cNvSpPr txBox="1"/>
          <p:nvPr/>
        </p:nvSpPr>
        <p:spPr>
          <a:xfrm>
            <a:off x="5557160" y="1522963"/>
            <a:ext cx="501000" cy="402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454D55"/>
              </a:buClr>
              <a:buSzPts val="1100"/>
              <a:buFont typeface="Arial"/>
              <a:buNone/>
            </a:pPr>
            <a:r>
              <a:rPr b="0" i="0" lang="en" sz="1100" u="none" cap="none" strike="noStrike">
                <a:solidFill>
                  <a:srgbClr val="454D55"/>
                </a:solidFill>
                <a:latin typeface="Arial"/>
                <a:ea typeface="Arial"/>
                <a:cs typeface="Arial"/>
                <a:sym typeface="Arial"/>
              </a:rPr>
              <a:t>Sep</a:t>
            </a:r>
            <a:endParaRPr b="0" i="0" sz="1100" u="none" cap="none" strike="noStrike">
              <a:solidFill>
                <a:srgbClr val="454D55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46" name="Google Shape;846;p122"/>
          <p:cNvSpPr txBox="1"/>
          <p:nvPr/>
        </p:nvSpPr>
        <p:spPr>
          <a:xfrm>
            <a:off x="6168172" y="1522979"/>
            <a:ext cx="501000" cy="202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454D55"/>
              </a:buClr>
              <a:buSzPts val="1100"/>
              <a:buFont typeface="Arial"/>
              <a:buNone/>
            </a:pPr>
            <a:r>
              <a:rPr b="0" i="0" lang="en" sz="1100" u="none" cap="none" strike="noStrike">
                <a:solidFill>
                  <a:srgbClr val="454D55"/>
                </a:solidFill>
                <a:latin typeface="Arial"/>
                <a:ea typeface="Arial"/>
                <a:cs typeface="Arial"/>
                <a:sym typeface="Arial"/>
              </a:rPr>
              <a:t>Oct</a:t>
            </a:r>
            <a:endParaRPr b="0" i="0" sz="1100" u="none" cap="none" strike="noStrike">
              <a:solidFill>
                <a:srgbClr val="454D55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47" name="Google Shape;847;p122"/>
          <p:cNvSpPr txBox="1"/>
          <p:nvPr/>
        </p:nvSpPr>
        <p:spPr>
          <a:xfrm>
            <a:off x="6779173" y="1522963"/>
            <a:ext cx="501000" cy="402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454D55"/>
              </a:buClr>
              <a:buSzPts val="1100"/>
              <a:buFont typeface="Arial"/>
              <a:buNone/>
            </a:pPr>
            <a:r>
              <a:rPr b="0" i="0" lang="en" sz="1100" u="none" cap="none" strike="noStrike">
                <a:solidFill>
                  <a:srgbClr val="454D55"/>
                </a:solidFill>
                <a:latin typeface="Arial"/>
                <a:ea typeface="Arial"/>
                <a:cs typeface="Arial"/>
                <a:sym typeface="Arial"/>
              </a:rPr>
              <a:t>Nov</a:t>
            </a:r>
            <a:endParaRPr b="0" i="0" sz="1100" u="none" cap="none" strike="noStrike">
              <a:solidFill>
                <a:srgbClr val="454D55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48" name="Google Shape;848;p122"/>
          <p:cNvSpPr txBox="1"/>
          <p:nvPr/>
        </p:nvSpPr>
        <p:spPr>
          <a:xfrm>
            <a:off x="7390179" y="1522963"/>
            <a:ext cx="501000" cy="402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454D55"/>
              </a:buClr>
              <a:buSzPts val="1100"/>
              <a:buFont typeface="Arial"/>
              <a:buNone/>
            </a:pPr>
            <a:r>
              <a:rPr b="0" i="0" lang="en" sz="1100" u="none" cap="none" strike="noStrike">
                <a:solidFill>
                  <a:srgbClr val="454D55"/>
                </a:solidFill>
                <a:latin typeface="Arial"/>
                <a:ea typeface="Arial"/>
                <a:cs typeface="Arial"/>
                <a:sym typeface="Arial"/>
              </a:rPr>
              <a:t>Dec</a:t>
            </a:r>
            <a:endParaRPr b="0" i="0" sz="1100" u="none" cap="none" strike="noStrike">
              <a:solidFill>
                <a:srgbClr val="454D55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49" name="Google Shape;849;p122"/>
          <p:cNvSpPr txBox="1"/>
          <p:nvPr/>
        </p:nvSpPr>
        <p:spPr>
          <a:xfrm>
            <a:off x="669161" y="1739681"/>
            <a:ext cx="501000" cy="246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1400"/>
              <a:buFont typeface="Arial"/>
              <a:buNone/>
            </a:pPr>
            <a:r>
              <a:rPr b="0" i="0" lang="en" sz="1400" u="none" cap="none" strike="noStrike">
                <a:solidFill>
                  <a:srgbClr val="8E006C"/>
                </a:solidFill>
                <a:latin typeface="Arial"/>
                <a:ea typeface="Arial"/>
                <a:cs typeface="Arial"/>
                <a:sym typeface="Arial"/>
              </a:rPr>
              <a:t>Q1</a:t>
            </a:r>
            <a:endParaRPr b="0" i="0" sz="1400" u="none" cap="none" strike="noStrike">
              <a:solidFill>
                <a:srgbClr val="8E006C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50" name="Google Shape;850;p122"/>
          <p:cNvSpPr txBox="1"/>
          <p:nvPr/>
        </p:nvSpPr>
        <p:spPr>
          <a:xfrm>
            <a:off x="8001183" y="1737970"/>
            <a:ext cx="501000" cy="202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1400"/>
              <a:buFont typeface="Arial"/>
              <a:buNone/>
            </a:pPr>
            <a:r>
              <a:rPr b="0" i="0" lang="en" sz="900" u="none" cap="none" strike="noStrike">
                <a:solidFill>
                  <a:srgbClr val="8E006C"/>
                </a:solidFill>
                <a:latin typeface="Arial"/>
                <a:ea typeface="Arial"/>
                <a:cs typeface="Arial"/>
                <a:sym typeface="Arial"/>
              </a:rPr>
              <a:t>2027</a:t>
            </a:r>
            <a:endParaRPr b="0" i="0" sz="900" u="none" cap="none" strike="noStrike">
              <a:solidFill>
                <a:srgbClr val="8E006C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51" name="Google Shape;851;p122"/>
          <p:cNvSpPr txBox="1"/>
          <p:nvPr/>
        </p:nvSpPr>
        <p:spPr>
          <a:xfrm>
            <a:off x="2502145" y="1739681"/>
            <a:ext cx="501000" cy="246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1400"/>
              <a:buFont typeface="Arial"/>
              <a:buNone/>
            </a:pPr>
            <a:r>
              <a:rPr b="0" i="0" lang="en" sz="1400" u="none" cap="none" strike="noStrike">
                <a:solidFill>
                  <a:srgbClr val="8E006C"/>
                </a:solidFill>
                <a:latin typeface="Arial"/>
                <a:ea typeface="Arial"/>
                <a:cs typeface="Arial"/>
                <a:sym typeface="Arial"/>
              </a:rPr>
              <a:t>Q2</a:t>
            </a:r>
            <a:endParaRPr b="0" i="0" sz="1400" u="none" cap="none" strike="noStrike">
              <a:solidFill>
                <a:srgbClr val="8E006C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52" name="Google Shape;852;p122"/>
          <p:cNvSpPr txBox="1"/>
          <p:nvPr/>
        </p:nvSpPr>
        <p:spPr>
          <a:xfrm>
            <a:off x="4335155" y="1739681"/>
            <a:ext cx="501000" cy="246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1400"/>
              <a:buFont typeface="Arial"/>
              <a:buNone/>
            </a:pPr>
            <a:r>
              <a:rPr b="0" i="0" lang="en" sz="1400" u="none" cap="none" strike="noStrike">
                <a:solidFill>
                  <a:srgbClr val="8E006C"/>
                </a:solidFill>
                <a:latin typeface="Arial"/>
                <a:ea typeface="Arial"/>
                <a:cs typeface="Arial"/>
                <a:sym typeface="Arial"/>
              </a:rPr>
              <a:t>Q3</a:t>
            </a:r>
            <a:endParaRPr b="0" i="0" sz="1400" u="none" cap="none" strike="noStrike">
              <a:solidFill>
                <a:srgbClr val="8E006C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53" name="Google Shape;853;p122"/>
          <p:cNvSpPr txBox="1"/>
          <p:nvPr/>
        </p:nvSpPr>
        <p:spPr>
          <a:xfrm>
            <a:off x="6168166" y="1730134"/>
            <a:ext cx="501000" cy="246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1400"/>
              <a:buFont typeface="Arial"/>
              <a:buNone/>
            </a:pPr>
            <a:r>
              <a:rPr b="0" i="0" lang="en" sz="1400" u="none" cap="none" strike="noStrike">
                <a:solidFill>
                  <a:srgbClr val="8E006C"/>
                </a:solidFill>
                <a:latin typeface="Arial"/>
                <a:ea typeface="Arial"/>
                <a:cs typeface="Arial"/>
                <a:sym typeface="Arial"/>
              </a:rPr>
              <a:t>Q4</a:t>
            </a:r>
            <a:endParaRPr b="0" i="0" sz="11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54" name="Google Shape;854;p122"/>
          <p:cNvSpPr/>
          <p:nvPr/>
        </p:nvSpPr>
        <p:spPr>
          <a:xfrm>
            <a:off x="1477571" y="1363312"/>
            <a:ext cx="96600" cy="96600"/>
          </a:xfrm>
          <a:prstGeom prst="ellipse">
            <a:avLst/>
          </a:prstGeom>
          <a:solidFill>
            <a:srgbClr val="8E006C"/>
          </a:solidFill>
          <a:ln>
            <a:noFill/>
          </a:ln>
        </p:spPr>
        <p:txBody>
          <a:bodyPr anchorCtr="0" anchor="ctr" bIns="34425" lIns="68875" spcFirstLastPara="1" rIns="68875" wrap="square" tIns="34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Calibri"/>
              <a:buNone/>
            </a:pPr>
            <a:r>
              <a:t/>
            </a:r>
            <a:endParaRPr b="0" i="0" sz="14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855" name="Google Shape;855;p122"/>
          <p:cNvCxnSpPr>
            <a:stCxn id="841" idx="2"/>
            <a:endCxn id="856" idx="0"/>
          </p:cNvCxnSpPr>
          <p:nvPr/>
        </p:nvCxnSpPr>
        <p:spPr>
          <a:xfrm>
            <a:off x="3363661" y="1925563"/>
            <a:ext cx="300" cy="1174800"/>
          </a:xfrm>
          <a:prstGeom prst="straightConnector1">
            <a:avLst/>
          </a:prstGeom>
          <a:noFill/>
          <a:ln cap="flat" cmpd="sng" w="9575">
            <a:solidFill>
              <a:srgbClr val="9399A1"/>
            </a:solidFill>
            <a:prstDash val="solid"/>
            <a:miter lim="800000"/>
            <a:headEnd len="sm" w="sm" type="none"/>
            <a:tailEnd len="sm" w="sm" type="none"/>
          </a:ln>
        </p:spPr>
      </p:cxnSp>
      <p:cxnSp>
        <p:nvCxnSpPr>
          <p:cNvPr id="857" name="Google Shape;857;p122"/>
          <p:cNvCxnSpPr>
            <a:stCxn id="845" idx="2"/>
            <a:endCxn id="858" idx="0"/>
          </p:cNvCxnSpPr>
          <p:nvPr/>
        </p:nvCxnSpPr>
        <p:spPr>
          <a:xfrm>
            <a:off x="5807660" y="1925563"/>
            <a:ext cx="1200" cy="1174800"/>
          </a:xfrm>
          <a:prstGeom prst="straightConnector1">
            <a:avLst/>
          </a:prstGeom>
          <a:noFill/>
          <a:ln cap="flat" cmpd="sng" w="9575">
            <a:solidFill>
              <a:srgbClr val="9399A1"/>
            </a:solidFill>
            <a:prstDash val="solid"/>
            <a:miter lim="800000"/>
            <a:headEnd len="sm" w="sm" type="none"/>
            <a:tailEnd len="sm" w="sm" type="none"/>
          </a:ln>
        </p:spPr>
      </p:cxnSp>
      <p:cxnSp>
        <p:nvCxnSpPr>
          <p:cNvPr id="859" name="Google Shape;859;p122"/>
          <p:cNvCxnSpPr>
            <a:stCxn id="853" idx="2"/>
            <a:endCxn id="860" idx="0"/>
          </p:cNvCxnSpPr>
          <p:nvPr/>
        </p:nvCxnSpPr>
        <p:spPr>
          <a:xfrm>
            <a:off x="6418666" y="1976134"/>
            <a:ext cx="2400" cy="448800"/>
          </a:xfrm>
          <a:prstGeom prst="straightConnector1">
            <a:avLst/>
          </a:prstGeom>
          <a:noFill/>
          <a:ln cap="flat" cmpd="sng" w="9575">
            <a:solidFill>
              <a:srgbClr val="9399A1"/>
            </a:solidFill>
            <a:prstDash val="solid"/>
            <a:miter lim="800000"/>
            <a:headEnd len="sm" w="sm" type="none"/>
            <a:tailEnd len="sm" w="sm" type="none"/>
          </a:ln>
        </p:spPr>
      </p:cxnSp>
      <p:cxnSp>
        <p:nvCxnSpPr>
          <p:cNvPr id="861" name="Google Shape;861;p122"/>
          <p:cNvCxnSpPr>
            <a:stCxn id="848" idx="2"/>
            <a:endCxn id="862" idx="0"/>
          </p:cNvCxnSpPr>
          <p:nvPr/>
        </p:nvCxnSpPr>
        <p:spPr>
          <a:xfrm flipH="1">
            <a:off x="7635279" y="1925563"/>
            <a:ext cx="5400" cy="499500"/>
          </a:xfrm>
          <a:prstGeom prst="straightConnector1">
            <a:avLst/>
          </a:prstGeom>
          <a:noFill/>
          <a:ln cap="flat" cmpd="sng" w="9575">
            <a:solidFill>
              <a:srgbClr val="9399A1"/>
            </a:solidFill>
            <a:prstDash val="solid"/>
            <a:miter lim="800000"/>
            <a:headEnd len="sm" w="sm" type="none"/>
            <a:tailEnd len="sm" w="sm" type="none"/>
          </a:ln>
        </p:spPr>
      </p:cxnSp>
      <p:cxnSp>
        <p:nvCxnSpPr>
          <p:cNvPr id="863" name="Google Shape;863;p122"/>
          <p:cNvCxnSpPr>
            <a:stCxn id="842" idx="2"/>
            <a:endCxn id="864" idx="0"/>
          </p:cNvCxnSpPr>
          <p:nvPr/>
        </p:nvCxnSpPr>
        <p:spPr>
          <a:xfrm>
            <a:off x="3974667" y="1925563"/>
            <a:ext cx="4800" cy="499500"/>
          </a:xfrm>
          <a:prstGeom prst="straightConnector1">
            <a:avLst/>
          </a:prstGeom>
          <a:noFill/>
          <a:ln cap="flat" cmpd="sng" w="9575">
            <a:solidFill>
              <a:srgbClr val="9399A1"/>
            </a:solidFill>
            <a:prstDash val="solid"/>
            <a:miter lim="800000"/>
            <a:headEnd len="sm" w="sm" type="none"/>
            <a:tailEnd len="sm" w="sm" type="none"/>
          </a:ln>
        </p:spPr>
      </p:cxnSp>
      <p:cxnSp>
        <p:nvCxnSpPr>
          <p:cNvPr id="865" name="Google Shape;865;p122"/>
          <p:cNvCxnSpPr>
            <a:endCxn id="866" idx="0"/>
          </p:cNvCxnSpPr>
          <p:nvPr/>
        </p:nvCxnSpPr>
        <p:spPr>
          <a:xfrm>
            <a:off x="2135490" y="2007723"/>
            <a:ext cx="6300" cy="1092600"/>
          </a:xfrm>
          <a:prstGeom prst="straightConnector1">
            <a:avLst/>
          </a:prstGeom>
          <a:noFill/>
          <a:ln cap="flat" cmpd="sng" w="9575">
            <a:solidFill>
              <a:srgbClr val="9399A1"/>
            </a:solidFill>
            <a:prstDash val="solid"/>
            <a:miter lim="800000"/>
            <a:headEnd len="sm" w="sm" type="none"/>
            <a:tailEnd len="sm" w="sm" type="none"/>
          </a:ln>
        </p:spPr>
      </p:cxnSp>
      <p:cxnSp>
        <p:nvCxnSpPr>
          <p:cNvPr id="867" name="Google Shape;867;p122"/>
          <p:cNvCxnSpPr>
            <a:stCxn id="851" idx="2"/>
            <a:endCxn id="868" idx="0"/>
          </p:cNvCxnSpPr>
          <p:nvPr/>
        </p:nvCxnSpPr>
        <p:spPr>
          <a:xfrm>
            <a:off x="2752645" y="1985681"/>
            <a:ext cx="0" cy="439500"/>
          </a:xfrm>
          <a:prstGeom prst="straightConnector1">
            <a:avLst/>
          </a:prstGeom>
          <a:noFill/>
          <a:ln cap="flat" cmpd="sng" w="9575">
            <a:solidFill>
              <a:srgbClr val="9399A1"/>
            </a:solidFill>
            <a:prstDash val="solid"/>
            <a:miter lim="800000"/>
            <a:headEnd len="sm" w="sm" type="none"/>
            <a:tailEnd len="sm" w="sm" type="none"/>
          </a:ln>
        </p:spPr>
      </p:cxnSp>
      <p:cxnSp>
        <p:nvCxnSpPr>
          <p:cNvPr id="869" name="Google Shape;869;p122"/>
          <p:cNvCxnSpPr/>
          <p:nvPr/>
        </p:nvCxnSpPr>
        <p:spPr>
          <a:xfrm>
            <a:off x="1530694" y="1985552"/>
            <a:ext cx="0" cy="402600"/>
          </a:xfrm>
          <a:prstGeom prst="straightConnector1">
            <a:avLst/>
          </a:prstGeom>
          <a:noFill/>
          <a:ln cap="flat" cmpd="sng" w="9575">
            <a:solidFill>
              <a:srgbClr val="9399A1"/>
            </a:solidFill>
            <a:prstDash val="solid"/>
            <a:miter lim="800000"/>
            <a:headEnd len="sm" w="sm" type="none"/>
            <a:tailEnd len="sm" w="sm" type="none"/>
          </a:ln>
        </p:spPr>
      </p:cxnSp>
      <p:cxnSp>
        <p:nvCxnSpPr>
          <p:cNvPr id="870" name="Google Shape;870;p122"/>
          <p:cNvCxnSpPr>
            <a:stCxn id="849" idx="2"/>
            <a:endCxn id="871" idx="0"/>
          </p:cNvCxnSpPr>
          <p:nvPr/>
        </p:nvCxnSpPr>
        <p:spPr>
          <a:xfrm>
            <a:off x="919661" y="1985681"/>
            <a:ext cx="11700" cy="1114500"/>
          </a:xfrm>
          <a:prstGeom prst="straightConnector1">
            <a:avLst/>
          </a:prstGeom>
          <a:noFill/>
          <a:ln cap="flat" cmpd="sng" w="9575">
            <a:solidFill>
              <a:srgbClr val="9399A1"/>
            </a:solidFill>
            <a:prstDash val="solid"/>
            <a:miter lim="800000"/>
            <a:headEnd len="sm" w="sm" type="none"/>
            <a:tailEnd len="sm" w="sm" type="none"/>
          </a:ln>
        </p:spPr>
      </p:cxnSp>
      <p:sp>
        <p:nvSpPr>
          <p:cNvPr id="871" name="Google Shape;871;p122"/>
          <p:cNvSpPr txBox="1"/>
          <p:nvPr/>
        </p:nvSpPr>
        <p:spPr>
          <a:xfrm>
            <a:off x="641820" y="3100323"/>
            <a:ext cx="579300" cy="493800"/>
          </a:xfrm>
          <a:prstGeom prst="rect">
            <a:avLst/>
          </a:prstGeom>
          <a:solidFill>
            <a:srgbClr val="FFFFFF"/>
          </a:solidFill>
          <a:ln cap="flat" cmpd="sng" w="9575">
            <a:solidFill>
              <a:srgbClr val="9399A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34425" lIns="0" spcFirstLastPara="1" rIns="0" wrap="square" tIns="34425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800"/>
              <a:buFont typeface="Arial"/>
              <a:buNone/>
            </a:pPr>
            <a:r>
              <a:rPr b="0" i="0" lang="en" sz="800" u="none" cap="none" strike="noStrike">
                <a:solidFill>
                  <a:srgbClr val="8E006C"/>
                </a:solidFill>
                <a:latin typeface="Arial"/>
                <a:ea typeface="Arial"/>
                <a:cs typeface="Arial"/>
                <a:sym typeface="Arial"/>
              </a:rPr>
              <a:t>Governing Board Meeting</a:t>
            </a:r>
            <a:endParaRPr b="1" i="0" sz="800" u="none" cap="none" strike="noStrike">
              <a:solidFill>
                <a:srgbClr val="B49823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800"/>
              <a:buFont typeface="Arial"/>
              <a:buNone/>
            </a:pPr>
            <a:r>
              <a:rPr b="1" i="0" lang="en" sz="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Jan 27</a:t>
            </a:r>
            <a:endParaRPr b="1" i="0" sz="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68" name="Google Shape;868;p122"/>
          <p:cNvSpPr txBox="1"/>
          <p:nvPr/>
        </p:nvSpPr>
        <p:spPr>
          <a:xfrm>
            <a:off x="2463133" y="2425082"/>
            <a:ext cx="579300" cy="493800"/>
          </a:xfrm>
          <a:prstGeom prst="rect">
            <a:avLst/>
          </a:prstGeom>
          <a:solidFill>
            <a:srgbClr val="DAE7F0"/>
          </a:solidFill>
          <a:ln cap="flat" cmpd="sng" w="9575">
            <a:solidFill>
              <a:srgbClr val="9399A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34425" lIns="0" spcFirstLastPara="1" rIns="0" wrap="square" tIns="34425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800"/>
              <a:buFont typeface="Arial"/>
              <a:buNone/>
            </a:pPr>
            <a:r>
              <a:rPr b="1" i="0" lang="en" sz="800" u="none" cap="none" strike="noStrike">
                <a:solidFill>
                  <a:srgbClr val="B49823"/>
                </a:solidFill>
                <a:latin typeface="Arial"/>
                <a:ea typeface="Arial"/>
                <a:cs typeface="Arial"/>
                <a:sym typeface="Arial"/>
              </a:rPr>
              <a:t>Strategy Meeting</a:t>
            </a:r>
            <a:endParaRPr b="0" i="0" sz="800" u="none" cap="none" strike="noStrike">
              <a:solidFill>
                <a:srgbClr val="8E006C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800"/>
              <a:buFont typeface="Arial"/>
              <a:buNone/>
            </a:pPr>
            <a:r>
              <a:rPr b="1" i="0" lang="en" sz="800" u="none" cap="none" strike="noStrike">
                <a:solidFill>
                  <a:srgbClr val="44546A"/>
                </a:solidFill>
                <a:latin typeface="Arial"/>
                <a:ea typeface="Arial"/>
                <a:cs typeface="Arial"/>
                <a:sym typeface="Arial"/>
              </a:rPr>
              <a:t>Apr 28</a:t>
            </a:r>
            <a:endParaRPr b="1" i="0" sz="800" u="none" cap="none" strike="noStrike">
              <a:solidFill>
                <a:srgbClr val="44546A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72" name="Google Shape;872;p122"/>
          <p:cNvSpPr txBox="1"/>
          <p:nvPr/>
        </p:nvSpPr>
        <p:spPr>
          <a:xfrm>
            <a:off x="1241134" y="2425082"/>
            <a:ext cx="579300" cy="493800"/>
          </a:xfrm>
          <a:prstGeom prst="rect">
            <a:avLst/>
          </a:prstGeom>
          <a:solidFill>
            <a:srgbClr val="DAE7F0"/>
          </a:solidFill>
          <a:ln cap="flat" cmpd="sng" w="9575">
            <a:solidFill>
              <a:srgbClr val="9399A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34425" lIns="0" spcFirstLastPara="1" rIns="0" wrap="square" tIns="34425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800"/>
              <a:buFont typeface="Arial"/>
              <a:buNone/>
            </a:pPr>
            <a:r>
              <a:rPr b="1" i="0" lang="en" sz="800" u="none" cap="none" strike="noStrike">
                <a:solidFill>
                  <a:srgbClr val="B49823"/>
                </a:solidFill>
                <a:latin typeface="Arial"/>
                <a:ea typeface="Arial"/>
                <a:cs typeface="Arial"/>
                <a:sym typeface="Arial"/>
              </a:rPr>
              <a:t>Leadership Meeting</a:t>
            </a:r>
            <a:endParaRPr b="0" i="0" sz="800" u="none" cap="none" strike="noStrike">
              <a:solidFill>
                <a:srgbClr val="8E006C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800"/>
              <a:buFont typeface="Arial"/>
              <a:buNone/>
            </a:pPr>
            <a:r>
              <a:rPr b="1" lang="en" sz="800">
                <a:solidFill>
                  <a:srgbClr val="44546A"/>
                </a:solidFill>
              </a:rPr>
              <a:t>Feb 26</a:t>
            </a:r>
            <a:endParaRPr b="0" i="1" sz="600" u="none" cap="none" strike="noStrike">
              <a:solidFill>
                <a:srgbClr val="44546A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66" name="Google Shape;866;p122"/>
          <p:cNvSpPr txBox="1"/>
          <p:nvPr/>
        </p:nvSpPr>
        <p:spPr>
          <a:xfrm>
            <a:off x="1852140" y="3100323"/>
            <a:ext cx="579300" cy="493800"/>
          </a:xfrm>
          <a:prstGeom prst="rect">
            <a:avLst/>
          </a:prstGeom>
          <a:solidFill>
            <a:srgbClr val="FFFFFF"/>
          </a:solidFill>
          <a:ln cap="flat" cmpd="sng" w="9575">
            <a:solidFill>
              <a:srgbClr val="9399A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34425" lIns="0" spcFirstLastPara="1" rIns="0" wrap="square" tIns="34425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800"/>
              <a:buFont typeface="Arial"/>
              <a:buNone/>
            </a:pPr>
            <a:r>
              <a:rPr b="0" i="0" lang="en" sz="800" u="none" cap="none" strike="noStrike">
                <a:solidFill>
                  <a:srgbClr val="8E006C"/>
                </a:solidFill>
                <a:latin typeface="Arial"/>
                <a:ea typeface="Arial"/>
                <a:cs typeface="Arial"/>
                <a:sym typeface="Arial"/>
              </a:rPr>
              <a:t>Governing Board Meeting</a:t>
            </a:r>
            <a:endParaRPr b="1" i="0" sz="800" u="none" cap="none" strike="noStrike">
              <a:solidFill>
                <a:srgbClr val="B49823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800"/>
              <a:buFont typeface="Arial"/>
              <a:buNone/>
            </a:pPr>
            <a:r>
              <a:rPr b="1" i="0" lang="en" sz="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Mar 24</a:t>
            </a:r>
            <a:endParaRPr b="1" i="0" sz="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873" name="Google Shape;873;p122"/>
          <p:cNvCxnSpPr>
            <a:stCxn id="847" idx="2"/>
            <a:endCxn id="874" idx="0"/>
          </p:cNvCxnSpPr>
          <p:nvPr/>
        </p:nvCxnSpPr>
        <p:spPr>
          <a:xfrm flipH="1">
            <a:off x="7021273" y="1925563"/>
            <a:ext cx="8400" cy="1174800"/>
          </a:xfrm>
          <a:prstGeom prst="straightConnector1">
            <a:avLst/>
          </a:prstGeom>
          <a:noFill/>
          <a:ln cap="flat" cmpd="sng" w="9575">
            <a:solidFill>
              <a:srgbClr val="9399A1"/>
            </a:solidFill>
            <a:prstDash val="solid"/>
            <a:miter lim="800000"/>
            <a:headEnd len="sm" w="sm" type="none"/>
            <a:tailEnd len="sm" w="sm" type="none"/>
          </a:ln>
        </p:spPr>
      </p:cxnSp>
      <p:sp>
        <p:nvSpPr>
          <p:cNvPr id="856" name="Google Shape;856;p122"/>
          <p:cNvSpPr txBox="1"/>
          <p:nvPr/>
        </p:nvSpPr>
        <p:spPr>
          <a:xfrm>
            <a:off x="3074378" y="3100323"/>
            <a:ext cx="579300" cy="493800"/>
          </a:xfrm>
          <a:prstGeom prst="rect">
            <a:avLst/>
          </a:prstGeom>
          <a:solidFill>
            <a:srgbClr val="FFFFFF"/>
          </a:solidFill>
          <a:ln cap="flat" cmpd="sng" w="9575">
            <a:solidFill>
              <a:srgbClr val="9399A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34425" lIns="0" spcFirstLastPara="1" rIns="0" wrap="square" tIns="34425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800"/>
              <a:buFont typeface="Arial"/>
              <a:buNone/>
            </a:pPr>
            <a:r>
              <a:rPr b="0" i="0" lang="en" sz="800" u="none" cap="none" strike="noStrike">
                <a:solidFill>
                  <a:srgbClr val="8E006C"/>
                </a:solidFill>
                <a:latin typeface="Arial"/>
                <a:ea typeface="Arial"/>
                <a:cs typeface="Arial"/>
                <a:sym typeface="Arial"/>
              </a:rPr>
              <a:t>Governing Board Meeting</a:t>
            </a:r>
            <a:endParaRPr b="1" i="0" sz="800" u="none" cap="none" strike="noStrike">
              <a:solidFill>
                <a:srgbClr val="B49823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800"/>
              <a:buFont typeface="Arial"/>
              <a:buNone/>
            </a:pPr>
            <a:r>
              <a:rPr b="1" i="0" lang="en" sz="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May 26</a:t>
            </a:r>
            <a:endParaRPr b="1" i="0" sz="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64" name="Google Shape;864;p122"/>
          <p:cNvSpPr txBox="1"/>
          <p:nvPr/>
        </p:nvSpPr>
        <p:spPr>
          <a:xfrm>
            <a:off x="3689854" y="2425082"/>
            <a:ext cx="579300" cy="493800"/>
          </a:xfrm>
          <a:prstGeom prst="rect">
            <a:avLst/>
          </a:prstGeom>
          <a:solidFill>
            <a:srgbClr val="DAE7F0"/>
          </a:solidFill>
          <a:ln cap="flat" cmpd="sng" w="9575">
            <a:solidFill>
              <a:srgbClr val="9399A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34425" lIns="0" spcFirstLastPara="1" rIns="0" wrap="square" tIns="34425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800"/>
              <a:buFont typeface="Arial"/>
              <a:buNone/>
            </a:pPr>
            <a:r>
              <a:rPr b="1" i="0" lang="en" sz="800" u="none" cap="none" strike="noStrike">
                <a:solidFill>
                  <a:srgbClr val="B49823"/>
                </a:solidFill>
                <a:latin typeface="Arial"/>
                <a:ea typeface="Arial"/>
                <a:cs typeface="Arial"/>
                <a:sym typeface="Arial"/>
              </a:rPr>
              <a:t>Strategy Meeting</a:t>
            </a:r>
            <a:endParaRPr b="0" i="0" sz="800" u="none" cap="none" strike="noStrike">
              <a:solidFill>
                <a:srgbClr val="8E006C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b="1" i="0" lang="en" sz="800" u="none" cap="none" strike="noStrike">
                <a:solidFill>
                  <a:srgbClr val="44546A"/>
                </a:solidFill>
                <a:latin typeface="Arial"/>
                <a:ea typeface="Arial"/>
                <a:cs typeface="Arial"/>
                <a:sym typeface="Arial"/>
              </a:rPr>
              <a:t>Jun 23</a:t>
            </a:r>
            <a:endParaRPr b="1" i="0" sz="800" u="none" cap="none" strike="noStrike">
              <a:solidFill>
                <a:srgbClr val="44546A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58" name="Google Shape;858;p122"/>
          <p:cNvSpPr txBox="1"/>
          <p:nvPr/>
        </p:nvSpPr>
        <p:spPr>
          <a:xfrm>
            <a:off x="5519320" y="3100323"/>
            <a:ext cx="579300" cy="493800"/>
          </a:xfrm>
          <a:prstGeom prst="rect">
            <a:avLst/>
          </a:prstGeom>
          <a:solidFill>
            <a:srgbClr val="FFFFFF"/>
          </a:solidFill>
          <a:ln cap="flat" cmpd="sng" w="9575">
            <a:solidFill>
              <a:srgbClr val="9399A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34425" lIns="0" spcFirstLastPara="1" rIns="0" wrap="square" tIns="34425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800"/>
              <a:buFont typeface="Arial"/>
              <a:buNone/>
            </a:pPr>
            <a:r>
              <a:rPr b="0" i="0" lang="en" sz="800" u="none" cap="none" strike="noStrike">
                <a:solidFill>
                  <a:srgbClr val="8E006C"/>
                </a:solidFill>
                <a:latin typeface="Arial"/>
                <a:ea typeface="Arial"/>
                <a:cs typeface="Arial"/>
                <a:sym typeface="Arial"/>
              </a:rPr>
              <a:t>Governing Board Meeting</a:t>
            </a:r>
            <a:endParaRPr b="1" i="0" sz="800" u="none" cap="none" strike="noStrike">
              <a:solidFill>
                <a:srgbClr val="B49823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800"/>
              <a:buFont typeface="Arial"/>
              <a:buNone/>
            </a:pPr>
            <a:r>
              <a:rPr b="1" i="0" lang="en" sz="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Sep 22</a:t>
            </a:r>
            <a:endParaRPr b="1" i="0" sz="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60" name="Google Shape;860;p122"/>
          <p:cNvSpPr txBox="1"/>
          <p:nvPr/>
        </p:nvSpPr>
        <p:spPr>
          <a:xfrm>
            <a:off x="6131267" y="2425082"/>
            <a:ext cx="579300" cy="493800"/>
          </a:xfrm>
          <a:prstGeom prst="rect">
            <a:avLst/>
          </a:prstGeom>
          <a:solidFill>
            <a:srgbClr val="DAE7F0"/>
          </a:solidFill>
          <a:ln cap="flat" cmpd="sng" w="9575">
            <a:solidFill>
              <a:srgbClr val="9399A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34425" lIns="0" spcFirstLastPara="1" rIns="0" wrap="square" tIns="34425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800"/>
              <a:buFont typeface="Arial"/>
              <a:buNone/>
            </a:pPr>
            <a:r>
              <a:rPr b="1" i="0" lang="en" sz="800" u="none" cap="none" strike="noStrike">
                <a:solidFill>
                  <a:srgbClr val="B49823"/>
                </a:solidFill>
                <a:latin typeface="Arial"/>
                <a:ea typeface="Arial"/>
                <a:cs typeface="Arial"/>
                <a:sym typeface="Arial"/>
              </a:rPr>
              <a:t>Strategy Meeting</a:t>
            </a:r>
            <a:endParaRPr b="0" i="0" sz="800" u="none" cap="none" strike="noStrike">
              <a:solidFill>
                <a:srgbClr val="8E006C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800"/>
              <a:buFont typeface="Arial"/>
              <a:buNone/>
            </a:pPr>
            <a:r>
              <a:rPr b="1" i="0" lang="en" sz="800" u="none" cap="none" strike="noStrike">
                <a:solidFill>
                  <a:srgbClr val="44546A"/>
                </a:solidFill>
                <a:latin typeface="Arial"/>
                <a:ea typeface="Arial"/>
                <a:cs typeface="Arial"/>
                <a:sym typeface="Arial"/>
              </a:rPr>
              <a:t>Oct 27</a:t>
            </a:r>
            <a:endParaRPr b="1" i="0" sz="800" u="none" cap="none" strike="noStrike">
              <a:solidFill>
                <a:srgbClr val="44546A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62" name="Google Shape;862;p122"/>
          <p:cNvSpPr txBox="1"/>
          <p:nvPr/>
        </p:nvSpPr>
        <p:spPr>
          <a:xfrm>
            <a:off x="7345747" y="2425082"/>
            <a:ext cx="579300" cy="493800"/>
          </a:xfrm>
          <a:prstGeom prst="rect">
            <a:avLst/>
          </a:prstGeom>
          <a:solidFill>
            <a:srgbClr val="DAE7F0"/>
          </a:solidFill>
          <a:ln cap="flat" cmpd="sng" w="9575">
            <a:solidFill>
              <a:srgbClr val="9399A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34425" lIns="0" spcFirstLastPara="1" rIns="0" wrap="square" tIns="34425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800"/>
              <a:buFont typeface="Arial"/>
              <a:buNone/>
            </a:pPr>
            <a:r>
              <a:rPr b="1" i="0" lang="en" sz="800" u="none" cap="none" strike="noStrike">
                <a:solidFill>
                  <a:srgbClr val="B49823"/>
                </a:solidFill>
                <a:latin typeface="Arial"/>
                <a:ea typeface="Arial"/>
                <a:cs typeface="Arial"/>
                <a:sym typeface="Arial"/>
              </a:rPr>
              <a:t>Strategy Meeting</a:t>
            </a:r>
            <a:endParaRPr b="0" i="0" sz="800" u="none" cap="none" strike="noStrike">
              <a:solidFill>
                <a:srgbClr val="8E006C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800"/>
              <a:buFont typeface="Arial"/>
              <a:buNone/>
            </a:pPr>
            <a:r>
              <a:rPr b="1" i="0" lang="en" sz="800" u="none" cap="none" strike="noStrike">
                <a:solidFill>
                  <a:srgbClr val="44546A"/>
                </a:solidFill>
                <a:latin typeface="Arial"/>
                <a:ea typeface="Arial"/>
                <a:cs typeface="Arial"/>
                <a:sym typeface="Arial"/>
              </a:rPr>
              <a:t>Dec 15</a:t>
            </a:r>
            <a:endParaRPr b="1" i="0" sz="800" u="none" cap="none" strike="noStrike">
              <a:solidFill>
                <a:srgbClr val="44546A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74" name="Google Shape;874;p122"/>
          <p:cNvSpPr txBox="1"/>
          <p:nvPr/>
        </p:nvSpPr>
        <p:spPr>
          <a:xfrm>
            <a:off x="6731501" y="3100323"/>
            <a:ext cx="579300" cy="493800"/>
          </a:xfrm>
          <a:prstGeom prst="rect">
            <a:avLst/>
          </a:prstGeom>
          <a:solidFill>
            <a:srgbClr val="FFFFFF"/>
          </a:solidFill>
          <a:ln cap="flat" cmpd="sng" w="9575">
            <a:solidFill>
              <a:srgbClr val="9399A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34425" lIns="0" spcFirstLastPara="1" rIns="0" wrap="square" tIns="34425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800"/>
              <a:buFont typeface="Arial"/>
              <a:buNone/>
            </a:pPr>
            <a:r>
              <a:rPr b="0" i="0" lang="en" sz="800" u="none" cap="none" strike="noStrike">
                <a:solidFill>
                  <a:srgbClr val="8E006C"/>
                </a:solidFill>
                <a:latin typeface="Arial"/>
                <a:ea typeface="Arial"/>
                <a:cs typeface="Arial"/>
                <a:sym typeface="Arial"/>
              </a:rPr>
              <a:t>Governing Board Meeting</a:t>
            </a:r>
            <a:endParaRPr b="1" i="0" sz="800" u="none" cap="none" strike="noStrike">
              <a:solidFill>
                <a:srgbClr val="B49823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800"/>
              <a:buFont typeface="Arial"/>
              <a:buNone/>
            </a:pPr>
            <a:r>
              <a:rPr b="1" i="0" lang="en" sz="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Nov 17</a:t>
            </a:r>
            <a:endParaRPr b="1" i="0" sz="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875" name="Google Shape;875;p122"/>
          <p:cNvCxnSpPr>
            <a:stCxn id="844" idx="2"/>
            <a:endCxn id="876" idx="0"/>
          </p:cNvCxnSpPr>
          <p:nvPr/>
        </p:nvCxnSpPr>
        <p:spPr>
          <a:xfrm>
            <a:off x="5196654" y="1925563"/>
            <a:ext cx="0" cy="499500"/>
          </a:xfrm>
          <a:prstGeom prst="straightConnector1">
            <a:avLst/>
          </a:prstGeom>
          <a:noFill/>
          <a:ln cap="flat" cmpd="sng" w="9575">
            <a:solidFill>
              <a:srgbClr val="9399A1"/>
            </a:solidFill>
            <a:prstDash val="solid"/>
            <a:miter lim="800000"/>
            <a:headEnd len="sm" w="sm" type="none"/>
            <a:tailEnd len="sm" w="sm" type="none"/>
          </a:ln>
        </p:spPr>
      </p:cxnSp>
      <p:sp>
        <p:nvSpPr>
          <p:cNvPr id="876" name="Google Shape;876;p122"/>
          <p:cNvSpPr txBox="1"/>
          <p:nvPr/>
        </p:nvSpPr>
        <p:spPr>
          <a:xfrm>
            <a:off x="4907146" y="2425082"/>
            <a:ext cx="579300" cy="493800"/>
          </a:xfrm>
          <a:prstGeom prst="rect">
            <a:avLst/>
          </a:prstGeom>
          <a:solidFill>
            <a:srgbClr val="DAE7F0"/>
          </a:solidFill>
          <a:ln cap="flat" cmpd="sng" w="9575">
            <a:solidFill>
              <a:srgbClr val="9399A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34425" lIns="0" spcFirstLastPara="1" rIns="0" wrap="square" tIns="34425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800"/>
              <a:buFont typeface="Arial"/>
              <a:buNone/>
            </a:pPr>
            <a:r>
              <a:rPr b="1" i="0" lang="en" sz="800" u="none" cap="none" strike="noStrike">
                <a:solidFill>
                  <a:srgbClr val="B49823"/>
                </a:solidFill>
                <a:latin typeface="Arial"/>
                <a:ea typeface="Arial"/>
                <a:cs typeface="Arial"/>
                <a:sym typeface="Arial"/>
              </a:rPr>
              <a:t>Leadership Meeting</a:t>
            </a:r>
            <a:endParaRPr b="0" i="0" sz="800" u="none" cap="none" strike="noStrike">
              <a:solidFill>
                <a:srgbClr val="8E006C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800"/>
              <a:buFont typeface="Arial"/>
              <a:buNone/>
            </a:pPr>
            <a:r>
              <a:rPr b="1" i="0" lang="en" sz="800" u="none" cap="none" strike="noStrike">
                <a:solidFill>
                  <a:srgbClr val="44546A"/>
                </a:solidFill>
                <a:latin typeface="Arial"/>
                <a:ea typeface="Arial"/>
                <a:cs typeface="Arial"/>
                <a:sym typeface="Arial"/>
              </a:rPr>
              <a:t>TBD</a:t>
            </a:r>
            <a:endParaRPr b="1" i="0" sz="800" u="none" cap="none" strike="noStrike">
              <a:solidFill>
                <a:srgbClr val="44546A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800"/>
              <a:buFont typeface="Arial"/>
              <a:buNone/>
            </a:pPr>
            <a:r>
              <a:rPr b="0" i="1" lang="en" sz="500" u="none" cap="none" strike="noStrike">
                <a:solidFill>
                  <a:srgbClr val="44546A"/>
                </a:solidFill>
                <a:latin typeface="Arial"/>
                <a:ea typeface="Arial"/>
                <a:cs typeface="Arial"/>
                <a:sym typeface="Arial"/>
              </a:rPr>
              <a:t>In person at OSD</a:t>
            </a:r>
            <a:endParaRPr b="0" i="1" sz="500" u="none" cap="none" strike="noStrike">
              <a:solidFill>
                <a:srgbClr val="44546A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877" name="Google Shape;877;p122"/>
          <p:cNvCxnSpPr>
            <a:stCxn id="852" idx="2"/>
            <a:endCxn id="878" idx="0"/>
          </p:cNvCxnSpPr>
          <p:nvPr/>
        </p:nvCxnSpPr>
        <p:spPr>
          <a:xfrm>
            <a:off x="4585655" y="1985681"/>
            <a:ext cx="900" cy="1113300"/>
          </a:xfrm>
          <a:prstGeom prst="straightConnector1">
            <a:avLst/>
          </a:prstGeom>
          <a:noFill/>
          <a:ln cap="flat" cmpd="sng" w="9575">
            <a:solidFill>
              <a:srgbClr val="9399A1"/>
            </a:solidFill>
            <a:prstDash val="solid"/>
            <a:miter lim="800000"/>
            <a:headEnd len="sm" w="sm" type="none"/>
            <a:tailEnd len="sm" w="sm" type="none"/>
          </a:ln>
        </p:spPr>
      </p:cxnSp>
      <p:sp>
        <p:nvSpPr>
          <p:cNvPr id="878" name="Google Shape;878;p122"/>
          <p:cNvSpPr txBox="1"/>
          <p:nvPr/>
        </p:nvSpPr>
        <p:spPr>
          <a:xfrm>
            <a:off x="4296833" y="3098941"/>
            <a:ext cx="579300" cy="493800"/>
          </a:xfrm>
          <a:prstGeom prst="rect">
            <a:avLst/>
          </a:prstGeom>
          <a:solidFill>
            <a:srgbClr val="FFFFFF"/>
          </a:solidFill>
          <a:ln cap="flat" cmpd="sng" w="9575">
            <a:solidFill>
              <a:srgbClr val="9399A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34425" lIns="0" spcFirstLastPara="1" rIns="0" wrap="square" tIns="34425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800"/>
              <a:buFont typeface="Arial"/>
              <a:buNone/>
            </a:pPr>
            <a:r>
              <a:rPr b="0" i="0" lang="en" sz="800" u="none" cap="none" strike="noStrike">
                <a:solidFill>
                  <a:srgbClr val="8E006C"/>
                </a:solidFill>
                <a:latin typeface="Arial"/>
                <a:ea typeface="Arial"/>
                <a:cs typeface="Arial"/>
                <a:sym typeface="Arial"/>
              </a:rPr>
              <a:t>Governing Board Meeting</a:t>
            </a:r>
            <a:endParaRPr b="1" i="0" sz="800" u="none" cap="none" strike="noStrike">
              <a:solidFill>
                <a:srgbClr val="B49823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800"/>
              <a:buFont typeface="Arial"/>
              <a:buNone/>
            </a:pPr>
            <a:r>
              <a:rPr b="1" i="0" lang="en" sz="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Jul 28</a:t>
            </a:r>
            <a:endParaRPr b="1" i="0" sz="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82" name="Shape 8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3" name="Google Shape;883;p123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-323850" lvl="0" marL="457200" rtl="0" algn="l">
              <a:spcBef>
                <a:spcPts val="800"/>
              </a:spcBef>
              <a:spcAft>
                <a:spcPts val="0"/>
              </a:spcAft>
              <a:buSzPts val="1500"/>
              <a:buChar char="●"/>
            </a:pPr>
            <a:r>
              <a:rPr lang="en" sz="1500"/>
              <a:t>If you would like to propose an agenda item for discussion at a Governing Board meeting, please submit your proposal to the Academy Software Foundation Executive Director &amp; </a:t>
            </a:r>
            <a:r>
              <a:rPr lang="en" sz="1500"/>
              <a:t>the Governing Board Chair</a:t>
            </a:r>
            <a:r>
              <a:rPr lang="en" sz="1500"/>
              <a:t>.</a:t>
            </a:r>
            <a:endParaRPr sz="1500"/>
          </a:p>
          <a:p>
            <a:pPr indent="-323850" lvl="0" marL="457200" rtl="0" algn="l">
              <a:spcBef>
                <a:spcPts val="800"/>
              </a:spcBef>
              <a:spcAft>
                <a:spcPts val="0"/>
              </a:spcAft>
              <a:buSzPts val="1500"/>
              <a:buChar char="●"/>
            </a:pPr>
            <a:r>
              <a:rPr lang="en" sz="1500"/>
              <a:t>Please include in your request:</a:t>
            </a:r>
            <a:endParaRPr sz="1500"/>
          </a:p>
          <a:p>
            <a:pPr indent="-304800" lvl="1" marL="914400" rtl="0" algn="l">
              <a:spcBef>
                <a:spcPts val="400"/>
              </a:spcBef>
              <a:spcAft>
                <a:spcPts val="0"/>
              </a:spcAft>
              <a:buSzPts val="1200"/>
              <a:buChar char="○"/>
            </a:pPr>
            <a:r>
              <a:rPr lang="en" sz="1200"/>
              <a:t>A description of the topic</a:t>
            </a:r>
            <a:endParaRPr sz="1200"/>
          </a:p>
          <a:p>
            <a:pPr indent="-304800" lvl="1" marL="914400" rtl="0" algn="l">
              <a:spcBef>
                <a:spcPts val="400"/>
              </a:spcBef>
              <a:spcAft>
                <a:spcPts val="0"/>
              </a:spcAft>
              <a:buSzPts val="1200"/>
              <a:buChar char="○"/>
            </a:pPr>
            <a:r>
              <a:rPr lang="en" sz="1200"/>
              <a:t>Board resolution or discussion-only item</a:t>
            </a:r>
            <a:endParaRPr sz="1200"/>
          </a:p>
          <a:p>
            <a:pPr indent="-304800" lvl="1" marL="914400" rtl="0" algn="l">
              <a:spcBef>
                <a:spcPts val="400"/>
              </a:spcBef>
              <a:spcAft>
                <a:spcPts val="0"/>
              </a:spcAft>
              <a:buSzPts val="1200"/>
              <a:buChar char="○"/>
            </a:pPr>
            <a:r>
              <a:rPr lang="en" sz="1200"/>
              <a:t>Requested amount of time to discuss the item</a:t>
            </a:r>
            <a:endParaRPr sz="1200"/>
          </a:p>
          <a:p>
            <a:pPr indent="-323850" lvl="0" marL="457200" rtl="0" algn="l">
              <a:spcBef>
                <a:spcPts val="800"/>
              </a:spcBef>
              <a:spcAft>
                <a:spcPts val="0"/>
              </a:spcAft>
              <a:buSzPts val="1500"/>
              <a:buChar char="●"/>
            </a:pPr>
            <a:r>
              <a:rPr lang="en" sz="1500"/>
              <a:t>For a regular Governing Board meeting, please submit your proposed agenda item at least 10 days prior to the meeting.</a:t>
            </a:r>
            <a:endParaRPr sz="1500"/>
          </a:p>
          <a:p>
            <a:pPr indent="-323850" lvl="0" marL="457200" rtl="0" algn="l">
              <a:spcBef>
                <a:spcPts val="800"/>
              </a:spcBef>
              <a:spcAft>
                <a:spcPts val="0"/>
              </a:spcAft>
              <a:buSzPts val="1500"/>
              <a:buChar char="●"/>
            </a:pPr>
            <a:r>
              <a:rPr lang="en" sz="1500"/>
              <a:t>For a Strategy Session, please submit your proposed agenda item at least 30 days prior to the meeting.</a:t>
            </a:r>
            <a:endParaRPr sz="1500"/>
          </a:p>
        </p:txBody>
      </p:sp>
      <p:sp>
        <p:nvSpPr>
          <p:cNvPr id="884" name="Google Shape;884;p123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How to propose an agenda item</a:t>
            </a:r>
            <a:endParaRPr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88" name="Shape 8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9" name="Google Shape;889;p124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-342900" lvl="0" marL="457200" rtl="0" algn="l">
              <a:spcBef>
                <a:spcPts val="800"/>
              </a:spcBef>
              <a:spcAft>
                <a:spcPts val="0"/>
              </a:spcAft>
              <a:buSzPts val="1800"/>
              <a:buChar char="●"/>
            </a:pPr>
            <a:r>
              <a:rPr lang="en" sz="1800"/>
              <a:t>Please be patient. Our board meeting agendas are often very full. If we cannot accommodate your request in the upcoming meeting we may:</a:t>
            </a:r>
            <a:endParaRPr sz="1800"/>
          </a:p>
          <a:p>
            <a:pPr indent="-323850" lvl="1" marL="914400" rtl="0" algn="l">
              <a:spcBef>
                <a:spcPts val="400"/>
              </a:spcBef>
              <a:spcAft>
                <a:spcPts val="0"/>
              </a:spcAft>
              <a:buSzPts val="1500"/>
              <a:buChar char="○"/>
            </a:pPr>
            <a:r>
              <a:rPr lang="en" sz="1500"/>
              <a:t>Wait until the following meeting to discuss the topic</a:t>
            </a:r>
            <a:endParaRPr sz="1500"/>
          </a:p>
          <a:p>
            <a:pPr indent="-323850" lvl="1" marL="914400" rtl="0" algn="l">
              <a:spcBef>
                <a:spcPts val="400"/>
              </a:spcBef>
              <a:spcAft>
                <a:spcPts val="0"/>
              </a:spcAft>
              <a:buSzPts val="1500"/>
              <a:buChar char="○"/>
            </a:pPr>
            <a:r>
              <a:rPr lang="en" sz="1500"/>
              <a:t>Call a special meeting to discuss your topic, or </a:t>
            </a:r>
            <a:endParaRPr sz="1500"/>
          </a:p>
          <a:p>
            <a:pPr indent="-323850" lvl="1" marL="914400" rtl="0" algn="l">
              <a:spcBef>
                <a:spcPts val="400"/>
              </a:spcBef>
              <a:spcAft>
                <a:spcPts val="0"/>
              </a:spcAft>
              <a:buSzPts val="1500"/>
              <a:buChar char="○"/>
            </a:pPr>
            <a:r>
              <a:rPr lang="en" sz="1500"/>
              <a:t>Refer the topic to the appropriate committee or task force of the Governing Board.</a:t>
            </a:r>
            <a:endParaRPr sz="1500"/>
          </a:p>
          <a:p>
            <a:pPr indent="-342900" lvl="0" marL="457200" rtl="0" algn="l">
              <a:spcBef>
                <a:spcPts val="800"/>
              </a:spcBef>
              <a:spcAft>
                <a:spcPts val="0"/>
              </a:spcAft>
              <a:buSzPts val="1800"/>
              <a:buChar char="●"/>
            </a:pPr>
            <a:r>
              <a:rPr lang="en" sz="1800"/>
              <a:t>We may ask you to provide slides 5 days before the meeting, and slides are subject to change (with your approval) to fit the broader meeting slide deck.</a:t>
            </a:r>
            <a:endParaRPr sz="1800"/>
          </a:p>
        </p:txBody>
      </p:sp>
      <p:sp>
        <p:nvSpPr>
          <p:cNvPr id="890" name="Google Shape;890;p124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Proposing an agenda item (continued)</a:t>
            </a:r>
            <a:endParaRPr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94" name="Shape 8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5" name="Google Shape;895;p125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-355600" lvl="0" marL="457200" rtl="0" algn="l">
              <a:spcBef>
                <a:spcPts val="800"/>
              </a:spcBef>
              <a:spcAft>
                <a:spcPts val="0"/>
              </a:spcAft>
              <a:buSzPts val="2000"/>
              <a:buChar char="•"/>
            </a:pPr>
            <a:r>
              <a:rPr lang="en" sz="2000"/>
              <a:t>Agendas and Exhibits for Governing Board meetings will be made available one week prior to the scheduled meeting</a:t>
            </a:r>
            <a:endParaRPr sz="2000"/>
          </a:p>
          <a:p>
            <a:pPr indent="-336550" lvl="1" marL="914400" rtl="0" algn="l">
              <a:spcBef>
                <a:spcPts val="0"/>
              </a:spcBef>
              <a:spcAft>
                <a:spcPts val="0"/>
              </a:spcAft>
              <a:buSzPts val="1700"/>
              <a:buChar char="•"/>
            </a:pPr>
            <a:r>
              <a:rPr lang="en" sz="1700"/>
              <a:t>The FINAL deck will be made available one day prior to the meeting.</a:t>
            </a:r>
            <a:endParaRPr sz="1700"/>
          </a:p>
          <a:p>
            <a:pPr indent="-355600" lvl="0" marL="457200" rtl="0" algn="l">
              <a:spcBef>
                <a:spcPts val="0"/>
              </a:spcBef>
              <a:spcAft>
                <a:spcPts val="0"/>
              </a:spcAft>
              <a:buSzPts val="2000"/>
              <a:buChar char="•"/>
            </a:pPr>
            <a:r>
              <a:rPr lang="en" sz="2000"/>
              <a:t>Past meeting materials can be found </a:t>
            </a:r>
            <a:r>
              <a:rPr lang="en" sz="2000" u="sng">
                <a:solidFill>
                  <a:schemeClr val="hlink"/>
                </a:solidFill>
                <a:hlinkClick r:id="rId3"/>
              </a:rPr>
              <a:t>here</a:t>
            </a:r>
            <a:r>
              <a:rPr lang="en" sz="2000"/>
              <a:t>.</a:t>
            </a:r>
            <a:endParaRPr sz="2000"/>
          </a:p>
          <a:p>
            <a:pPr indent="-355600" lvl="0" marL="457200" rtl="0" algn="l">
              <a:spcBef>
                <a:spcPts val="0"/>
              </a:spcBef>
              <a:spcAft>
                <a:spcPts val="0"/>
              </a:spcAft>
              <a:buSzPts val="2000"/>
              <a:buChar char="•"/>
            </a:pPr>
            <a:r>
              <a:rPr lang="en" sz="2000"/>
              <a:t>All meeting materials are </a:t>
            </a:r>
            <a:r>
              <a:rPr lang="en" sz="2000"/>
              <a:t>confidential</a:t>
            </a:r>
            <a:r>
              <a:rPr lang="en" sz="2000"/>
              <a:t> and for the view of Governing Board representatives and </a:t>
            </a:r>
            <a:r>
              <a:rPr lang="en" sz="2000"/>
              <a:t>their</a:t>
            </a:r>
            <a:r>
              <a:rPr lang="en" sz="2000"/>
              <a:t> alternates ONLY, unless otherwise specified.</a:t>
            </a:r>
            <a:endParaRPr sz="2000"/>
          </a:p>
          <a:p>
            <a:pPr indent="-336550" lvl="1" marL="914400" rtl="0" algn="l">
              <a:spcBef>
                <a:spcPts val="0"/>
              </a:spcBef>
              <a:spcAft>
                <a:spcPts val="0"/>
              </a:spcAft>
              <a:buSzPts val="1700"/>
              <a:buChar char="•"/>
            </a:pPr>
            <a:r>
              <a:rPr lang="en" sz="1700"/>
              <a:t>No meeting of the Governing Board is recorded unless the Governing Board provides </a:t>
            </a:r>
            <a:r>
              <a:rPr lang="en" sz="1700"/>
              <a:t>explicit</a:t>
            </a:r>
            <a:r>
              <a:rPr lang="en" sz="1700"/>
              <a:t> consent to do so.</a:t>
            </a:r>
            <a:r>
              <a:rPr lang="en" sz="1700"/>
              <a:t> </a:t>
            </a:r>
            <a:endParaRPr sz="1700"/>
          </a:p>
        </p:txBody>
      </p:sp>
      <p:sp>
        <p:nvSpPr>
          <p:cNvPr id="896" name="Google Shape;896;p125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Governing Board Materials</a:t>
            </a:r>
            <a:endParaRPr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00" name="Shape 9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01" name="Google Shape;901;p126"/>
          <p:cNvSpPr txBox="1"/>
          <p:nvPr>
            <p:ph idx="1" type="body"/>
          </p:nvPr>
        </p:nvSpPr>
        <p:spPr>
          <a:xfrm>
            <a:off x="628634" y="1369219"/>
            <a:ext cx="3603300" cy="32634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l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Relevant Mailing Lists</a:t>
            </a:r>
            <a:endParaRPr/>
          </a:p>
          <a:p>
            <a:pPr indent="-361950" lvl="0" marL="457200" rtl="0" algn="l">
              <a:spcBef>
                <a:spcPts val="800"/>
              </a:spcBef>
              <a:spcAft>
                <a:spcPts val="0"/>
              </a:spcAft>
              <a:buSzPts val="2100"/>
              <a:buChar char="●"/>
            </a:pPr>
            <a:r>
              <a:rPr lang="en"/>
              <a:t>Governing Board: </a:t>
            </a:r>
            <a:r>
              <a:rPr lang="en" u="sng">
                <a:solidFill>
                  <a:schemeClr val="hlink"/>
                </a:solidFill>
                <a:hlinkClick r:id="rId3"/>
              </a:rPr>
              <a:t>board@lists.aswf.io</a:t>
            </a:r>
            <a:endParaRPr/>
          </a:p>
          <a:p>
            <a:pPr indent="-361950" lvl="0" marL="457200" rtl="0" algn="l">
              <a:spcBef>
                <a:spcPts val="800"/>
              </a:spcBef>
              <a:spcAft>
                <a:spcPts val="0"/>
              </a:spcAft>
              <a:buSzPts val="2100"/>
              <a:buChar char="●"/>
            </a:pPr>
            <a:r>
              <a:rPr lang="en"/>
              <a:t>TAC: </a:t>
            </a:r>
            <a:r>
              <a:rPr lang="en" u="sng">
                <a:solidFill>
                  <a:schemeClr val="hlink"/>
                </a:solidFill>
                <a:hlinkClick r:id="rId4"/>
              </a:rPr>
              <a:t>tac@lists.aswf.io</a:t>
            </a:r>
            <a:endParaRPr/>
          </a:p>
          <a:p>
            <a:pPr indent="-361950" lvl="0" marL="457200" rtl="0" algn="l">
              <a:spcBef>
                <a:spcPts val="800"/>
              </a:spcBef>
              <a:spcAft>
                <a:spcPts val="0"/>
              </a:spcAft>
              <a:buSzPts val="2100"/>
              <a:buChar char="●"/>
            </a:pPr>
            <a:r>
              <a:rPr lang="en"/>
              <a:t>Budget Committee: </a:t>
            </a:r>
            <a:r>
              <a:rPr lang="en" u="sng">
                <a:solidFill>
                  <a:schemeClr val="hlink"/>
                </a:solidFill>
                <a:hlinkClick r:id="rId5"/>
              </a:rPr>
              <a:t>budget@lists.aswf.io</a:t>
            </a:r>
            <a:endParaRPr/>
          </a:p>
          <a:p>
            <a:pPr indent="-361950" lvl="0" marL="457200" rtl="0" algn="l">
              <a:spcBef>
                <a:spcPts val="800"/>
              </a:spcBef>
              <a:spcAft>
                <a:spcPts val="0"/>
              </a:spcAft>
              <a:buSzPts val="2100"/>
              <a:buChar char="●"/>
            </a:pPr>
            <a:r>
              <a:rPr lang="en"/>
              <a:t>Legal Committee: </a:t>
            </a:r>
            <a:r>
              <a:rPr lang="en" u="sng">
                <a:solidFill>
                  <a:schemeClr val="hlink"/>
                </a:solidFill>
                <a:hlinkClick r:id="rId6"/>
              </a:rPr>
              <a:t>legal@lists.aswf.io</a:t>
            </a:r>
            <a:endParaRPr/>
          </a:p>
        </p:txBody>
      </p:sp>
      <p:sp>
        <p:nvSpPr>
          <p:cNvPr id="902" name="Google Shape;902;p126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Discussion Channels</a:t>
            </a:r>
            <a:endParaRPr/>
          </a:p>
        </p:txBody>
      </p:sp>
      <p:sp>
        <p:nvSpPr>
          <p:cNvPr id="903" name="Google Shape;903;p126"/>
          <p:cNvSpPr txBox="1"/>
          <p:nvPr>
            <p:ph idx="2" type="body"/>
          </p:nvPr>
        </p:nvSpPr>
        <p:spPr>
          <a:xfrm>
            <a:off x="4877144" y="1369219"/>
            <a:ext cx="3603300" cy="32634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l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Slack Channel</a:t>
            </a:r>
            <a:endParaRPr/>
          </a:p>
          <a:p>
            <a:pPr indent="-361950" lvl="0" marL="457200" rtl="0" algn="l">
              <a:spcBef>
                <a:spcPts val="800"/>
              </a:spcBef>
              <a:spcAft>
                <a:spcPts val="0"/>
              </a:spcAft>
              <a:buSzPts val="2100"/>
              <a:buChar char="●"/>
            </a:pPr>
            <a:r>
              <a:rPr lang="en"/>
              <a:t>You can </a:t>
            </a:r>
            <a:r>
              <a:rPr lang="en" u="sng">
                <a:solidFill>
                  <a:schemeClr val="hlink"/>
                </a:solidFill>
                <a:hlinkClick r:id="rId7"/>
              </a:rPr>
              <a:t>join Academy Software Foundation slack here</a:t>
            </a:r>
            <a:r>
              <a:rPr lang="en"/>
              <a:t>. </a:t>
            </a:r>
            <a:endParaRPr/>
          </a:p>
          <a:p>
            <a:pPr indent="-361950" lvl="0" marL="457200" rtl="0" algn="l">
              <a:spcBef>
                <a:spcPts val="800"/>
              </a:spcBef>
              <a:spcAft>
                <a:spcPts val="0"/>
              </a:spcAft>
              <a:buSzPts val="2100"/>
              <a:buChar char="●"/>
            </a:pPr>
            <a:r>
              <a:rPr lang="en"/>
              <a:t>To join the Governing Board slack channel, make a request at </a:t>
            </a:r>
            <a:r>
              <a:rPr lang="en" u="sng">
                <a:solidFill>
                  <a:schemeClr val="hlink"/>
                </a:solidFill>
                <a:hlinkClick r:id="rId8"/>
              </a:rPr>
              <a:t>members.aswf.io</a:t>
            </a:r>
            <a:r>
              <a:rPr lang="en"/>
              <a:t>.</a:t>
            </a:r>
            <a:endParaRPr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07" name="Shape 9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08" name="Google Shape;908;p127"/>
          <p:cNvSpPr txBox="1"/>
          <p:nvPr>
            <p:ph type="title"/>
          </p:nvPr>
        </p:nvSpPr>
        <p:spPr>
          <a:xfrm>
            <a:off x="628800" y="1275325"/>
            <a:ext cx="7886400" cy="1413300"/>
          </a:xfrm>
          <a:prstGeom prst="rect">
            <a:avLst/>
          </a:prstGeom>
        </p:spPr>
        <p:txBody>
          <a:bodyPr anchorCtr="0" anchor="b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Governing Board Committees</a:t>
            </a:r>
            <a:endParaRPr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12" name="Shape 9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3" name="Google Shape;913;p128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Budget Committee</a:t>
            </a:r>
            <a:endParaRPr/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/>
            </a:r>
            <a:endParaRPr/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14" name="Google Shape;914;p128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-349250" lvl="0" marL="457200" rtl="0" algn="l">
              <a:spcBef>
                <a:spcPts val="800"/>
              </a:spcBef>
              <a:spcAft>
                <a:spcPts val="0"/>
              </a:spcAft>
              <a:buSzPts val="1900"/>
              <a:buChar char="●"/>
            </a:pPr>
            <a:r>
              <a:rPr lang="en" sz="1900"/>
              <a:t>The Budget Committee is lead by the Governing Board Treasurer and collaborates with the Academy Software Foundation staff to develop and review the Academy Software Foundation budget.</a:t>
            </a:r>
            <a:endParaRPr sz="1900"/>
          </a:p>
          <a:p>
            <a:pPr indent="-349250" lvl="0" marL="457200" rtl="0" algn="l">
              <a:spcBef>
                <a:spcPts val="800"/>
              </a:spcBef>
              <a:spcAft>
                <a:spcPts val="0"/>
              </a:spcAft>
              <a:buSzPts val="1900"/>
              <a:buChar char="●"/>
            </a:pPr>
            <a:r>
              <a:rPr lang="en" sz="1900"/>
              <a:t>Any Governing Board representative may join ( not alternates )</a:t>
            </a:r>
            <a:endParaRPr sz="1900"/>
          </a:p>
          <a:p>
            <a:pPr indent="-349250" lvl="0" marL="457200" rtl="0" algn="l">
              <a:spcBef>
                <a:spcPts val="800"/>
              </a:spcBef>
              <a:spcAft>
                <a:spcPts val="0"/>
              </a:spcAft>
              <a:buSzPts val="1900"/>
              <a:buChar char="●"/>
            </a:pPr>
            <a:r>
              <a:rPr lang="en" sz="1900"/>
              <a:t>Meets generally monthly on the Monday of the week before the Governing Board meeting</a:t>
            </a:r>
            <a:endParaRPr sz="1500"/>
          </a:p>
          <a:p>
            <a:pPr indent="0" lvl="0" marL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rPr b="1" lang="en" sz="1900"/>
              <a:t>ACTION: If you want to participate in the Budget Committee, make a request at </a:t>
            </a:r>
            <a:r>
              <a:rPr b="1" lang="en" sz="1900" u="sng">
                <a:solidFill>
                  <a:schemeClr val="hlink"/>
                </a:solidFill>
                <a:hlinkClick r:id="rId3"/>
              </a:rPr>
              <a:t>members.aswf.io</a:t>
            </a:r>
            <a:r>
              <a:rPr b="1" lang="en" sz="1900"/>
              <a:t>.</a:t>
            </a:r>
            <a:endParaRPr b="1" sz="190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18" name="Shape 9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9" name="Google Shape;919;p129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-336550" lvl="0" marL="457200" rtl="0" algn="l">
              <a:spcBef>
                <a:spcPts val="800"/>
              </a:spcBef>
              <a:spcAft>
                <a:spcPts val="0"/>
              </a:spcAft>
              <a:buSzPts val="1700"/>
              <a:buChar char="●"/>
            </a:pPr>
            <a:r>
              <a:rPr lang="en" sz="1700"/>
              <a:t>The Legal Committee makes recommendations to the Governing Board regarding license exception requests from Academy Software Foundation projects and other questions submitted to the Legal Committee by the Governing Board. </a:t>
            </a:r>
            <a:endParaRPr sz="1700"/>
          </a:p>
          <a:p>
            <a:pPr indent="-336550" lvl="0" marL="457200" rtl="0" algn="l">
              <a:spcBef>
                <a:spcPts val="800"/>
              </a:spcBef>
              <a:spcAft>
                <a:spcPts val="0"/>
              </a:spcAft>
              <a:buSzPts val="1700"/>
              <a:buChar char="●"/>
            </a:pPr>
            <a:r>
              <a:rPr lang="en" sz="1700"/>
              <a:t>The Legal Committee does not represent Academy Software Foundation and does not have an attorney-client relationship with Academy Software Foundation.</a:t>
            </a:r>
            <a:endParaRPr sz="1700"/>
          </a:p>
          <a:p>
            <a:pPr indent="-336550" lvl="0" marL="457200" rtl="0" algn="l">
              <a:spcBef>
                <a:spcPts val="800"/>
              </a:spcBef>
              <a:spcAft>
                <a:spcPts val="0"/>
              </a:spcAft>
              <a:buSzPts val="1700"/>
              <a:buChar char="●"/>
            </a:pPr>
            <a:r>
              <a:rPr lang="en" sz="1700"/>
              <a:t>Meets on an as needed basis.</a:t>
            </a:r>
            <a:endParaRPr sz="1700"/>
          </a:p>
          <a:p>
            <a:pPr indent="-336550" lvl="0" marL="457200" rtl="0" algn="l">
              <a:spcBef>
                <a:spcPts val="800"/>
              </a:spcBef>
              <a:spcAft>
                <a:spcPts val="0"/>
              </a:spcAft>
              <a:buSzPts val="1700"/>
              <a:buChar char="●"/>
            </a:pPr>
            <a:r>
              <a:rPr lang="en" sz="1700"/>
              <a:t>Governing Boards may attend only if accompanied by their legal counsel.</a:t>
            </a:r>
            <a:endParaRPr sz="1700"/>
          </a:p>
        </p:txBody>
      </p:sp>
      <p:sp>
        <p:nvSpPr>
          <p:cNvPr id="920" name="Google Shape;920;p129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Legal</a:t>
            </a:r>
            <a:r>
              <a:rPr lang="en"/>
              <a:t> Committee</a:t>
            </a:r>
            <a:endParaRPr/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/>
            </a:r>
            <a:endParaRPr/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24" name="Shape 9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5" name="Google Shape;925;p130"/>
          <p:cNvSpPr txBox="1"/>
          <p:nvPr>
            <p:ph type="title"/>
          </p:nvPr>
        </p:nvSpPr>
        <p:spPr>
          <a:xfrm>
            <a:off x="628800" y="1860750"/>
            <a:ext cx="7886400" cy="711000"/>
          </a:xfrm>
          <a:prstGeom prst="rect">
            <a:avLst/>
          </a:prstGeom>
        </p:spPr>
        <p:txBody>
          <a:bodyPr anchorCtr="0" anchor="b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">
                <a:latin typeface="Montserrat"/>
                <a:ea typeface="Montserrat"/>
                <a:cs typeface="Montserrat"/>
                <a:sym typeface="Montserrat"/>
              </a:rPr>
              <a:t>Policies and Other Resources</a:t>
            </a:r>
            <a:endParaRPr b="1">
              <a:latin typeface="Montserrat"/>
              <a:ea typeface="Montserrat"/>
              <a:cs typeface="Montserrat"/>
              <a:sym typeface="Montserrat"/>
            </a:endParaRP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29" name="Shape 9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0" name="Google Shape;930;p131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2200"/>
              <a:t>Important</a:t>
            </a:r>
            <a:r>
              <a:rPr lang="en" sz="2200"/>
              <a:t> Academy Software Foundation Policies and Resources</a:t>
            </a:r>
            <a:endParaRPr sz="2200"/>
          </a:p>
        </p:txBody>
      </p:sp>
      <p:sp>
        <p:nvSpPr>
          <p:cNvPr id="931" name="Google Shape;931;p131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-349250" lvl="0" marL="457200" rtl="0" algn="l">
              <a:spcBef>
                <a:spcPts val="800"/>
              </a:spcBef>
              <a:spcAft>
                <a:spcPts val="0"/>
              </a:spcAft>
              <a:buSzPts val="1900"/>
              <a:buChar char="●"/>
            </a:pPr>
            <a:r>
              <a:rPr lang="en" sz="1900" u="sng">
                <a:solidFill>
                  <a:schemeClr val="hlink"/>
                </a:solidFill>
                <a:hlinkClick r:id="rId3"/>
              </a:rPr>
              <a:t>Academy Software Foundation Charter</a:t>
            </a:r>
            <a:endParaRPr sz="1900"/>
          </a:p>
          <a:p>
            <a:pPr indent="-349250" lvl="0" marL="457200" rtl="0" algn="l">
              <a:spcBef>
                <a:spcPts val="800"/>
              </a:spcBef>
              <a:spcAft>
                <a:spcPts val="0"/>
              </a:spcAft>
              <a:buSzPts val="1900"/>
              <a:buChar char="●"/>
            </a:pPr>
            <a:r>
              <a:rPr lang="en" sz="1900" u="sng">
                <a:solidFill>
                  <a:schemeClr val="hlink"/>
                </a:solidFill>
                <a:hlinkClick r:id="rId4"/>
              </a:rPr>
              <a:t>Linux Foundation Antitrust Policy</a:t>
            </a:r>
            <a:endParaRPr sz="1900"/>
          </a:p>
          <a:p>
            <a:pPr indent="-349250" lvl="0" marL="457200" rtl="0" algn="l">
              <a:spcBef>
                <a:spcPts val="800"/>
              </a:spcBef>
              <a:spcAft>
                <a:spcPts val="0"/>
              </a:spcAft>
              <a:buSzPts val="1900"/>
              <a:buChar char="●"/>
            </a:pPr>
            <a:r>
              <a:rPr lang="en" sz="1900" u="sng">
                <a:solidFill>
                  <a:schemeClr val="hlink"/>
                </a:solidFill>
                <a:hlinkClick r:id="rId5"/>
              </a:rPr>
              <a:t>Foundation GitHub repository</a:t>
            </a:r>
            <a:r>
              <a:rPr lang="en" sz="1900"/>
              <a:t> with many other public facing policies and materials including…</a:t>
            </a:r>
            <a:endParaRPr sz="1900"/>
          </a:p>
          <a:p>
            <a:pPr indent="-330200" lvl="1" marL="914400" rtl="0" algn="l">
              <a:spcBef>
                <a:spcPts val="400"/>
              </a:spcBef>
              <a:spcAft>
                <a:spcPts val="0"/>
              </a:spcAft>
              <a:buSzPts val="1600"/>
              <a:buChar char="○"/>
            </a:pPr>
            <a:r>
              <a:rPr lang="en" sz="1600" u="sng">
                <a:solidFill>
                  <a:schemeClr val="hlink"/>
                </a:solidFill>
                <a:hlinkClick r:id="rId6"/>
              </a:rPr>
              <a:t>Elections Process</a:t>
            </a:r>
            <a:endParaRPr sz="1600"/>
          </a:p>
          <a:p>
            <a:pPr indent="-330200" lvl="1" marL="914400" rtl="0" algn="l">
              <a:spcBef>
                <a:spcPts val="400"/>
              </a:spcBef>
              <a:spcAft>
                <a:spcPts val="0"/>
              </a:spcAft>
              <a:buSzPts val="1600"/>
              <a:buChar char="○"/>
            </a:pPr>
            <a:r>
              <a:rPr lang="en" sz="1600" u="sng">
                <a:solidFill>
                  <a:schemeClr val="hlink"/>
                </a:solidFill>
                <a:hlinkClick r:id="rId7"/>
              </a:rPr>
              <a:t>Academy Software Foundation hosted project charters</a:t>
            </a:r>
            <a:r>
              <a:rPr lang="en" sz="1600"/>
              <a:t>, which define each project’s intellectual property and licensing policies.</a:t>
            </a:r>
            <a:endParaRPr sz="1600"/>
          </a:p>
          <a:p>
            <a:pPr indent="-349250" lvl="0" marL="457200" rtl="0" algn="l">
              <a:spcBef>
                <a:spcPts val="800"/>
              </a:spcBef>
              <a:spcAft>
                <a:spcPts val="0"/>
              </a:spcAft>
              <a:buSzPts val="1900"/>
              <a:buChar char="●"/>
            </a:pPr>
            <a:r>
              <a:rPr lang="en" sz="1900" u="sng">
                <a:solidFill>
                  <a:schemeClr val="hlink"/>
                </a:solidFill>
                <a:hlinkClick r:id="rId8"/>
              </a:rPr>
              <a:t>ASWF Landscape</a:t>
            </a:r>
            <a:endParaRPr sz="1900"/>
          </a:p>
          <a:p>
            <a:pPr indent="0" lvl="0" marL="457200" rtl="0" algn="l">
              <a:spcBef>
                <a:spcPts val="800"/>
              </a:spcBef>
              <a:spcAft>
                <a:spcPts val="0"/>
              </a:spcAft>
              <a:buNone/>
            </a:pPr>
            <a:r>
              <a:t/>
            </a:r>
            <a:endParaRPr sz="190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35" name="Shape 9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6" name="Google Shape;936;p132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rPr lang="en" sz="1800" u="sng">
                <a:solidFill>
                  <a:schemeClr val="hlink"/>
                </a:solidFill>
                <a:hlinkClick r:id="rId3"/>
              </a:rPr>
              <a:t>LFX Organization Dashboard</a:t>
            </a:r>
            <a:r>
              <a:rPr lang="en" sz="1800"/>
              <a:t> provides access to key membership materials, including…</a:t>
            </a:r>
            <a:endParaRPr sz="1800"/>
          </a:p>
          <a:p>
            <a:pPr indent="-323850" lvl="1" marL="457200" rtl="0" algn="l">
              <a:spcBef>
                <a:spcPts val="400"/>
              </a:spcBef>
              <a:spcAft>
                <a:spcPts val="0"/>
              </a:spcAft>
              <a:buSzPts val="1500"/>
              <a:buChar char="•"/>
            </a:pPr>
            <a:r>
              <a:rPr lang="en" sz="1500"/>
              <a:t>Member contacts, which you can change at any time ( look under ‘Users’ &gt; and then under the ‘Key People’ tab )</a:t>
            </a:r>
            <a:endParaRPr sz="1500"/>
          </a:p>
          <a:p>
            <a:pPr indent="-323850" lvl="1" marL="457200" rtl="0" algn="l">
              <a:spcBef>
                <a:spcPts val="0"/>
              </a:spcBef>
              <a:spcAft>
                <a:spcPts val="0"/>
              </a:spcAft>
              <a:buSzPts val="1500"/>
              <a:buChar char="•"/>
            </a:pPr>
            <a:r>
              <a:rPr lang="en" sz="1500"/>
              <a:t>Membership details ( look under ‘Membership’ &gt; ‘Academy Software Foundation’ ), including…</a:t>
            </a:r>
            <a:endParaRPr sz="1500"/>
          </a:p>
          <a:p>
            <a:pPr indent="-304800" lvl="2" marL="914400" rtl="0" algn="l">
              <a:spcBef>
                <a:spcPts val="0"/>
              </a:spcBef>
              <a:spcAft>
                <a:spcPts val="0"/>
              </a:spcAft>
              <a:buSzPts val="1200"/>
              <a:buChar char="•"/>
            </a:pPr>
            <a:r>
              <a:rPr lang="en" sz="1200"/>
              <a:t>Membership Overview Deck and High Level Overview Deck ( look under the ‘Resources’ tab )</a:t>
            </a:r>
            <a:endParaRPr sz="1200"/>
          </a:p>
          <a:p>
            <a:pPr indent="-304800" lvl="2" marL="914400" rtl="0" algn="l">
              <a:spcBef>
                <a:spcPts val="0"/>
              </a:spcBef>
              <a:spcAft>
                <a:spcPts val="0"/>
              </a:spcAft>
              <a:buSzPts val="1200"/>
              <a:buChar char="•"/>
            </a:pPr>
            <a:r>
              <a:rPr lang="en" sz="1200"/>
              <a:t>Your fully executed membership agreement ( look under the ‘Membership’ tab )</a:t>
            </a:r>
            <a:endParaRPr sz="1200"/>
          </a:p>
          <a:p>
            <a:pPr indent="-304800" lvl="2" marL="914400" rtl="0" algn="l">
              <a:spcBef>
                <a:spcPts val="0"/>
              </a:spcBef>
              <a:spcAft>
                <a:spcPts val="0"/>
              </a:spcAft>
              <a:buSzPts val="1200"/>
              <a:buChar char="•"/>
            </a:pPr>
            <a:r>
              <a:rPr lang="en" sz="1200"/>
              <a:t>Details on how to leverage membership benefits ( look under the ‘Benefits’ tab )</a:t>
            </a:r>
            <a:endParaRPr sz="1200"/>
          </a:p>
          <a:p>
            <a:pPr indent="-304800" lvl="2" marL="914400" rtl="0" algn="l">
              <a:spcBef>
                <a:spcPts val="0"/>
              </a:spcBef>
              <a:spcAft>
                <a:spcPts val="0"/>
              </a:spcAft>
              <a:buSzPts val="1200"/>
              <a:buChar char="•"/>
            </a:pPr>
            <a:r>
              <a:rPr lang="en" sz="1200"/>
              <a:t>Insights on contributors from your organization ( look under the ‘Project Contributors’ tab )</a:t>
            </a:r>
            <a:endParaRPr sz="1200"/>
          </a:p>
          <a:p>
            <a:pPr indent="0" lvl="0" marL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rPr b="1" lang="en" sz="1800"/>
              <a:t>ACTION: Request access to LFX Organizational Dashboard </a:t>
            </a:r>
            <a:r>
              <a:rPr b="1" lang="en" sz="1800" u="sng">
                <a:solidFill>
                  <a:schemeClr val="hlink"/>
                </a:solidFill>
                <a:hlinkClick r:id="rId4"/>
              </a:rPr>
              <a:t>here</a:t>
            </a:r>
            <a:r>
              <a:rPr b="1" lang="en" sz="1800"/>
              <a:t>.</a:t>
            </a:r>
            <a:endParaRPr b="1" sz="1800"/>
          </a:p>
        </p:txBody>
      </p:sp>
      <p:sp>
        <p:nvSpPr>
          <p:cNvPr id="937" name="Google Shape;937;p132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LFX Organization Dashboard</a:t>
            </a:r>
            <a:endParaRPr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41" name="Shape 9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42" name="Google Shape;942;p133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800"/>
              <a:buFont typeface="Arial"/>
              <a:buNone/>
            </a:pPr>
            <a:r>
              <a:rPr lang="en"/>
              <a:t>Foundation Staff</a:t>
            </a:r>
            <a:endParaRPr/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800"/>
              <a:buFont typeface="Arial"/>
              <a:buNone/>
            </a:pPr>
            <a:r>
              <a:t/>
            </a:r>
            <a:endParaRPr/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43" name="Google Shape;943;p133"/>
          <p:cNvSpPr txBox="1"/>
          <p:nvPr/>
        </p:nvSpPr>
        <p:spPr>
          <a:xfrm>
            <a:off x="-22425" y="4415419"/>
            <a:ext cx="9166500" cy="550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2000"/>
              <a:t>Contact the staff at </a:t>
            </a:r>
            <a:r>
              <a:rPr b="1" lang="en" sz="2000" u="sng">
                <a:solidFill>
                  <a:schemeClr val="hlink"/>
                </a:solidFill>
                <a:hlinkClick r:id="rId3"/>
              </a:rPr>
              <a:t>members.aswf.io</a:t>
            </a:r>
            <a:endParaRPr b="1" sz="2000"/>
          </a:p>
        </p:txBody>
      </p:sp>
      <p:pic>
        <p:nvPicPr>
          <p:cNvPr id="944" name="Google Shape;944;p133" title="Screenshot 2026-07-17 at 8.29.04 AM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152400" y="1686669"/>
            <a:ext cx="8839199" cy="210843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48" name="Shape 9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49" name="Google Shape;949;p134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SzPts val="990"/>
              <a:buNone/>
            </a:pPr>
            <a:r>
              <a:rPr lang="en" sz="2200"/>
              <a:t>Who’s Who in the </a:t>
            </a:r>
            <a:r>
              <a:rPr lang="en" sz="2200"/>
              <a:t>Academy Software Foundation</a:t>
            </a:r>
            <a:endParaRPr sz="2200"/>
          </a:p>
        </p:txBody>
      </p:sp>
      <p:sp>
        <p:nvSpPr>
          <p:cNvPr id="950" name="Google Shape;950;p134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-361950" lvl="0" marL="457200" rtl="0" algn="l">
              <a:spcBef>
                <a:spcPts val="800"/>
              </a:spcBef>
              <a:spcAft>
                <a:spcPts val="0"/>
              </a:spcAft>
              <a:buSzPts val="2100"/>
              <a:buChar char="●"/>
            </a:pPr>
            <a:r>
              <a:rPr lang="en" u="sng">
                <a:solidFill>
                  <a:schemeClr val="hlink"/>
                </a:solidFill>
                <a:hlinkClick r:id="rId3"/>
              </a:rPr>
              <a:t>Academy Software Foundation Members</a:t>
            </a:r>
            <a:endParaRPr/>
          </a:p>
          <a:p>
            <a:pPr indent="-361950" lvl="0" marL="457200" rtl="0" algn="l">
              <a:spcBef>
                <a:spcPts val="800"/>
              </a:spcBef>
              <a:spcAft>
                <a:spcPts val="0"/>
              </a:spcAft>
              <a:buSzPts val="2100"/>
              <a:buChar char="●"/>
            </a:pPr>
            <a:r>
              <a:rPr lang="en"/>
              <a:t>Staff: </a:t>
            </a:r>
            <a:r>
              <a:rPr lang="en" u="sng">
                <a:solidFill>
                  <a:schemeClr val="hlink"/>
                </a:solidFill>
                <a:hlinkClick r:id="rId4"/>
              </a:rPr>
              <a:t>Academy Software Foundation Staff</a:t>
            </a:r>
            <a:r>
              <a:rPr lang="en"/>
              <a:t>, </a:t>
            </a:r>
            <a:r>
              <a:rPr lang="en" u="sng">
                <a:solidFill>
                  <a:schemeClr val="hlink"/>
                </a:solidFill>
                <a:hlinkClick r:id="rId5"/>
              </a:rPr>
              <a:t>Linux Foundation Leadership</a:t>
            </a:r>
            <a:endParaRPr/>
          </a:p>
          <a:p>
            <a:pPr indent="-361950" lvl="0" marL="457200" rtl="0" algn="l">
              <a:spcBef>
                <a:spcPts val="800"/>
              </a:spcBef>
              <a:spcAft>
                <a:spcPts val="0"/>
              </a:spcAft>
              <a:buSzPts val="2100"/>
              <a:buChar char="●"/>
            </a:pPr>
            <a:r>
              <a:rPr lang="en" u="sng">
                <a:solidFill>
                  <a:schemeClr val="hlink"/>
                </a:solidFill>
                <a:hlinkClick r:id="rId6"/>
              </a:rPr>
              <a:t>Governing Board Members</a:t>
            </a:r>
            <a:endParaRPr/>
          </a:p>
          <a:p>
            <a:pPr indent="-361950" lvl="0" marL="457200" rtl="0" algn="l">
              <a:spcBef>
                <a:spcPts val="800"/>
              </a:spcBef>
              <a:spcAft>
                <a:spcPts val="0"/>
              </a:spcAft>
              <a:buSzPts val="2100"/>
              <a:buChar char="●"/>
            </a:pPr>
            <a:r>
              <a:rPr lang="en" u="sng">
                <a:solidFill>
                  <a:schemeClr val="hlink"/>
                </a:solidFill>
                <a:hlinkClick r:id="rId7"/>
              </a:rPr>
              <a:t>Technical Advisory Council Members</a:t>
            </a:r>
            <a:endParaRPr/>
          </a:p>
          <a:p>
            <a:pPr indent="-361950" lvl="0" marL="457200" rtl="0" algn="l">
              <a:spcBef>
                <a:spcPts val="800"/>
              </a:spcBef>
              <a:spcAft>
                <a:spcPts val="0"/>
              </a:spcAft>
              <a:buSzPts val="2100"/>
              <a:buChar char="●"/>
            </a:pPr>
            <a:r>
              <a:rPr lang="en" u="sng">
                <a:solidFill>
                  <a:schemeClr val="hlink"/>
                </a:solidFill>
                <a:hlinkClick r:id="rId8"/>
              </a:rPr>
              <a:t>Academy Software Foundation Project and Working Group Leads</a:t>
            </a:r>
            <a:endParaRPr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54" name="Shape 9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5" name="Google Shape;955;p135"/>
          <p:cNvSpPr txBox="1"/>
          <p:nvPr>
            <p:ph type="title"/>
          </p:nvPr>
        </p:nvSpPr>
        <p:spPr>
          <a:xfrm>
            <a:off x="4352550" y="525788"/>
            <a:ext cx="4535400" cy="2137500"/>
          </a:xfrm>
          <a:prstGeom prst="rect">
            <a:avLst/>
          </a:prstGeom>
        </p:spPr>
        <p:txBody>
          <a:bodyPr anchorCtr="0" anchor="b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Thank you!</a:t>
            </a:r>
            <a:endParaRPr/>
          </a:p>
        </p:txBody>
      </p:sp>
      <p:sp>
        <p:nvSpPr>
          <p:cNvPr id="956" name="Google Shape;956;p135"/>
          <p:cNvSpPr txBox="1"/>
          <p:nvPr>
            <p:ph idx="1" type="subTitle"/>
          </p:nvPr>
        </p:nvSpPr>
        <p:spPr>
          <a:xfrm>
            <a:off x="4352550" y="2852944"/>
            <a:ext cx="4535400" cy="695100"/>
          </a:xfrm>
          <a:prstGeom prst="rect">
            <a:avLst/>
          </a:prstGeom>
        </p:spPr>
        <p:txBody>
          <a:bodyPr anchorCtr="0" anchor="t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If you have any questions, feel free to contact the staff at </a:t>
            </a:r>
            <a:r>
              <a:rPr lang="en" u="sng">
                <a:solidFill>
                  <a:schemeClr val="hlink"/>
                </a:solidFill>
                <a:hlinkClick r:id="rId3"/>
              </a:rPr>
              <a:t>members.aswf.io</a:t>
            </a:r>
            <a:r>
              <a:rPr lang="en"/>
              <a:t>.</a:t>
            </a:r>
            <a:endParaRPr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ASWF 2023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ASWF 2023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3.xml><?xml version="1.0" encoding="utf-8"?>
<a:theme xmlns:a="http://schemas.openxmlformats.org/drawingml/2006/main" xmlns:r="http://schemas.openxmlformats.org/officeDocument/2006/relationships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4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5.xml><?xml version="1.0" encoding="utf-8"?>
<a:theme xmlns:a="http://schemas.openxmlformats.org/drawingml/2006/main" xmlns:r="http://schemas.openxmlformats.org/officeDocument/2006/relationships" name="ASWF 2023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