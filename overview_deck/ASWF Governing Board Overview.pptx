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95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94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93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43" r:id="rId4"/>
    <p:sldMasterId id="2147483744" r:id="rId5"/>
    <p:sldMasterId id="2147483745" r:id="rId6"/>
    <p:sldMasterId id="2147483746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2.xml"/><Relationship Id="rId20" Type="http://schemas.openxmlformats.org/officeDocument/2006/relationships/slide" Target="slides/slide12.xml"/><Relationship Id="rId42" Type="http://schemas.openxmlformats.org/officeDocument/2006/relationships/slide" Target="slides/slide34.xml"/><Relationship Id="rId41" Type="http://schemas.openxmlformats.org/officeDocument/2006/relationships/slide" Target="slides/slide33.xml"/><Relationship Id="rId22" Type="http://schemas.openxmlformats.org/officeDocument/2006/relationships/slide" Target="slides/slide14.xml"/><Relationship Id="rId44" Type="http://schemas.openxmlformats.org/officeDocument/2006/relationships/slide" Target="slides/slide36.xml"/><Relationship Id="rId21" Type="http://schemas.openxmlformats.org/officeDocument/2006/relationships/slide" Target="slides/slide13.xml"/><Relationship Id="rId43" Type="http://schemas.openxmlformats.org/officeDocument/2006/relationships/slide" Target="slides/slide35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4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23.xml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33" Type="http://schemas.openxmlformats.org/officeDocument/2006/relationships/slide" Target="slides/slide25.xml"/><Relationship Id="rId10" Type="http://schemas.openxmlformats.org/officeDocument/2006/relationships/slide" Target="slides/slide2.xml"/><Relationship Id="rId32" Type="http://schemas.openxmlformats.org/officeDocument/2006/relationships/slide" Target="slides/slide24.xml"/><Relationship Id="rId13" Type="http://schemas.openxmlformats.org/officeDocument/2006/relationships/slide" Target="slides/slide5.xml"/><Relationship Id="rId35" Type="http://schemas.openxmlformats.org/officeDocument/2006/relationships/slide" Target="slides/slide27.xml"/><Relationship Id="rId12" Type="http://schemas.openxmlformats.org/officeDocument/2006/relationships/slide" Target="slides/slide4.xml"/><Relationship Id="rId34" Type="http://schemas.openxmlformats.org/officeDocument/2006/relationships/slide" Target="slides/slide26.xml"/><Relationship Id="rId15" Type="http://schemas.openxmlformats.org/officeDocument/2006/relationships/slide" Target="slides/slide7.xml"/><Relationship Id="rId37" Type="http://schemas.openxmlformats.org/officeDocument/2006/relationships/slide" Target="slides/slide29.xml"/><Relationship Id="rId14" Type="http://schemas.openxmlformats.org/officeDocument/2006/relationships/slide" Target="slides/slide6.xml"/><Relationship Id="rId36" Type="http://schemas.openxmlformats.org/officeDocument/2006/relationships/slide" Target="slides/slide28.xml"/><Relationship Id="rId17" Type="http://schemas.openxmlformats.org/officeDocument/2006/relationships/slide" Target="slides/slide9.xml"/><Relationship Id="rId39" Type="http://schemas.openxmlformats.org/officeDocument/2006/relationships/slide" Target="slides/slide31.xml"/><Relationship Id="rId16" Type="http://schemas.openxmlformats.org/officeDocument/2006/relationships/slide" Target="slides/slide8.xml"/><Relationship Id="rId38" Type="http://schemas.openxmlformats.org/officeDocument/2006/relationships/slide" Target="slides/slide30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415" name="Google Shape;415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f933a1795b_3_28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g3f933a1795b_3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f54e6b8a1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1" name="Google Shape;601;g3f54e6b8a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f933a1795b_3_5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0" name="Google Shape;620;g3f933a1795b_3_5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1" name="Google Shape;74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7" name="Google Shape;74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8" name="Google Shape;75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f54e6b8a18_0_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3f54e6b8a18_0_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765" name="Google Shape;765;g3f54e6b8a18_0_7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8" name="Google Shape;778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g3f54e6b8a18_0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5" name="Google Shape;785;g3f54e6b8a18_0_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786" name="Google Shape;786;g3f54e6b8a18_0_8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5" name="Google Shape;805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6" name="Google Shape;816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2" name="Google Shape;822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1" name="Google Shape;881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7" name="Google Shape;8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3" name="Google Shape;893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9" name="Google Shape;899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4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7" name="Google Shape;917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6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8" name="Google Shape;92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" name="Google Shape;934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1.png"/><Relationship Id="rId4" Type="http://schemas.openxmlformats.org/officeDocument/2006/relationships/image" Target="../media/image30.png"/><Relationship Id="rId5" Type="http://schemas.openxmlformats.org/officeDocument/2006/relationships/image" Target="../media/image8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30.png"/><Relationship Id="rId4" Type="http://schemas.openxmlformats.org/officeDocument/2006/relationships/image" Target="../media/image8.png"/><Relationship Id="rId5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6.png"/><Relationship Id="rId4" Type="http://schemas.openxmlformats.org/officeDocument/2006/relationships/image" Target="../media/image8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6.png"/><Relationship Id="rId3" Type="http://schemas.openxmlformats.org/officeDocument/2006/relationships/image" Target="../media/image13.png"/><Relationship Id="rId4" Type="http://schemas.openxmlformats.org/officeDocument/2006/relationships/image" Target="../media/image8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png"/><Relationship Id="rId3" Type="http://schemas.openxmlformats.org/officeDocument/2006/relationships/image" Target="../media/image14.png"/><Relationship Id="rId4" Type="http://schemas.openxmlformats.org/officeDocument/2006/relationships/image" Target="../media/image8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6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30.png"/><Relationship Id="rId4" Type="http://schemas.openxmlformats.org/officeDocument/2006/relationships/image" Target="../media/image8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8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8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8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8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Relationship Id="rId3" Type="http://schemas.openxmlformats.org/officeDocument/2006/relationships/image" Target="../media/image27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0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8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30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5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5.jpg"/><Relationship Id="rId3" Type="http://schemas.openxmlformats.org/officeDocument/2006/relationships/image" Target="../media/image8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Relationship Id="rId3" Type="http://schemas.openxmlformats.org/officeDocument/2006/relationships/image" Target="../media/image1.png"/><Relationship Id="rId4" Type="http://schemas.openxmlformats.org/officeDocument/2006/relationships/image" Target="../media/image30.png"/><Relationship Id="rId5" Type="http://schemas.openxmlformats.org/officeDocument/2006/relationships/image" Target="../media/image8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Relationship Id="rId3" Type="http://schemas.openxmlformats.org/officeDocument/2006/relationships/image" Target="../media/image30.png"/><Relationship Id="rId4" Type="http://schemas.openxmlformats.org/officeDocument/2006/relationships/image" Target="../media/image8.png"/><Relationship Id="rId5" Type="http://schemas.openxmlformats.org/officeDocument/2006/relationships/image" Target="../media/image1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16.png"/><Relationship Id="rId4" Type="http://schemas.openxmlformats.org/officeDocument/2006/relationships/image" Target="../media/image8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6.png"/><Relationship Id="rId3" Type="http://schemas.openxmlformats.org/officeDocument/2006/relationships/image" Target="../media/image13.png"/><Relationship Id="rId4" Type="http://schemas.openxmlformats.org/officeDocument/2006/relationships/image" Target="../media/image8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5.png"/><Relationship Id="rId3" Type="http://schemas.openxmlformats.org/officeDocument/2006/relationships/image" Target="../media/image14.png"/><Relationship Id="rId4" Type="http://schemas.openxmlformats.org/officeDocument/2006/relationships/image" Target="../media/image8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6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30.png"/><Relationship Id="rId4" Type="http://schemas.openxmlformats.org/officeDocument/2006/relationships/image" Target="../media/image8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8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8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8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6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8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3.png"/><Relationship Id="rId3" Type="http://schemas.openxmlformats.org/officeDocument/2006/relationships/image" Target="../media/image27.png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0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8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8.png"/><Relationship Id="rId3" Type="http://schemas.openxmlformats.org/officeDocument/2006/relationships/image" Target="../media/image1.png"/><Relationship Id="rId4" Type="http://schemas.openxmlformats.org/officeDocument/2006/relationships/image" Target="../media/image30.png"/><Relationship Id="rId5" Type="http://schemas.openxmlformats.org/officeDocument/2006/relationships/image" Target="../media/image8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8.png"/><Relationship Id="rId3" Type="http://schemas.openxmlformats.org/officeDocument/2006/relationships/image" Target="../media/image30.png"/><Relationship Id="rId4" Type="http://schemas.openxmlformats.org/officeDocument/2006/relationships/image" Target="../media/image8.png"/><Relationship Id="rId5" Type="http://schemas.openxmlformats.org/officeDocument/2006/relationships/image" Target="../media/image1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16.png"/><Relationship Id="rId4" Type="http://schemas.openxmlformats.org/officeDocument/2006/relationships/image" Target="../media/image8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6.png"/><Relationship Id="rId3" Type="http://schemas.openxmlformats.org/officeDocument/2006/relationships/image" Target="../media/image13.png"/><Relationship Id="rId4" Type="http://schemas.openxmlformats.org/officeDocument/2006/relationships/image" Target="../media/image8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5.png"/><Relationship Id="rId3" Type="http://schemas.openxmlformats.org/officeDocument/2006/relationships/image" Target="../media/image14.png"/><Relationship Id="rId4" Type="http://schemas.openxmlformats.org/officeDocument/2006/relationships/image" Target="../media/image8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93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6.png"/><Relationship Id="rId3" Type="http://schemas.openxmlformats.org/officeDocument/2006/relationships/image" Target="../media/image93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93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30.png"/><Relationship Id="rId4" Type="http://schemas.openxmlformats.org/officeDocument/2006/relationships/image" Target="../media/image8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30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8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8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8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4.png"/><Relationship Id="rId3" Type="http://schemas.openxmlformats.org/officeDocument/2006/relationships/image" Target="../media/image82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6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8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5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3.jpg"/><Relationship Id="rId3" Type="http://schemas.openxmlformats.org/officeDocument/2006/relationships/image" Target="../media/image8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2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0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8.png"/><Relationship Id="rId3" Type="http://schemas.openxmlformats.org/officeDocument/2006/relationships/image" Target="../media/image85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9.png"/><Relationship Id="rId3" Type="http://schemas.openxmlformats.org/officeDocument/2006/relationships/image" Target="../media/image85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0.png"/><Relationship Id="rId3" Type="http://schemas.openxmlformats.org/officeDocument/2006/relationships/image" Target="../media/image85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4.png"/><Relationship Id="rId3" Type="http://schemas.openxmlformats.org/officeDocument/2006/relationships/image" Target="../media/image85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1.png"/><Relationship Id="rId3" Type="http://schemas.openxmlformats.org/officeDocument/2006/relationships/image" Target="../media/image97.png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1.png"/><Relationship Id="rId3" Type="http://schemas.openxmlformats.org/officeDocument/2006/relationships/image" Target="../media/image97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1.png"/><Relationship Id="rId3" Type="http://schemas.openxmlformats.org/officeDocument/2006/relationships/image" Target="../media/image97.png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1.png"/><Relationship Id="rId3" Type="http://schemas.openxmlformats.org/officeDocument/2006/relationships/image" Target="../media/image97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8.png"/><Relationship Id="rId3" Type="http://schemas.openxmlformats.org/officeDocument/2006/relationships/image" Target="../media/image97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8.png"/><Relationship Id="rId3" Type="http://schemas.openxmlformats.org/officeDocument/2006/relationships/image" Target="../media/image97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6.png"/><Relationship Id="rId3" Type="http://schemas.openxmlformats.org/officeDocument/2006/relationships/image" Target="../media/image97.png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6.png"/><Relationship Id="rId3" Type="http://schemas.openxmlformats.org/officeDocument/2006/relationships/image" Target="../media/image97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.png"/><Relationship Id="rId3" Type="http://schemas.openxmlformats.org/officeDocument/2006/relationships/image" Target="../media/image8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.png"/><Relationship Id="rId3" Type="http://schemas.openxmlformats.org/officeDocument/2006/relationships/image" Target="../media/image16.png"/><Relationship Id="rId4" Type="http://schemas.openxmlformats.org/officeDocument/2006/relationships/image" Target="../media/image8.png"/></Relationships>
</file>

<file path=ppt/slideLayouts/_rels/slideLayout9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42.jpg"/></Relationships>
</file>

<file path=ppt/slideLayouts/_rels/slideLayout9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0.jpg"/><Relationship Id="rId3" Type="http://schemas.openxmlformats.org/officeDocument/2006/relationships/image" Target="../media/image8.png"/><Relationship Id="rId4" Type="http://schemas.openxmlformats.org/officeDocument/2006/relationships/image" Target="../media/image135.png"/></Relationships>
</file>

<file path=ppt/slideLayouts/_rels/slideLayout9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5.png"/><Relationship Id="rId3" Type="http://schemas.openxmlformats.org/officeDocument/2006/relationships/image" Target="../media/image14.png"/><Relationship Id="rId4" Type="http://schemas.openxmlformats.org/officeDocument/2006/relationships/image" Target="../media/image8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11" name="Google Shape;111;p29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9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 1">
  <p:cSld name="3_Custom Layout_1">
    <p:bg>
      <p:bgPr>
        <a:gradFill>
          <a:gsLst>
            <a:gs pos="0">
              <a:srgbClr val="FFF0DC"/>
            </a:gs>
            <a:gs pos="100000">
              <a:srgbClr val="FFBB7F"/>
            </a:gs>
          </a:gsLst>
          <a:lin ang="0" scaled="0"/>
        </a:gra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8" name="Google Shape;118;p3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1" name="Google Shape;121;p3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4" name="Google Shape;124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7" name="Google Shape;127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9" name="Google Shape;129;p3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2" name="Google Shape;132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4" name="Google Shape;134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7" name="Google Shape;137;p3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3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42" name="Google Shape;142;p3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4" name="Google Shape;144;p3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7" name="Google Shape;147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3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3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4" name="Google Shape;154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7" name="Google Shape;157;p4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4" name="Google Shape;174;p4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6" name="Google Shape;176;p4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83" name="Google Shape;183;p4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4" name="Google Shape;184;p4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5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8" name="Google Shape;188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5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1" name="Google Shape;191;p5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2" name="Google Shape;192;p5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93" name="Google Shape;193;p5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9" name="Google Shape;199;p5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0" name="Google Shape;200;p5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01" name="Google Shape;201;p5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2" name="Google Shape;202;p5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3" name="Google Shape;203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8" name="Google Shape;208;p56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1" name="Google Shape;211;p57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5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7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4" name="Google Shape;214;p57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7" name="Google Shape;217;p5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9" name="Google Shape;219;p5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2" name="Google Shape;222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3" name="Google Shape;223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7" name="Google Shape;227;p60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8" name="Google Shape;228;p60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2" name="Google Shape;232;p61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3" name="Google Shape;233;p61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7" name="Google Shape;237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63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1" name="Google Shape;241;p63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6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6" name="Google Shape;246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50" name="Google Shape;250;p65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65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6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7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9" name="Google Shape;269;p7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7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72" name="Google Shape;272;p7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7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6" name="Google Shape;276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72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75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75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4" name="Google Shape;284;p75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8" name="Google Shape;288;p77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77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2">
  <p:cSld name="2_Title and Content 2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8"/>
          <p:cNvSpPr/>
          <p:nvPr/>
        </p:nvSpPr>
        <p:spPr>
          <a:xfrm>
            <a:off x="0" y="916600"/>
            <a:ext cx="9144000" cy="425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8"/>
          <p:cNvSpPr txBox="1"/>
          <p:nvPr>
            <p:ph type="title"/>
          </p:nvPr>
        </p:nvSpPr>
        <p:spPr>
          <a:xfrm>
            <a:off x="628650" y="273844"/>
            <a:ext cx="6796500" cy="4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6" y="2"/>
            <a:ext cx="914399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logo&#10;&#10;Description automatically generated" id="300" name="Google Shape;300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4162" y="749507"/>
            <a:ext cx="5831430" cy="35688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2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3" name="Google Shape;303;p82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82"/>
          <p:cNvSpPr txBox="1"/>
          <p:nvPr>
            <p:ph idx="3" type="body"/>
          </p:nvPr>
        </p:nvSpPr>
        <p:spPr>
          <a:xfrm>
            <a:off x="262947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05" name="Google Shape;305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83"/>
          <p:cNvSpPr txBox="1"/>
          <p:nvPr>
            <p:ph idx="1" type="body"/>
          </p:nvPr>
        </p:nvSpPr>
        <p:spPr>
          <a:xfrm>
            <a:off x="258842" y="1766676"/>
            <a:ext cx="5793000" cy="132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b="1"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8" name="Google Shape;308;p83"/>
          <p:cNvSpPr txBox="1"/>
          <p:nvPr>
            <p:ph idx="2" type="body"/>
          </p:nvPr>
        </p:nvSpPr>
        <p:spPr>
          <a:xfrm>
            <a:off x="258842" y="3173518"/>
            <a:ext cx="3026100" cy="403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9" name="Google Shape;309;p83"/>
          <p:cNvSpPr txBox="1"/>
          <p:nvPr>
            <p:ph idx="3" type="body"/>
          </p:nvPr>
        </p:nvSpPr>
        <p:spPr>
          <a:xfrm>
            <a:off x="270442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0" name="Google Shape;31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4"/>
          <p:cNvSpPr txBox="1"/>
          <p:nvPr>
            <p:ph idx="1" type="body"/>
          </p:nvPr>
        </p:nvSpPr>
        <p:spPr>
          <a:xfrm>
            <a:off x="3867992" y="2093372"/>
            <a:ext cx="50061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76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3" name="Google Shape;313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0346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85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85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85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85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19" name="Google Shape;31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 1">
  <p:cSld name="8_Custom Layou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86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86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86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24" name="Google Shape;324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Custom Layout">
  <p:cSld name="9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87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87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8" name="Google Shape;328;p87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87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87"/>
          <p:cNvSpPr txBox="1"/>
          <p:nvPr>
            <p:ph idx="2" type="body"/>
          </p:nvPr>
        </p:nvSpPr>
        <p:spPr>
          <a:xfrm>
            <a:off x="4204595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1" name="Google Shape;331;p87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black background with a black square&#10;&#10;Description automatically generated with medium confidence" id="332" name="Google Shape;332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88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88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6" name="Google Shape;336;p88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88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88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88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40" name="Google Shape;340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Custom Layout">
  <p:cSld name="11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8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3" name="Google Shape;343;p89"/>
          <p:cNvSpPr txBox="1"/>
          <p:nvPr>
            <p:ph idx="1" type="body"/>
          </p:nvPr>
        </p:nvSpPr>
        <p:spPr>
          <a:xfrm>
            <a:off x="355600" y="885375"/>
            <a:ext cx="61227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4" name="Google Shape;344;p8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8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46" name="Google Shape;346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Custom Layout">
  <p:cSld name="1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90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9" name="Google Shape;349;p90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0" name="Google Shape;350;p90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90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90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0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54" name="Google Shape;354;p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Custom Layout">
  <p:cSld name="1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91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7" name="Google Shape;357;p91"/>
          <p:cNvSpPr txBox="1"/>
          <p:nvPr>
            <p:ph idx="1" type="body"/>
          </p:nvPr>
        </p:nvSpPr>
        <p:spPr>
          <a:xfrm>
            <a:off x="355600" y="885375"/>
            <a:ext cx="59175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8" name="Google Shape;358;p91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91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60" name="Google Shape;360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Custom Layout">
  <p:cSld name="1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92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3" name="Google Shape;363;p92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4" name="Google Shape;364;p92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92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92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92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68" name="Google Shape;368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0" name="Google Shape;370;p9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3" name="Google Shape;373;p9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9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75" name="Google Shape;375;p9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378" name="Google Shape;378;p9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9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80" name="Google Shape;380;p95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1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83" name="Google Shape;383;p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84" name="Google Shape;384;p9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9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4_StatementSlide_5">
  <p:cSld name="04_StatementSlide_5">
    <p:bg>
      <p:bgPr>
        <a:solidFill>
          <a:schemeClr val="dk1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97"/>
          <p:cNvPicPr preferRelativeResize="0"/>
          <p:nvPr/>
        </p:nvPicPr>
        <p:blipFill rotWithShape="1">
          <a:blip r:embed="rId2">
            <a:alphaModFix/>
          </a:blip>
          <a:srcRect b="27121" l="6137" r="588" t="20399"/>
          <a:stretch/>
        </p:blipFill>
        <p:spPr>
          <a:xfrm flipH="1">
            <a:off x="3" y="1"/>
            <a:ext cx="914409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97"/>
          <p:cNvSpPr txBox="1"/>
          <p:nvPr>
            <p:ph idx="1" type="subTitle"/>
          </p:nvPr>
        </p:nvSpPr>
        <p:spPr>
          <a:xfrm>
            <a:off x="349535" y="305100"/>
            <a:ext cx="4882200" cy="22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1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9" name="Google Shape;389;p97"/>
          <p:cNvSpPr txBox="1"/>
          <p:nvPr/>
        </p:nvSpPr>
        <p:spPr>
          <a:xfrm>
            <a:off x="8148359" y="4800600"/>
            <a:ext cx="648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97"/>
          <p:cNvSpPr txBox="1"/>
          <p:nvPr>
            <p:ph idx="2" type="subTitle"/>
          </p:nvPr>
        </p:nvSpPr>
        <p:spPr>
          <a:xfrm>
            <a:off x="342895" y="4800600"/>
            <a:ext cx="1323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 1">
  <p:cSld name="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9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3" name="Google Shape;393;p98"/>
          <p:cNvSpPr txBox="1"/>
          <p:nvPr>
            <p:ph type="title"/>
          </p:nvPr>
        </p:nvSpPr>
        <p:spPr>
          <a:xfrm>
            <a:off x="276356" y="215410"/>
            <a:ext cx="67701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descr="A black and white text&#10;&#10;Description automatically generated" id="394" name="Google Shape;394;p98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7730309" y="101573"/>
            <a:ext cx="612780" cy="6898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2" y="4737188"/>
            <a:ext cx="9141714" cy="406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3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98" name="Google Shape;398;p9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99" name="Google Shape;399;p9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9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0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50.xml"/><Relationship Id="rId24" Type="http://schemas.openxmlformats.org/officeDocument/2006/relationships/theme" Target="../theme/theme2.xml"/><Relationship Id="rId23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9.xml"/><Relationship Id="rId13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47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2.xml"/><Relationship Id="rId22" Type="http://schemas.openxmlformats.org/officeDocument/2006/relationships/slideLayout" Target="../slideLayouts/slideLayout74.xml"/><Relationship Id="rId21" Type="http://schemas.openxmlformats.org/officeDocument/2006/relationships/slideLayout" Target="../slideLayouts/slideLayout73.xml"/><Relationship Id="rId24" Type="http://schemas.openxmlformats.org/officeDocument/2006/relationships/theme" Target="../theme/theme3.xml"/><Relationship Id="rId23" Type="http://schemas.openxmlformats.org/officeDocument/2006/relationships/slideLayout" Target="../slideLayouts/slideLayout75.xml"/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9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0.xml"/></Relationships>
</file>

<file path=ppt/slideMasters/_rels/slideMaster4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95.xml"/><Relationship Id="rId21" Type="http://schemas.openxmlformats.org/officeDocument/2006/relationships/theme" Target="../theme/theme5.xml"/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4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6.xml"/><Relationship Id="rId10" Type="http://schemas.openxmlformats.org/officeDocument/2006/relationships/slideLayout" Target="../slideLayouts/slideLayout85.xml"/><Relationship Id="rId13" Type="http://schemas.openxmlformats.org/officeDocument/2006/relationships/slideLayout" Target="../slideLayouts/slideLayout88.xml"/><Relationship Id="rId12" Type="http://schemas.openxmlformats.org/officeDocument/2006/relationships/slideLayout" Target="../slideLayouts/slideLayout87.xml"/><Relationship Id="rId15" Type="http://schemas.openxmlformats.org/officeDocument/2006/relationships/slideLayout" Target="../slideLayouts/slideLayout90.xml"/><Relationship Id="rId14" Type="http://schemas.openxmlformats.org/officeDocument/2006/relationships/slideLayout" Target="../slideLayouts/slideLayout89.xml"/><Relationship Id="rId17" Type="http://schemas.openxmlformats.org/officeDocument/2006/relationships/slideLayout" Target="../slideLayouts/slideLayout92.xml"/><Relationship Id="rId16" Type="http://schemas.openxmlformats.org/officeDocument/2006/relationships/slideLayout" Target="../slideLayouts/slideLayout91.xml"/><Relationship Id="rId19" Type="http://schemas.openxmlformats.org/officeDocument/2006/relationships/slideLayout" Target="../slideLayouts/slideLayout94.xml"/><Relationship Id="rId18" Type="http://schemas.openxmlformats.org/officeDocument/2006/relationships/slideLayout" Target="../slideLayouts/slideLayout9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79"/>
          <p:cNvSpPr txBox="1"/>
          <p:nvPr>
            <p:ph type="title"/>
          </p:nvPr>
        </p:nvSpPr>
        <p:spPr>
          <a:xfrm>
            <a:off x="457200" y="205979"/>
            <a:ext cx="82296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  <a:defRPr b="0" i="0" sz="3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5" name="Google Shape;295;p79"/>
          <p:cNvSpPr txBox="1"/>
          <p:nvPr>
            <p:ph idx="1" type="body"/>
          </p:nvPr>
        </p:nvSpPr>
        <p:spPr>
          <a:xfrm>
            <a:off x="457200" y="1200151"/>
            <a:ext cx="8229600" cy="3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6" name="Google Shape;296;p79"/>
          <p:cNvSpPr txBox="1"/>
          <p:nvPr/>
        </p:nvSpPr>
        <p:spPr>
          <a:xfrm>
            <a:off x="53175" y="4693500"/>
            <a:ext cx="3967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96464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900" u="none" cap="none" strike="noStrike">
              <a:solidFill>
                <a:srgbClr val="69646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  <p:sldLayoutId id="2147483736" r:id="rId14"/>
    <p:sldLayoutId id="2147483737" r:id="rId15"/>
    <p:sldLayoutId id="2147483738" r:id="rId16"/>
    <p:sldLayoutId id="2147483739" r:id="rId17"/>
    <p:sldLayoutId id="2147483740" r:id="rId18"/>
    <p:sldLayoutId id="2147483741" r:id="rId19"/>
    <p:sldLayoutId id="2147483742" r:id="rId2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4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5.png"/><Relationship Id="rId4" Type="http://schemas.openxmlformats.org/officeDocument/2006/relationships/image" Target="../media/image107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2.png"/><Relationship Id="rId4" Type="http://schemas.openxmlformats.org/officeDocument/2006/relationships/image" Target="../media/image121.png"/><Relationship Id="rId5" Type="http://schemas.openxmlformats.org/officeDocument/2006/relationships/image" Target="../media/image15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9.png"/><Relationship Id="rId4" Type="http://schemas.openxmlformats.org/officeDocument/2006/relationships/image" Target="../media/image149.png"/><Relationship Id="rId5" Type="http://schemas.openxmlformats.org/officeDocument/2006/relationships/image" Target="../media/image14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20" Type="http://schemas.openxmlformats.org/officeDocument/2006/relationships/image" Target="../media/image128.png"/><Relationship Id="rId22" Type="http://schemas.openxmlformats.org/officeDocument/2006/relationships/image" Target="../media/image129.png"/><Relationship Id="rId21" Type="http://schemas.openxmlformats.org/officeDocument/2006/relationships/image" Target="../media/image131.png"/><Relationship Id="rId24" Type="http://schemas.openxmlformats.org/officeDocument/2006/relationships/image" Target="../media/image145.png"/><Relationship Id="rId23" Type="http://schemas.openxmlformats.org/officeDocument/2006/relationships/image" Target="../media/image132.png"/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8.png"/><Relationship Id="rId4" Type="http://schemas.openxmlformats.org/officeDocument/2006/relationships/image" Target="../media/image117.png"/><Relationship Id="rId9" Type="http://schemas.openxmlformats.org/officeDocument/2006/relationships/image" Target="../media/image143.png"/><Relationship Id="rId26" Type="http://schemas.openxmlformats.org/officeDocument/2006/relationships/image" Target="../media/image139.png"/><Relationship Id="rId25" Type="http://schemas.openxmlformats.org/officeDocument/2006/relationships/image" Target="../media/image147.png"/><Relationship Id="rId28" Type="http://schemas.openxmlformats.org/officeDocument/2006/relationships/image" Target="../media/image134.png"/><Relationship Id="rId27" Type="http://schemas.openxmlformats.org/officeDocument/2006/relationships/image" Target="../media/image130.png"/><Relationship Id="rId5" Type="http://schemas.openxmlformats.org/officeDocument/2006/relationships/image" Target="../media/image112.png"/><Relationship Id="rId6" Type="http://schemas.openxmlformats.org/officeDocument/2006/relationships/image" Target="../media/image115.png"/><Relationship Id="rId29" Type="http://schemas.openxmlformats.org/officeDocument/2006/relationships/image" Target="../media/image133.png"/><Relationship Id="rId7" Type="http://schemas.openxmlformats.org/officeDocument/2006/relationships/image" Target="../media/image119.png"/><Relationship Id="rId8" Type="http://schemas.openxmlformats.org/officeDocument/2006/relationships/image" Target="../media/image118.jpg"/><Relationship Id="rId11" Type="http://schemas.openxmlformats.org/officeDocument/2006/relationships/image" Target="../media/image116.png"/><Relationship Id="rId10" Type="http://schemas.openxmlformats.org/officeDocument/2006/relationships/image" Target="../media/image114.jpg"/><Relationship Id="rId13" Type="http://schemas.openxmlformats.org/officeDocument/2006/relationships/image" Target="../media/image120.png"/><Relationship Id="rId12" Type="http://schemas.openxmlformats.org/officeDocument/2006/relationships/image" Target="../media/image113.png"/><Relationship Id="rId15" Type="http://schemas.openxmlformats.org/officeDocument/2006/relationships/image" Target="../media/image124.png"/><Relationship Id="rId14" Type="http://schemas.openxmlformats.org/officeDocument/2006/relationships/image" Target="../media/image122.png"/><Relationship Id="rId17" Type="http://schemas.openxmlformats.org/officeDocument/2006/relationships/image" Target="../media/image126.png"/><Relationship Id="rId16" Type="http://schemas.openxmlformats.org/officeDocument/2006/relationships/image" Target="../media/image127.png"/><Relationship Id="rId19" Type="http://schemas.openxmlformats.org/officeDocument/2006/relationships/image" Target="../media/image125.png"/><Relationship Id="rId18" Type="http://schemas.openxmlformats.org/officeDocument/2006/relationships/image" Target="../media/image12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6.png"/><Relationship Id="rId4" Type="http://schemas.openxmlformats.org/officeDocument/2006/relationships/image" Target="../media/image137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3.png"/><Relationship Id="rId4" Type="http://schemas.openxmlformats.org/officeDocument/2006/relationships/image" Target="../media/image14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51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Google Shape;405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100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407" name="Google Shape;407;p100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01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02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418" name="Google Shape;418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4"/>
              </a:srgbClr>
            </a:outerShdw>
          </a:effectLst>
        </p:spPr>
      </p:pic>
      <p:pic>
        <p:nvPicPr>
          <p:cNvPr descr="Google Shape;305;p2" id="419" name="Google Shape;419;p1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420" name="Google Shape;420;p102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peach.png" id="425" name="Google Shape;425;p1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103" title="Milestone Number"/>
          <p:cNvSpPr/>
          <p:nvPr/>
        </p:nvSpPr>
        <p:spPr>
          <a:xfrm>
            <a:off x="847551" y="465756"/>
            <a:ext cx="201000" cy="2208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03" title="Milestone Tall Arrow"/>
          <p:cNvSpPr/>
          <p:nvPr/>
        </p:nvSpPr>
        <p:spPr>
          <a:xfrm>
            <a:off x="819241" y="326189"/>
            <a:ext cx="318000" cy="3892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2850" lIns="65750" spcFirstLastPara="1" rIns="65750" wrap="square" tIns="328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28" name="Google Shape;428;p103"/>
          <p:cNvSpPr txBox="1"/>
          <p:nvPr/>
        </p:nvSpPr>
        <p:spPr>
          <a:xfrm>
            <a:off x="-218114" y="299156"/>
            <a:ext cx="990300" cy="1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33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03"/>
          <p:cNvSpPr txBox="1"/>
          <p:nvPr/>
        </p:nvSpPr>
        <p:spPr>
          <a:xfrm>
            <a:off x="-87337" y="684346"/>
            <a:ext cx="8472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6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0" name="Google Shape;430;p103" title="Milestone Arrow"/>
          <p:cNvSpPr/>
          <p:nvPr/>
        </p:nvSpPr>
        <p:spPr>
          <a:xfrm>
            <a:off x="1195527" y="2121073"/>
            <a:ext cx="297600" cy="20886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1" name="Google Shape;431;p103" title="Milestone Number"/>
          <p:cNvSpPr/>
          <p:nvPr/>
        </p:nvSpPr>
        <p:spPr>
          <a:xfrm>
            <a:off x="1250382" y="2228060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2" name="Google Shape;432;p103" title="Milestone Text"/>
          <p:cNvGrpSpPr/>
          <p:nvPr/>
        </p:nvGrpSpPr>
        <p:grpSpPr>
          <a:xfrm>
            <a:off x="1202538" y="602669"/>
            <a:ext cx="1087060" cy="502521"/>
            <a:chOff x="2084853" y="-1437412"/>
            <a:chExt cx="1718400" cy="754650"/>
          </a:xfrm>
        </p:grpSpPr>
        <p:sp>
          <p:nvSpPr>
            <p:cNvPr id="433" name="Google Shape;433;p103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1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103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35" name="Google Shape;435;p103" title="Milestone 4"/>
          <p:cNvGrpSpPr/>
          <p:nvPr/>
        </p:nvGrpSpPr>
        <p:grpSpPr>
          <a:xfrm>
            <a:off x="1898261" y="2509564"/>
            <a:ext cx="975816" cy="1705269"/>
            <a:chOff x="5194569" y="2879132"/>
            <a:chExt cx="1542548" cy="2560848"/>
          </a:xfrm>
        </p:grpSpPr>
        <p:sp>
          <p:nvSpPr>
            <p:cNvPr id="436" name="Google Shape;436;p103" title="Milestone Arrow"/>
            <p:cNvSpPr/>
            <p:nvPr/>
          </p:nvSpPr>
          <p:spPr>
            <a:xfrm>
              <a:off x="5231026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7" name="Google Shape;437;p103" title="Milestone Number"/>
            <p:cNvSpPr/>
            <p:nvPr/>
          </p:nvSpPr>
          <p:spPr>
            <a:xfrm>
              <a:off x="5317741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8" name="Google Shape;438;p103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439" name="Google Shape;439;p103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103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1" name="Google Shape;441;p103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42" name="Google Shape;442;p103" title="Milestone 3"/>
          <p:cNvGrpSpPr/>
          <p:nvPr/>
        </p:nvGrpSpPr>
        <p:grpSpPr>
          <a:xfrm>
            <a:off x="1553785" y="2150131"/>
            <a:ext cx="1087197" cy="2048065"/>
            <a:chOff x="3350604" y="2363462"/>
            <a:chExt cx="1718617" cy="3075635"/>
          </a:xfrm>
        </p:grpSpPr>
        <p:sp>
          <p:nvSpPr>
            <p:cNvPr id="443" name="Google Shape;443;p103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4" name="Google Shape;444;p103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103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46" name="Google Shape;446;p103" title="Milestone 3"/>
          <p:cNvGrpSpPr/>
          <p:nvPr/>
        </p:nvGrpSpPr>
        <p:grpSpPr>
          <a:xfrm>
            <a:off x="2282587" y="615700"/>
            <a:ext cx="1088144" cy="3594367"/>
            <a:chOff x="3222037" y="41689"/>
            <a:chExt cx="1720114" cy="5397758"/>
          </a:xfrm>
        </p:grpSpPr>
        <p:sp>
          <p:nvSpPr>
            <p:cNvPr id="447" name="Google Shape;447;p103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8" name="Google Shape;448;p103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49" name="Google Shape;449;p103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450" name="Google Shape;450;p103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103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52" name="Google Shape;452;p103" title="Milestone Arrow"/>
          <p:cNvSpPr/>
          <p:nvPr/>
        </p:nvSpPr>
        <p:spPr>
          <a:xfrm>
            <a:off x="2657854" y="2443727"/>
            <a:ext cx="297600" cy="17544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53" name="Google Shape;453;p103" title="Milestone Number"/>
          <p:cNvSpPr/>
          <p:nvPr/>
        </p:nvSpPr>
        <p:spPr>
          <a:xfrm>
            <a:off x="2720491" y="2555605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03"/>
          <p:cNvSpPr txBox="1"/>
          <p:nvPr/>
        </p:nvSpPr>
        <p:spPr>
          <a:xfrm>
            <a:off x="2655324" y="1862149"/>
            <a:ext cx="6897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665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7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6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455" name="Google Shape;455;p103" title="Milestone 3"/>
          <p:cNvGrpSpPr/>
          <p:nvPr/>
        </p:nvGrpSpPr>
        <p:grpSpPr>
          <a:xfrm>
            <a:off x="3028508" y="1631989"/>
            <a:ext cx="351852" cy="2572582"/>
            <a:chOff x="3360040" y="1779237"/>
            <a:chExt cx="556200" cy="3863316"/>
          </a:xfrm>
        </p:grpSpPr>
        <p:sp>
          <p:nvSpPr>
            <p:cNvPr id="456" name="Google Shape;456;p103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7" name="Google Shape;457;p103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103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3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59" name="Google Shape;459;p103"/>
          <p:cNvGrpSpPr/>
          <p:nvPr/>
        </p:nvGrpSpPr>
        <p:grpSpPr>
          <a:xfrm>
            <a:off x="3378505" y="684346"/>
            <a:ext cx="856565" cy="3519789"/>
            <a:chOff x="6927798" y="769087"/>
            <a:chExt cx="1254122" cy="4895395"/>
          </a:xfrm>
        </p:grpSpPr>
        <p:grpSp>
          <p:nvGrpSpPr>
            <p:cNvPr id="460" name="Google Shape;460;p103"/>
            <p:cNvGrpSpPr/>
            <p:nvPr/>
          </p:nvGrpSpPr>
          <p:grpSpPr>
            <a:xfrm>
              <a:off x="6927798" y="769087"/>
              <a:ext cx="1254122" cy="4895395"/>
              <a:chOff x="7613598" y="769087"/>
              <a:chExt cx="1254122" cy="4895395"/>
            </a:xfrm>
          </p:grpSpPr>
          <p:sp>
            <p:nvSpPr>
              <p:cNvPr id="461" name="Google Shape;461;p103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2" name="Google Shape;462;p103" title="Milestone Text"/>
              <p:cNvGrpSpPr/>
              <p:nvPr/>
            </p:nvGrpSpPr>
            <p:grpSpPr>
              <a:xfrm>
                <a:off x="7613598" y="769087"/>
                <a:ext cx="1254122" cy="586671"/>
                <a:chOff x="2055394" y="-934866"/>
                <a:chExt cx="1354197" cy="611243"/>
              </a:xfrm>
            </p:grpSpPr>
            <p:sp>
              <p:nvSpPr>
                <p:cNvPr id="463" name="Google Shape;463;p103"/>
                <p:cNvSpPr txBox="1"/>
                <p:nvPr/>
              </p:nvSpPr>
              <p:spPr>
                <a:xfrm>
                  <a:off x="2055394" y="-934866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0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103"/>
                <p:cNvSpPr txBox="1"/>
                <p:nvPr/>
              </p:nvSpPr>
              <p:spPr>
                <a:xfrm>
                  <a:off x="2070091" y="-477523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465" name="Google Shape;465;p103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66" name="Google Shape;466;p103"/>
          <p:cNvGrpSpPr/>
          <p:nvPr/>
        </p:nvGrpSpPr>
        <p:grpSpPr>
          <a:xfrm>
            <a:off x="101584" y="2820890"/>
            <a:ext cx="519033" cy="1370816"/>
            <a:chOff x="1439424" y="3403934"/>
            <a:chExt cx="820476" cy="2058591"/>
          </a:xfrm>
        </p:grpSpPr>
        <p:grpSp>
          <p:nvGrpSpPr>
            <p:cNvPr id="467" name="Google Shape;467;p103"/>
            <p:cNvGrpSpPr/>
            <p:nvPr/>
          </p:nvGrpSpPr>
          <p:grpSpPr>
            <a:xfrm>
              <a:off x="1439424" y="3945707"/>
              <a:ext cx="818400" cy="1516818"/>
              <a:chOff x="96469" y="3863942"/>
              <a:chExt cx="818400" cy="1516818"/>
            </a:xfrm>
          </p:grpSpPr>
          <p:sp>
            <p:nvSpPr>
              <p:cNvPr id="468" name="Google Shape;468;p103" title="Milestone Arrow"/>
              <p:cNvSpPr/>
              <p:nvPr/>
            </p:nvSpPr>
            <p:spPr>
              <a:xfrm>
                <a:off x="436075" y="4782860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9AD67"/>
              </a:soli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9" name="Google Shape;469;p103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470" name="Google Shape;470;p103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</a:t>
                  </a:r>
                  <a:r>
                    <a:rPr b="0" i="0" lang="en" sz="600" u="none" cap="none" strike="noStrike">
                      <a:solidFill>
                        <a:srgbClr val="E8590E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</a:t>
                  </a:r>
                  <a:endParaRPr b="0" i="0" sz="12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103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472" name="Google Shape;472;p10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73" name="Google Shape;473;p103"/>
          <p:cNvGrpSpPr/>
          <p:nvPr/>
        </p:nvGrpSpPr>
        <p:grpSpPr>
          <a:xfrm>
            <a:off x="4147996" y="417828"/>
            <a:ext cx="462033" cy="3798403"/>
            <a:chOff x="8860614" y="-232088"/>
            <a:chExt cx="730371" cy="5704164"/>
          </a:xfrm>
        </p:grpSpPr>
        <p:sp>
          <p:nvSpPr>
            <p:cNvPr id="474" name="Google Shape;474;p103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75" name="Google Shape;475;p103" title="Milestone Text"/>
            <p:cNvGrpSpPr/>
            <p:nvPr/>
          </p:nvGrpSpPr>
          <p:grpSpPr>
            <a:xfrm>
              <a:off x="8860614" y="-232088"/>
              <a:ext cx="730371" cy="1017135"/>
              <a:chOff x="2013962" y="-1338381"/>
              <a:chExt cx="730371" cy="981412"/>
            </a:xfrm>
          </p:grpSpPr>
          <p:sp>
            <p:nvSpPr>
              <p:cNvPr id="476" name="Google Shape;476;p103"/>
              <p:cNvSpPr txBox="1"/>
              <p:nvPr/>
            </p:nvSpPr>
            <p:spPr>
              <a:xfrm>
                <a:off x="2030633" y="-1338381"/>
                <a:ext cx="713700" cy="34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9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7" name="Google Shape;477;p103"/>
              <p:cNvSpPr txBox="1"/>
              <p:nvPr/>
            </p:nvSpPr>
            <p:spPr>
              <a:xfrm>
                <a:off x="2013962" y="-510869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  4-5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78" name="Google Shape;478;p103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9" name="Google Shape;479;p103"/>
          <p:cNvSpPr txBox="1"/>
          <p:nvPr/>
        </p:nvSpPr>
        <p:spPr>
          <a:xfrm>
            <a:off x="1172238" y="4441151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103"/>
          <p:cNvSpPr txBox="1"/>
          <p:nvPr/>
        </p:nvSpPr>
        <p:spPr>
          <a:xfrm>
            <a:off x="1529269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03"/>
          <p:cNvSpPr txBox="1"/>
          <p:nvPr/>
        </p:nvSpPr>
        <p:spPr>
          <a:xfrm>
            <a:off x="190756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103"/>
          <p:cNvSpPr txBox="1"/>
          <p:nvPr/>
        </p:nvSpPr>
        <p:spPr>
          <a:xfrm>
            <a:off x="2210166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103"/>
          <p:cNvSpPr txBox="1"/>
          <p:nvPr/>
        </p:nvSpPr>
        <p:spPr>
          <a:xfrm>
            <a:off x="261488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03"/>
          <p:cNvSpPr txBox="1"/>
          <p:nvPr/>
        </p:nvSpPr>
        <p:spPr>
          <a:xfrm>
            <a:off x="292247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03"/>
          <p:cNvSpPr txBox="1"/>
          <p:nvPr/>
        </p:nvSpPr>
        <p:spPr>
          <a:xfrm>
            <a:off x="3333407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6" name="Google Shape;486;p103"/>
          <p:cNvCxnSpPr/>
          <p:nvPr/>
        </p:nvCxnSpPr>
        <p:spPr>
          <a:xfrm>
            <a:off x="194638" y="4362319"/>
            <a:ext cx="87096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487" name="Google Shape;487;p103"/>
          <p:cNvCxnSpPr/>
          <p:nvPr/>
        </p:nvCxnSpPr>
        <p:spPr>
          <a:xfrm>
            <a:off x="1322925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8" name="Google Shape;488;p103"/>
          <p:cNvCxnSpPr/>
          <p:nvPr/>
        </p:nvCxnSpPr>
        <p:spPr>
          <a:xfrm>
            <a:off x="1691770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9" name="Google Shape;489;p103"/>
          <p:cNvCxnSpPr/>
          <p:nvPr/>
        </p:nvCxnSpPr>
        <p:spPr>
          <a:xfrm>
            <a:off x="208003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0" name="Google Shape;490;p103"/>
          <p:cNvCxnSpPr/>
          <p:nvPr/>
        </p:nvCxnSpPr>
        <p:spPr>
          <a:xfrm>
            <a:off x="2802287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1" name="Google Shape;491;p103"/>
          <p:cNvCxnSpPr/>
          <p:nvPr/>
        </p:nvCxnSpPr>
        <p:spPr>
          <a:xfrm>
            <a:off x="351779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2" name="Google Shape;492;p103"/>
          <p:cNvCxnSpPr/>
          <p:nvPr/>
        </p:nvCxnSpPr>
        <p:spPr>
          <a:xfrm>
            <a:off x="4284649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3" name="Google Shape;493;p103"/>
          <p:cNvSpPr txBox="1"/>
          <p:nvPr/>
        </p:nvSpPr>
        <p:spPr>
          <a:xfrm>
            <a:off x="3788331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03"/>
          <p:cNvSpPr txBox="1"/>
          <p:nvPr/>
        </p:nvSpPr>
        <p:spPr>
          <a:xfrm>
            <a:off x="94051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03"/>
          <p:cNvSpPr txBox="1"/>
          <p:nvPr/>
        </p:nvSpPr>
        <p:spPr>
          <a:xfrm>
            <a:off x="1985514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03"/>
          <p:cNvSpPr txBox="1"/>
          <p:nvPr/>
        </p:nvSpPr>
        <p:spPr>
          <a:xfrm>
            <a:off x="310290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7" name="Google Shape;497;p103"/>
          <p:cNvCxnSpPr/>
          <p:nvPr/>
        </p:nvCxnSpPr>
        <p:spPr>
          <a:xfrm>
            <a:off x="464866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8" name="Google Shape;498;p103"/>
          <p:cNvCxnSpPr/>
          <p:nvPr/>
        </p:nvCxnSpPr>
        <p:spPr>
          <a:xfrm>
            <a:off x="4660905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9" name="Google Shape;499;p103"/>
          <p:cNvSpPr txBox="1"/>
          <p:nvPr/>
        </p:nvSpPr>
        <p:spPr>
          <a:xfrm>
            <a:off x="4152295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103"/>
          <p:cNvSpPr txBox="1"/>
          <p:nvPr/>
        </p:nvSpPr>
        <p:spPr>
          <a:xfrm>
            <a:off x="389552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103"/>
          <p:cNvSpPr txBox="1"/>
          <p:nvPr/>
        </p:nvSpPr>
        <p:spPr>
          <a:xfrm>
            <a:off x="4567794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03"/>
          <p:cNvSpPr txBox="1"/>
          <p:nvPr/>
        </p:nvSpPr>
        <p:spPr>
          <a:xfrm>
            <a:off x="4810364" y="4449629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03"/>
          <p:cNvSpPr txBox="1"/>
          <p:nvPr/>
        </p:nvSpPr>
        <p:spPr>
          <a:xfrm>
            <a:off x="528031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4" name="Google Shape;504;p103"/>
          <p:cNvCxnSpPr/>
          <p:nvPr/>
        </p:nvCxnSpPr>
        <p:spPr>
          <a:xfrm>
            <a:off x="5429857" y="426736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05" name="Google Shape;505;p103"/>
          <p:cNvGrpSpPr/>
          <p:nvPr/>
        </p:nvGrpSpPr>
        <p:grpSpPr>
          <a:xfrm>
            <a:off x="4559987" y="274426"/>
            <a:ext cx="789105" cy="3951254"/>
            <a:chOff x="8907688" y="-461556"/>
            <a:chExt cx="1247400" cy="5933704"/>
          </a:xfrm>
        </p:grpSpPr>
        <p:sp>
          <p:nvSpPr>
            <p:cNvPr id="506" name="Google Shape;506;p103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07" name="Google Shape;507;p103" title="Milestone Text"/>
            <p:cNvGrpSpPr/>
            <p:nvPr/>
          </p:nvGrpSpPr>
          <p:grpSpPr>
            <a:xfrm>
              <a:off x="8907688" y="-461556"/>
              <a:ext cx="1247400" cy="607016"/>
              <a:chOff x="2061036" y="-1559790"/>
              <a:chExt cx="1247400" cy="585697"/>
            </a:xfrm>
          </p:grpSpPr>
          <p:sp>
            <p:nvSpPr>
              <p:cNvPr id="508" name="Google Shape;508;p103"/>
              <p:cNvSpPr txBox="1"/>
              <p:nvPr/>
            </p:nvSpPr>
            <p:spPr>
              <a:xfrm>
                <a:off x="2061036" y="-1559790"/>
                <a:ext cx="1247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2022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09" name="Google Shape;509;p103"/>
              <p:cNvSpPr txBox="1"/>
              <p:nvPr/>
            </p:nvSpPr>
            <p:spPr>
              <a:xfrm>
                <a:off x="2071210" y="-1127993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0" name="Google Shape;510;p103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1" name="Google Shape;511;p103"/>
          <p:cNvGrpSpPr/>
          <p:nvPr/>
        </p:nvGrpSpPr>
        <p:grpSpPr>
          <a:xfrm>
            <a:off x="3771566" y="1806163"/>
            <a:ext cx="424734" cy="2397985"/>
            <a:chOff x="7546968" y="2329333"/>
            <a:chExt cx="621866" cy="3335167"/>
          </a:xfrm>
        </p:grpSpPr>
        <p:grpSp>
          <p:nvGrpSpPr>
            <p:cNvPr id="512" name="Google Shape;512;p103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513" name="Google Shape;513;p103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14" name="Google Shape;514;p103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5" name="Google Shape;515;p103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6" name="Google Shape;516;p103" title="Milestone 3"/>
          <p:cNvGrpSpPr/>
          <p:nvPr/>
        </p:nvGrpSpPr>
        <p:grpSpPr>
          <a:xfrm>
            <a:off x="4925136" y="853641"/>
            <a:ext cx="795479" cy="3368276"/>
            <a:chOff x="3264973" y="381017"/>
            <a:chExt cx="1257476" cy="5058231"/>
          </a:xfrm>
        </p:grpSpPr>
        <p:sp>
          <p:nvSpPr>
            <p:cNvPr id="517" name="Google Shape;517;p103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18" name="Google Shape;518;p103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19" name="Google Shape;519;p103" title="Milestone Text"/>
            <p:cNvGrpSpPr/>
            <p:nvPr/>
          </p:nvGrpSpPr>
          <p:grpSpPr>
            <a:xfrm>
              <a:off x="3264973" y="381017"/>
              <a:ext cx="1257476" cy="563771"/>
              <a:chOff x="1925534" y="-1078573"/>
              <a:chExt cx="1257476" cy="563771"/>
            </a:xfrm>
          </p:grpSpPr>
          <p:sp>
            <p:nvSpPr>
              <p:cNvPr id="520" name="Google Shape;520;p103"/>
              <p:cNvSpPr txBox="1"/>
              <p:nvPr/>
            </p:nvSpPr>
            <p:spPr>
              <a:xfrm>
                <a:off x="1925534" y="-1078573"/>
                <a:ext cx="1120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9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1" name="Google Shape;521;p103"/>
              <p:cNvSpPr txBox="1"/>
              <p:nvPr/>
            </p:nvSpPr>
            <p:spPr>
              <a:xfrm>
                <a:off x="1937410" y="-668702"/>
                <a:ext cx="12456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22" name="Google Shape;522;p103"/>
          <p:cNvCxnSpPr/>
          <p:nvPr/>
        </p:nvCxnSpPr>
        <p:spPr>
          <a:xfrm>
            <a:off x="2449608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3" name="Google Shape;523;p103"/>
          <p:cNvCxnSpPr/>
          <p:nvPr/>
        </p:nvCxnSpPr>
        <p:spPr>
          <a:xfrm>
            <a:off x="3946493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4" name="Google Shape;524;p103"/>
          <p:cNvCxnSpPr/>
          <p:nvPr/>
        </p:nvCxnSpPr>
        <p:spPr>
          <a:xfrm>
            <a:off x="5037271" y="425496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5" name="Google Shape;525;p103"/>
          <p:cNvCxnSpPr/>
          <p:nvPr/>
        </p:nvCxnSpPr>
        <p:spPr>
          <a:xfrm>
            <a:off x="5885704" y="4254954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26" name="Google Shape;526;p103" title="Milestone Number"/>
          <p:cNvSpPr/>
          <p:nvPr/>
        </p:nvSpPr>
        <p:spPr>
          <a:xfrm>
            <a:off x="891160" y="417827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7" name="Google Shape;527;p103"/>
          <p:cNvGrpSpPr/>
          <p:nvPr/>
        </p:nvGrpSpPr>
        <p:grpSpPr>
          <a:xfrm>
            <a:off x="5278400" y="2106574"/>
            <a:ext cx="428859" cy="2088852"/>
            <a:chOff x="9017403" y="-182500"/>
            <a:chExt cx="677931" cy="3136886"/>
          </a:xfrm>
        </p:grpSpPr>
        <p:sp>
          <p:nvSpPr>
            <p:cNvPr id="528" name="Google Shape;528;p103" title="Milestone Arrow"/>
            <p:cNvSpPr/>
            <p:nvPr/>
          </p:nvSpPr>
          <p:spPr>
            <a:xfrm>
              <a:off x="9044628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29" name="Google Shape;529;p103" title="Milestone Text"/>
            <p:cNvGrpSpPr/>
            <p:nvPr/>
          </p:nvGrpSpPr>
          <p:grpSpPr>
            <a:xfrm>
              <a:off x="9017403" y="-182500"/>
              <a:ext cx="677931" cy="586518"/>
              <a:chOff x="2170751" y="-1290535"/>
              <a:chExt cx="677931" cy="565919"/>
            </a:xfrm>
          </p:grpSpPr>
          <p:sp>
            <p:nvSpPr>
              <p:cNvPr id="530" name="Google Shape;530;p103"/>
              <p:cNvSpPr txBox="1"/>
              <p:nvPr/>
            </p:nvSpPr>
            <p:spPr>
              <a:xfrm>
                <a:off x="2177282" y="-1290535"/>
                <a:ext cx="671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31" name="Google Shape;531;p103"/>
              <p:cNvSpPr txBox="1"/>
              <p:nvPr/>
            </p:nvSpPr>
            <p:spPr>
              <a:xfrm>
                <a:off x="2170751" y="-878516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16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32" name="Google Shape;532;p103" title="Milestone Number"/>
            <p:cNvSpPr/>
            <p:nvPr/>
          </p:nvSpPr>
          <p:spPr>
            <a:xfrm>
              <a:off x="9143029" y="101421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33" name="Google Shape;533;p103"/>
          <p:cNvCxnSpPr/>
          <p:nvPr/>
        </p:nvCxnSpPr>
        <p:spPr>
          <a:xfrm>
            <a:off x="966187" y="423530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34" name="Google Shape;534;p103"/>
          <p:cNvSpPr txBox="1"/>
          <p:nvPr/>
        </p:nvSpPr>
        <p:spPr>
          <a:xfrm>
            <a:off x="4468566" y="4448780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03"/>
          <p:cNvSpPr txBox="1"/>
          <p:nvPr/>
        </p:nvSpPr>
        <p:spPr>
          <a:xfrm>
            <a:off x="5374650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03"/>
          <p:cNvSpPr txBox="1"/>
          <p:nvPr/>
        </p:nvSpPr>
        <p:spPr>
          <a:xfrm>
            <a:off x="5634369" y="4455901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37" name="Google Shape;537;p103" title="Milestone 3"/>
          <p:cNvGrpSpPr/>
          <p:nvPr/>
        </p:nvGrpSpPr>
        <p:grpSpPr>
          <a:xfrm>
            <a:off x="5700067" y="755688"/>
            <a:ext cx="746150" cy="3460626"/>
            <a:chOff x="3275150" y="242254"/>
            <a:chExt cx="1179497" cy="5196916"/>
          </a:xfrm>
        </p:grpSpPr>
        <p:sp>
          <p:nvSpPr>
            <p:cNvPr id="538" name="Google Shape;538;p103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9" name="Google Shape;539;p103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40" name="Google Shape;540;p103" title="Milestone Text"/>
            <p:cNvGrpSpPr/>
            <p:nvPr/>
          </p:nvGrpSpPr>
          <p:grpSpPr>
            <a:xfrm>
              <a:off x="3276844" y="242254"/>
              <a:ext cx="1177803" cy="725775"/>
              <a:chOff x="1937405" y="-1217337"/>
              <a:chExt cx="1177803" cy="725775"/>
            </a:xfrm>
          </p:grpSpPr>
          <p:sp>
            <p:nvSpPr>
              <p:cNvPr id="541" name="Google Shape;541;p103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2" name="Google Shape;542;p103"/>
              <p:cNvSpPr txBox="1"/>
              <p:nvPr/>
            </p:nvSpPr>
            <p:spPr>
              <a:xfrm>
                <a:off x="1937405" y="-645462"/>
                <a:ext cx="1177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543" name="Google Shape;543;p103"/>
          <p:cNvSpPr txBox="1"/>
          <p:nvPr/>
        </p:nvSpPr>
        <p:spPr>
          <a:xfrm>
            <a:off x="627636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4" name="Google Shape;544;p103"/>
          <p:cNvGrpSpPr/>
          <p:nvPr/>
        </p:nvGrpSpPr>
        <p:grpSpPr>
          <a:xfrm>
            <a:off x="6038489" y="1916024"/>
            <a:ext cx="469136" cy="2278989"/>
            <a:chOff x="9007206" y="-259743"/>
            <a:chExt cx="741600" cy="3213917"/>
          </a:xfrm>
        </p:grpSpPr>
        <p:sp>
          <p:nvSpPr>
            <p:cNvPr id="545" name="Google Shape;545;p103" title="Milestone Arrow"/>
            <p:cNvSpPr/>
            <p:nvPr/>
          </p:nvSpPr>
          <p:spPr>
            <a:xfrm>
              <a:off x="9065676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46" name="Google Shape;546;p103" title="Milestone Text"/>
            <p:cNvGrpSpPr/>
            <p:nvPr/>
          </p:nvGrpSpPr>
          <p:grpSpPr>
            <a:xfrm>
              <a:off x="9007206" y="-259743"/>
              <a:ext cx="741600" cy="509241"/>
              <a:chOff x="2160554" y="-1365064"/>
              <a:chExt cx="741600" cy="491356"/>
            </a:xfrm>
          </p:grpSpPr>
          <p:sp>
            <p:nvSpPr>
              <p:cNvPr id="547" name="Google Shape;547;p103"/>
              <p:cNvSpPr txBox="1"/>
              <p:nvPr/>
            </p:nvSpPr>
            <p:spPr>
              <a:xfrm>
                <a:off x="2160554" y="-1365064"/>
                <a:ext cx="7416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48" name="Google Shape;548;p103"/>
              <p:cNvSpPr txBox="1"/>
              <p:nvPr/>
            </p:nvSpPr>
            <p:spPr>
              <a:xfrm>
                <a:off x="2170752" y="-1027608"/>
                <a:ext cx="7305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49" name="Google Shape;549;p103" title="Milestone Number"/>
            <p:cNvSpPr/>
            <p:nvPr/>
          </p:nvSpPr>
          <p:spPr>
            <a:xfrm>
              <a:off x="9143848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0" name="Google Shape;550;p103"/>
          <p:cNvSpPr txBox="1"/>
          <p:nvPr/>
        </p:nvSpPr>
        <p:spPr>
          <a:xfrm>
            <a:off x="6088586" y="4465607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1" name="Google Shape;551;p103"/>
          <p:cNvCxnSpPr/>
          <p:nvPr/>
        </p:nvCxnSpPr>
        <p:spPr>
          <a:xfrm>
            <a:off x="6253771" y="426305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52" name="Google Shape;552;p103"/>
          <p:cNvCxnSpPr/>
          <p:nvPr/>
        </p:nvCxnSpPr>
        <p:spPr>
          <a:xfrm>
            <a:off x="3114571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53" name="Google Shape;553;p103" title="Milestone 3"/>
          <p:cNvGrpSpPr/>
          <p:nvPr/>
        </p:nvGrpSpPr>
        <p:grpSpPr>
          <a:xfrm>
            <a:off x="6487687" y="327963"/>
            <a:ext cx="746145" cy="3888390"/>
            <a:chOff x="3275158" y="-400072"/>
            <a:chExt cx="1179489" cy="5839300"/>
          </a:xfrm>
        </p:grpSpPr>
        <p:sp>
          <p:nvSpPr>
            <p:cNvPr id="554" name="Google Shape;554;p103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55" name="Google Shape;555;p103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56" name="Google Shape;556;p103" title="Milestone Text"/>
            <p:cNvGrpSpPr/>
            <p:nvPr/>
          </p:nvGrpSpPr>
          <p:grpSpPr>
            <a:xfrm>
              <a:off x="3276000" y="-400072"/>
              <a:ext cx="1178647" cy="692550"/>
              <a:chOff x="1936561" y="-1859663"/>
              <a:chExt cx="1178647" cy="692550"/>
            </a:xfrm>
          </p:grpSpPr>
          <p:sp>
            <p:nvSpPr>
              <p:cNvPr id="557" name="Google Shape;557;p103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8" name="Google Shape;558;p103"/>
              <p:cNvSpPr txBox="1"/>
              <p:nvPr/>
            </p:nvSpPr>
            <p:spPr>
              <a:xfrm>
                <a:off x="1936561" y="-1321013"/>
                <a:ext cx="1100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2024</a:t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59" name="Google Shape;559;p103"/>
          <p:cNvCxnSpPr/>
          <p:nvPr/>
        </p:nvCxnSpPr>
        <p:spPr>
          <a:xfrm>
            <a:off x="6682444" y="426381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60" name="Google Shape;560;p103"/>
          <p:cNvSpPr txBox="1"/>
          <p:nvPr/>
        </p:nvSpPr>
        <p:spPr>
          <a:xfrm>
            <a:off x="6431108" y="4464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1" name="Google Shape;561;p10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99933" y="320175"/>
            <a:ext cx="318020" cy="41178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2" name="Google Shape;562;p103"/>
          <p:cNvGrpSpPr/>
          <p:nvPr/>
        </p:nvGrpSpPr>
        <p:grpSpPr>
          <a:xfrm>
            <a:off x="6840209" y="1042643"/>
            <a:ext cx="600073" cy="3160877"/>
            <a:chOff x="9026982" y="-1503580"/>
            <a:chExt cx="948582" cy="4457589"/>
          </a:xfrm>
        </p:grpSpPr>
        <p:sp>
          <p:nvSpPr>
            <p:cNvPr id="563" name="Google Shape;563;p103" title="Milestone Arrow"/>
            <p:cNvSpPr/>
            <p:nvPr/>
          </p:nvSpPr>
          <p:spPr>
            <a:xfrm>
              <a:off x="9039410" y="-203191"/>
              <a:ext cx="470400" cy="3157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64" name="Google Shape;564;p103" title="Milestone Text"/>
            <p:cNvGrpSpPr/>
            <p:nvPr/>
          </p:nvGrpSpPr>
          <p:grpSpPr>
            <a:xfrm>
              <a:off x="9026982" y="-1503580"/>
              <a:ext cx="948582" cy="733247"/>
              <a:chOff x="2180330" y="-2565217"/>
              <a:chExt cx="948582" cy="707494"/>
            </a:xfrm>
          </p:grpSpPr>
          <p:sp>
            <p:nvSpPr>
              <p:cNvPr id="565" name="Google Shape;565;p103"/>
              <p:cNvSpPr txBox="1"/>
              <p:nvPr/>
            </p:nvSpPr>
            <p:spPr>
              <a:xfrm>
                <a:off x="2180330" y="-2565217"/>
                <a:ext cx="9480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 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</a:t>
                </a:r>
                <a:endParaRPr/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2025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66" name="Google Shape;566;p103"/>
              <p:cNvSpPr txBox="1"/>
              <p:nvPr/>
            </p:nvSpPr>
            <p:spPr>
              <a:xfrm>
                <a:off x="2180912" y="-2011623"/>
                <a:ext cx="9480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</a:t>
                </a: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eb 13</a:t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 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67" name="Google Shape;567;p103" title="Milestone Number"/>
            <p:cNvSpPr/>
            <p:nvPr/>
          </p:nvSpPr>
          <p:spPr>
            <a:xfrm>
              <a:off x="9117588" y="-112001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8" name="Google Shape;568;p103"/>
          <p:cNvSpPr txBox="1"/>
          <p:nvPr/>
        </p:nvSpPr>
        <p:spPr>
          <a:xfrm>
            <a:off x="6829319" y="4474229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9" name="Google Shape;569;p103"/>
          <p:cNvCxnSpPr/>
          <p:nvPr/>
        </p:nvCxnSpPr>
        <p:spPr>
          <a:xfrm>
            <a:off x="6994504" y="426205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0" name="Google Shape;570;p103"/>
          <p:cNvSpPr txBox="1"/>
          <p:nvPr/>
        </p:nvSpPr>
        <p:spPr>
          <a:xfrm>
            <a:off x="7084163" y="469578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103" title="Milestone Arrow"/>
          <p:cNvSpPr/>
          <p:nvPr/>
        </p:nvSpPr>
        <p:spPr>
          <a:xfrm>
            <a:off x="7291185" y="1749770"/>
            <a:ext cx="297600" cy="2464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572" name="Google Shape;572;p103"/>
          <p:cNvGrpSpPr/>
          <p:nvPr/>
        </p:nvGrpSpPr>
        <p:grpSpPr>
          <a:xfrm>
            <a:off x="7275678" y="341429"/>
            <a:ext cx="850784" cy="451943"/>
            <a:chOff x="2170879" y="-1050366"/>
            <a:chExt cx="1344900" cy="654800"/>
          </a:xfrm>
        </p:grpSpPr>
        <p:sp>
          <p:nvSpPr>
            <p:cNvPr id="573" name="Google Shape;573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2025</a:t>
              </a:r>
              <a:endParaRPr b="0" i="0" sz="1000" u="none" cap="none" strike="noStrike">
                <a:solidFill>
                  <a:srgbClr val="FFD96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August  4-10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Arial"/>
                <a:buNone/>
              </a:pPr>
              <a:r>
                <a:t/>
              </a:r>
              <a:endParaRPr b="0" i="0" sz="1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ACES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DNA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RMTC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5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LAIKA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Skydance Animation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575" name="Google Shape;575;p103" title="Milestone Number"/>
          <p:cNvSpPr/>
          <p:nvPr/>
        </p:nvSpPr>
        <p:spPr>
          <a:xfrm>
            <a:off x="7338660" y="1862162"/>
            <a:ext cx="188100" cy="2109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103"/>
          <p:cNvSpPr txBox="1"/>
          <p:nvPr/>
        </p:nvSpPr>
        <p:spPr>
          <a:xfrm>
            <a:off x="723219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7" name="Google Shape;577;p103"/>
          <p:cNvCxnSpPr/>
          <p:nvPr/>
        </p:nvCxnSpPr>
        <p:spPr>
          <a:xfrm>
            <a:off x="7452237" y="42640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8" name="Google Shape;578;p103"/>
          <p:cNvSpPr txBox="1"/>
          <p:nvPr/>
        </p:nvSpPr>
        <p:spPr>
          <a:xfrm>
            <a:off x="697387" y="44335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103"/>
          <p:cNvSpPr txBox="1"/>
          <p:nvPr/>
        </p:nvSpPr>
        <p:spPr>
          <a:xfrm>
            <a:off x="7933533" y="4702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0" name="Google Shape;580;p103"/>
          <p:cNvCxnSpPr/>
          <p:nvPr/>
        </p:nvCxnSpPr>
        <p:spPr>
          <a:xfrm>
            <a:off x="792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81" name="Google Shape;581;p103"/>
          <p:cNvSpPr txBox="1"/>
          <p:nvPr/>
        </p:nvSpPr>
        <p:spPr>
          <a:xfrm>
            <a:off x="7744382" y="4465918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2" name="Google Shape;582;p103"/>
          <p:cNvGrpSpPr/>
          <p:nvPr/>
        </p:nvGrpSpPr>
        <p:grpSpPr>
          <a:xfrm>
            <a:off x="7661779" y="1021248"/>
            <a:ext cx="691270" cy="3182340"/>
            <a:chOff x="9025022" y="-1533733"/>
            <a:chExt cx="1092744" cy="4487858"/>
          </a:xfrm>
        </p:grpSpPr>
        <p:sp>
          <p:nvSpPr>
            <p:cNvPr id="583" name="Google Shape;583;p103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84" name="Google Shape;584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85" name="Google Shape;585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86" name="Google Shape;586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26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OpenPGL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OpenQMC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Miris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Texas A&amp;M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O3DE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87" name="Google Shape;587;p103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8" name="Google Shape;588;p103"/>
          <p:cNvGrpSpPr/>
          <p:nvPr/>
        </p:nvGrpSpPr>
        <p:grpSpPr>
          <a:xfrm>
            <a:off x="8141779" y="1021248"/>
            <a:ext cx="691270" cy="3182332"/>
            <a:chOff x="9025022" y="-1533733"/>
            <a:chExt cx="1092744" cy="4487846"/>
          </a:xfrm>
        </p:grpSpPr>
        <p:sp>
          <p:nvSpPr>
            <p:cNvPr id="589" name="Google Shape;589;p103" title="Milestone Arrow"/>
            <p:cNvSpPr/>
            <p:nvPr/>
          </p:nvSpPr>
          <p:spPr>
            <a:xfrm>
              <a:off x="9039410" y="-935087"/>
              <a:ext cx="470400" cy="3889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90" name="Google Shape;590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91" name="Google Shape;591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92" name="Google Shape;592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93" name="Google Shape;593;p103" title="Milestone Number"/>
            <p:cNvSpPr/>
            <p:nvPr/>
          </p:nvSpPr>
          <p:spPr>
            <a:xfrm>
              <a:off x="9121733" y="-821068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20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94" name="Google Shape;594;p103"/>
          <p:cNvCxnSpPr/>
          <p:nvPr/>
        </p:nvCxnSpPr>
        <p:spPr>
          <a:xfrm>
            <a:off x="840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95" name="Google Shape;595;p103"/>
          <p:cNvSpPr txBox="1"/>
          <p:nvPr/>
        </p:nvSpPr>
        <p:spPr>
          <a:xfrm>
            <a:off x="817353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96" name="Google Shape;596;p103"/>
          <p:cNvGrpSpPr/>
          <p:nvPr/>
        </p:nvGrpSpPr>
        <p:grpSpPr>
          <a:xfrm>
            <a:off x="8168078" y="350183"/>
            <a:ext cx="850784" cy="451943"/>
            <a:chOff x="2170879" y="-1050366"/>
            <a:chExt cx="1344900" cy="654800"/>
          </a:xfrm>
        </p:grpSpPr>
        <p:sp>
          <p:nvSpPr>
            <p:cNvPr id="597" name="Google Shape;597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50" u="none" cap="none" strike="noStrike">
                  <a:solidFill>
                    <a:srgbClr val="005A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2026</a:t>
              </a:r>
              <a:endParaRPr b="0" i="0" sz="105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July 19-20, 2026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MoonRay</a:t>
              </a:r>
              <a:endParaRPr b="0" i="0" sz="1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CIQ</a:t>
              </a:r>
              <a:endParaRPr b="0" i="0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Evercast</a:t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" sz="800">
                  <a:latin typeface="Trebuchet MS"/>
                  <a:ea typeface="Trebuchet MS"/>
                  <a:cs typeface="Trebuchet MS"/>
                  <a:sym typeface="Trebuchet MS"/>
                </a:rPr>
                <a:t>RIT</a:t>
              </a:r>
              <a:endParaRPr sz="800"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104"/>
          <p:cNvSpPr txBox="1"/>
          <p:nvPr/>
        </p:nvSpPr>
        <p:spPr>
          <a:xfrm>
            <a:off x="336038" y="98419"/>
            <a:ext cx="84720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82975" lIns="82975" spcFirstLastPara="1" rIns="82975" wrap="square" tIns="8297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i="0" lang="en" sz="3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Membership</a:t>
            </a:r>
            <a:endParaRPr b="1" i="0" sz="35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104"/>
          <p:cNvSpPr txBox="1"/>
          <p:nvPr/>
        </p:nvSpPr>
        <p:spPr>
          <a:xfrm>
            <a:off x="258094" y="917606"/>
            <a:ext cx="3834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Premier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104"/>
          <p:cNvSpPr txBox="1"/>
          <p:nvPr/>
        </p:nvSpPr>
        <p:spPr>
          <a:xfrm>
            <a:off x="4087590" y="917606"/>
            <a:ext cx="3045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104"/>
          <p:cNvSpPr txBox="1"/>
          <p:nvPr/>
        </p:nvSpPr>
        <p:spPr>
          <a:xfrm>
            <a:off x="7421710" y="892088"/>
            <a:ext cx="14385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Associate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7" name="Google Shape;607;p104"/>
          <p:cNvCxnSpPr/>
          <p:nvPr/>
        </p:nvCxnSpPr>
        <p:spPr>
          <a:xfrm flipH="1">
            <a:off x="4023772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08" name="Google Shape;608;p104"/>
          <p:cNvCxnSpPr/>
          <p:nvPr/>
        </p:nvCxnSpPr>
        <p:spPr>
          <a:xfrm flipH="1">
            <a:off x="7091841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609" name="Google Shape;609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52154" y="1365806"/>
            <a:ext cx="1777549" cy="31114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104" title="Screenshot 2026-07-10 at 4.45.17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563" y="1247006"/>
            <a:ext cx="3271370" cy="3591692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" name="Google Shape;611;p104" title="Screenshot 2026-07-10 at 4.49.3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6750" y="1284038"/>
            <a:ext cx="2809574" cy="257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617" name="Google Shape;617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2" name="Google Shape;622;p106"/>
          <p:cNvCxnSpPr/>
          <p:nvPr/>
        </p:nvCxnSpPr>
        <p:spPr>
          <a:xfrm>
            <a:off x="8717535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3" name="Google Shape;623;p106"/>
          <p:cNvCxnSpPr/>
          <p:nvPr/>
        </p:nvCxnSpPr>
        <p:spPr>
          <a:xfrm>
            <a:off x="4418700" y="2830610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4" name="Google Shape;624;p106"/>
          <p:cNvSpPr/>
          <p:nvPr/>
        </p:nvSpPr>
        <p:spPr>
          <a:xfrm>
            <a:off x="8423371" y="35842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xSTUDIO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5" name="Google Shape;625;p106"/>
          <p:cNvCxnSpPr/>
          <p:nvPr/>
        </p:nvCxnSpPr>
        <p:spPr>
          <a:xfrm>
            <a:off x="5312382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6" name="Google Shape;626;p106"/>
          <p:cNvCxnSpPr/>
          <p:nvPr/>
        </p:nvCxnSpPr>
        <p:spPr>
          <a:xfrm>
            <a:off x="6508145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7" name="Google Shape;627;p106"/>
          <p:cNvCxnSpPr/>
          <p:nvPr/>
        </p:nvCxnSpPr>
        <p:spPr>
          <a:xfrm>
            <a:off x="7728050" y="1799600"/>
            <a:ext cx="0" cy="5361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8" name="Google Shape;628;p106"/>
          <p:cNvCxnSpPr/>
          <p:nvPr/>
        </p:nvCxnSpPr>
        <p:spPr>
          <a:xfrm>
            <a:off x="2886649" y="181775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9" name="Google Shape;629;p106"/>
          <p:cNvCxnSpPr/>
          <p:nvPr/>
        </p:nvCxnSpPr>
        <p:spPr>
          <a:xfrm>
            <a:off x="697851" y="1810775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0" name="Google Shape;630;p106"/>
          <p:cNvCxnSpPr/>
          <p:nvPr/>
        </p:nvCxnSpPr>
        <p:spPr>
          <a:xfrm>
            <a:off x="1808561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1" name="Google Shape;631;p106"/>
          <p:cNvCxnSpPr/>
          <p:nvPr/>
        </p:nvCxnSpPr>
        <p:spPr>
          <a:xfrm>
            <a:off x="3977158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2" name="Google Shape;632;p106"/>
          <p:cNvCxnSpPr/>
          <p:nvPr/>
        </p:nvCxnSpPr>
        <p:spPr>
          <a:xfrm>
            <a:off x="6019409" y="2833889"/>
            <a:ext cx="0" cy="15936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3" name="Google Shape;633;p106"/>
          <p:cNvSpPr/>
          <p:nvPr/>
        </p:nvSpPr>
        <p:spPr>
          <a:xfrm>
            <a:off x="5724200" y="299865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4" name="Google Shape;634;p106"/>
          <p:cNvCxnSpPr/>
          <p:nvPr/>
        </p:nvCxnSpPr>
        <p:spPr>
          <a:xfrm>
            <a:off x="2811287" y="2834570"/>
            <a:ext cx="0" cy="1607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5" name="Google Shape;635;p106"/>
          <p:cNvSpPr/>
          <p:nvPr/>
        </p:nvSpPr>
        <p:spPr>
          <a:xfrm>
            <a:off x="2539642" y="2998610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6" name="Google Shape;636;p106"/>
          <p:cNvCxnSpPr/>
          <p:nvPr/>
        </p:nvCxnSpPr>
        <p:spPr>
          <a:xfrm>
            <a:off x="7579122" y="2842235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7" name="Google Shape;637;p106"/>
          <p:cNvSpPr txBox="1"/>
          <p:nvPr/>
        </p:nvSpPr>
        <p:spPr>
          <a:xfrm>
            <a:off x="354047" y="358405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400">
                <a:solidFill>
                  <a:schemeClr val="lt1"/>
                </a:solidFill>
              </a:rPr>
              <a:t>ASWF </a:t>
            </a:r>
            <a:r>
              <a:rPr i="0" lang="en" sz="2400" u="none" cap="none" strike="noStrike">
                <a:solidFill>
                  <a:schemeClr val="lt1"/>
                </a:solidFill>
              </a:rPr>
              <a:t>Structure</a:t>
            </a:r>
            <a:endParaRPr i="0" sz="2400" u="none" cap="none" strike="noStrike">
              <a:solidFill>
                <a:schemeClr val="lt1"/>
              </a:solidFill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638" name="Google Shape;638;p106"/>
          <p:cNvCxnSpPr/>
          <p:nvPr/>
        </p:nvCxnSpPr>
        <p:spPr>
          <a:xfrm>
            <a:off x="2403792" y="2839476"/>
            <a:ext cx="0" cy="15681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9" name="Google Shape;639;p106"/>
          <p:cNvCxnSpPr/>
          <p:nvPr/>
        </p:nvCxnSpPr>
        <p:spPr>
          <a:xfrm>
            <a:off x="1998920" y="2835796"/>
            <a:ext cx="0" cy="1576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0" name="Google Shape;640;p106"/>
          <p:cNvCxnSpPr/>
          <p:nvPr/>
        </p:nvCxnSpPr>
        <p:spPr>
          <a:xfrm>
            <a:off x="7199283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1" name="Google Shape;641;p106"/>
          <p:cNvCxnSpPr/>
          <p:nvPr/>
        </p:nvCxnSpPr>
        <p:spPr>
          <a:xfrm>
            <a:off x="1206872" y="2835183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2" name="Google Shape;642;p106"/>
          <p:cNvCxnSpPr>
            <a:stCxn id="643" idx="2"/>
          </p:cNvCxnSpPr>
          <p:nvPr/>
        </p:nvCxnSpPr>
        <p:spPr>
          <a:xfrm flipH="1">
            <a:off x="4598938" y="1496503"/>
            <a:ext cx="3600" cy="13404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4" name="Google Shape;644;p106"/>
          <p:cNvCxnSpPr/>
          <p:nvPr/>
        </p:nvCxnSpPr>
        <p:spPr>
          <a:xfrm>
            <a:off x="681886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5" name="Google Shape;645;p106"/>
          <p:cNvCxnSpPr/>
          <p:nvPr/>
        </p:nvCxnSpPr>
        <p:spPr>
          <a:xfrm>
            <a:off x="4815613" y="2839476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6" name="Google Shape;646;p106"/>
          <p:cNvCxnSpPr/>
          <p:nvPr/>
        </p:nvCxnSpPr>
        <p:spPr>
          <a:xfrm>
            <a:off x="5210117" y="2834570"/>
            <a:ext cx="0" cy="15537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7" name="Google Shape;647;p106"/>
          <p:cNvCxnSpPr/>
          <p:nvPr/>
        </p:nvCxnSpPr>
        <p:spPr>
          <a:xfrm>
            <a:off x="5619681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8" name="Google Shape;648;p106"/>
          <p:cNvCxnSpPr/>
          <p:nvPr/>
        </p:nvCxnSpPr>
        <p:spPr>
          <a:xfrm>
            <a:off x="6418379" y="2830307"/>
            <a:ext cx="0" cy="1562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9" name="Google Shape;649;p106"/>
          <p:cNvCxnSpPr/>
          <p:nvPr/>
        </p:nvCxnSpPr>
        <p:spPr>
          <a:xfrm>
            <a:off x="362399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0" name="Google Shape;650;p106"/>
          <p:cNvCxnSpPr/>
          <p:nvPr/>
        </p:nvCxnSpPr>
        <p:spPr>
          <a:xfrm>
            <a:off x="3217686" y="2834570"/>
            <a:ext cx="0" cy="15339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1" name="Google Shape;651;p106"/>
          <p:cNvCxnSpPr/>
          <p:nvPr/>
        </p:nvCxnSpPr>
        <p:spPr>
          <a:xfrm flipH="1">
            <a:off x="4018587" y="2841013"/>
            <a:ext cx="7500" cy="1470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2" name="Google Shape;652;p106"/>
          <p:cNvSpPr/>
          <p:nvPr/>
        </p:nvSpPr>
        <p:spPr>
          <a:xfrm>
            <a:off x="2109141" y="3593311"/>
            <a:ext cx="5886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descr="&lt;MaterialX Logo&gt;" id="653" name="Google Shape;653;p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09625" y="3059003"/>
            <a:ext cx="402211" cy="310140"/>
          </a:xfrm>
          <a:prstGeom prst="rect">
            <a:avLst/>
          </a:prstGeom>
          <a:noFill/>
          <a:ln>
            <a:noFill/>
          </a:ln>
        </p:spPr>
      </p:pic>
      <p:sp>
        <p:nvSpPr>
          <p:cNvPr id="654" name="Google Shape;654;p106"/>
          <p:cNvSpPr/>
          <p:nvPr/>
        </p:nvSpPr>
        <p:spPr>
          <a:xfrm>
            <a:off x="5320602" y="3593347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5" name="Google Shape;655;p106"/>
          <p:cNvSpPr/>
          <p:nvPr/>
        </p:nvSpPr>
        <p:spPr>
          <a:xfrm>
            <a:off x="6905164" y="3594531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106"/>
          <p:cNvSpPr/>
          <p:nvPr/>
        </p:nvSpPr>
        <p:spPr>
          <a:xfrm>
            <a:off x="4518461" y="35944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7" name="Google Shape;657;p10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42534" y="3661480"/>
            <a:ext cx="546012" cy="273293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106"/>
          <p:cNvSpPr/>
          <p:nvPr/>
        </p:nvSpPr>
        <p:spPr>
          <a:xfrm>
            <a:off x="3725376" y="359442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9" name="Google Shape;659;p106"/>
          <p:cNvSpPr/>
          <p:nvPr/>
        </p:nvSpPr>
        <p:spPr>
          <a:xfrm>
            <a:off x="2907884" y="359454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0" name="Google Shape;660;p10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6619" y="3032852"/>
            <a:ext cx="524823" cy="3433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1" name="Google Shape;661;p106"/>
          <p:cNvCxnSpPr/>
          <p:nvPr/>
        </p:nvCxnSpPr>
        <p:spPr>
          <a:xfrm>
            <a:off x="1587530" y="2838249"/>
            <a:ext cx="0" cy="1579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2" name="Google Shape;662;p106"/>
          <p:cNvCxnSpPr/>
          <p:nvPr/>
        </p:nvCxnSpPr>
        <p:spPr>
          <a:xfrm flipH="1" rot="10800000">
            <a:off x="461676" y="2829772"/>
            <a:ext cx="8263500" cy="4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3" name="Google Shape;663;p106"/>
          <p:cNvSpPr txBox="1"/>
          <p:nvPr/>
        </p:nvSpPr>
        <p:spPr>
          <a:xfrm>
            <a:off x="289325" y="4199644"/>
            <a:ext cx="8626200" cy="320100"/>
          </a:xfrm>
          <a:prstGeom prst="rect">
            <a:avLst/>
          </a:prstGeom>
          <a:solidFill>
            <a:srgbClr val="B49823"/>
          </a:solidFill>
          <a:ln cap="flat" cmpd="sng" w="86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350" lIns="23350" spcFirstLastPara="1" rIns="23350" wrap="square" tIns="23350">
            <a:no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Roboto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06"/>
          <p:cNvSpPr/>
          <p:nvPr/>
        </p:nvSpPr>
        <p:spPr>
          <a:xfrm>
            <a:off x="6146120" y="3589854"/>
            <a:ext cx="546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rPr b="0" i="0" lang="en" sz="437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rawtoaces</a:t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5" name="Google Shape;665;p10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55642" y="3642278"/>
            <a:ext cx="346107" cy="234210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66" name="Google Shape;666;p106"/>
          <p:cNvSpPr/>
          <p:nvPr/>
        </p:nvSpPr>
        <p:spPr>
          <a:xfrm>
            <a:off x="4915596" y="2998762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OpenRV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106"/>
          <p:cNvSpPr/>
          <p:nvPr/>
        </p:nvSpPr>
        <p:spPr>
          <a:xfrm>
            <a:off x="6525573" y="299875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8" name="Google Shape;668;p10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201101" y="3656371"/>
            <a:ext cx="408008" cy="310940"/>
          </a:xfrm>
          <a:prstGeom prst="rect">
            <a:avLst/>
          </a:prstGeom>
          <a:noFill/>
          <a:ln>
            <a:noFill/>
          </a:ln>
        </p:spPr>
      </p:pic>
      <p:sp>
        <p:nvSpPr>
          <p:cNvPr id="669" name="Google Shape;669;p106"/>
          <p:cNvSpPr/>
          <p:nvPr/>
        </p:nvSpPr>
        <p:spPr>
          <a:xfrm>
            <a:off x="4145077" y="2998603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0" name="Google Shape;670;p106"/>
          <p:cNvSpPr/>
          <p:nvPr/>
        </p:nvSpPr>
        <p:spPr>
          <a:xfrm>
            <a:off x="3348623" y="299860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1" name="Google Shape;671;p106"/>
          <p:cNvSpPr/>
          <p:nvPr/>
        </p:nvSpPr>
        <p:spPr>
          <a:xfrm>
            <a:off x="933916" y="2998892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106"/>
          <p:cNvSpPr txBox="1"/>
          <p:nvPr/>
        </p:nvSpPr>
        <p:spPr>
          <a:xfrm>
            <a:off x="289325" y="4177950"/>
            <a:ext cx="8626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Continuous Integration platform</a:t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3" name="Google Shape;673;p106"/>
          <p:cNvCxnSpPr/>
          <p:nvPr/>
        </p:nvCxnSpPr>
        <p:spPr>
          <a:xfrm>
            <a:off x="841028" y="283968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4" name="Google Shape;674;p106"/>
          <p:cNvCxnSpPr/>
          <p:nvPr/>
        </p:nvCxnSpPr>
        <p:spPr>
          <a:xfrm>
            <a:off x="462248" y="282560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5" name="Google Shape;675;p106"/>
          <p:cNvSpPr/>
          <p:nvPr/>
        </p:nvSpPr>
        <p:spPr>
          <a:xfrm>
            <a:off x="191900" y="2998893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6" name="Google Shape;676;p106"/>
          <p:cNvSpPr/>
          <p:nvPr/>
        </p:nvSpPr>
        <p:spPr>
          <a:xfrm>
            <a:off x="561564" y="359464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77" name="Google Shape;677;p106" title="IMG_8648.jpeg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6801" y="3100105"/>
            <a:ext cx="500642" cy="198366"/>
          </a:xfrm>
          <a:prstGeom prst="rect">
            <a:avLst/>
          </a:prstGeom>
          <a:noFill/>
          <a:ln>
            <a:noFill/>
          </a:ln>
        </p:spPr>
      </p:pic>
      <p:pic>
        <p:nvPicPr>
          <p:cNvPr id="678" name="Google Shape;678;p106" title="openapv-horizontal-black.png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71631" y="3140677"/>
            <a:ext cx="489469" cy="147944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106"/>
          <p:cNvSpPr/>
          <p:nvPr/>
        </p:nvSpPr>
        <p:spPr>
          <a:xfrm>
            <a:off x="7284673" y="2990518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0" name="Google Shape;680;p106"/>
          <p:cNvCxnSpPr>
            <a:stCxn id="643" idx="3"/>
            <a:endCxn id="681" idx="1"/>
          </p:cNvCxnSpPr>
          <p:nvPr/>
        </p:nvCxnSpPr>
        <p:spPr>
          <a:xfrm flipH="1" rot="10800000">
            <a:off x="6099388" y="1226053"/>
            <a:ext cx="1833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82" name="Google Shape;682;p106"/>
          <p:cNvCxnSpPr/>
          <p:nvPr/>
        </p:nvCxnSpPr>
        <p:spPr>
          <a:xfrm flipH="1" rot="10800000">
            <a:off x="2924111" y="1226047"/>
            <a:ext cx="1836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3" name="Google Shape;683;p106"/>
          <p:cNvGrpSpPr/>
          <p:nvPr/>
        </p:nvGrpSpPr>
        <p:grpSpPr>
          <a:xfrm>
            <a:off x="1089548" y="958003"/>
            <a:ext cx="7025749" cy="538500"/>
            <a:chOff x="797523" y="604708"/>
            <a:chExt cx="7025749" cy="538500"/>
          </a:xfrm>
        </p:grpSpPr>
        <p:grpSp>
          <p:nvGrpSpPr>
            <p:cNvPr id="684" name="Google Shape;684;p106"/>
            <p:cNvGrpSpPr/>
            <p:nvPr/>
          </p:nvGrpSpPr>
          <p:grpSpPr>
            <a:xfrm>
              <a:off x="5990642" y="707491"/>
              <a:ext cx="1832631" cy="330419"/>
              <a:chOff x="4" y="13"/>
              <a:chExt cx="3114600" cy="661500"/>
            </a:xfrm>
          </p:grpSpPr>
          <p:sp>
            <p:nvSpPr>
              <p:cNvPr id="681" name="Google Shape;681;p106"/>
              <p:cNvSpPr/>
              <p:nvPr/>
            </p:nvSpPr>
            <p:spPr>
              <a:xfrm>
                <a:off x="4" y="13"/>
                <a:ext cx="31146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5" name="Google Shape;685;p106"/>
              <p:cNvSpPr txBox="1"/>
              <p:nvPr/>
            </p:nvSpPr>
            <p:spPr>
              <a:xfrm>
                <a:off x="177579" y="132331"/>
                <a:ext cx="27294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43" name="Google Shape;643;p106"/>
            <p:cNvSpPr/>
            <p:nvPr/>
          </p:nvSpPr>
          <p:spPr>
            <a:xfrm>
              <a:off x="2813663" y="604708"/>
              <a:ext cx="2993700" cy="538500"/>
            </a:xfrm>
            <a:prstGeom prst="rect">
              <a:avLst/>
            </a:prstGeom>
            <a:solidFill>
              <a:srgbClr val="FFFFFF"/>
            </a:solidFill>
            <a:ln cap="flat" cmpd="sng" w="2660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652"/>
                <a:buFont typeface="Roboto"/>
                <a:buNone/>
              </a:pPr>
              <a:r>
                <a:t/>
              </a:r>
              <a:endParaRPr b="0" i="0" sz="652" u="none" cap="none" strike="noStrike">
                <a:solidFill>
                  <a:srgbClr val="3F3F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6" name="Google Shape;686;p106"/>
            <p:cNvSpPr txBox="1"/>
            <p:nvPr/>
          </p:nvSpPr>
          <p:spPr>
            <a:xfrm>
              <a:off x="2862616" y="643880"/>
              <a:ext cx="2884500" cy="422100"/>
            </a:xfrm>
            <a:prstGeom prst="rect">
              <a:avLst/>
            </a:prstGeom>
            <a:noFill/>
            <a:ln cap="flat" cmpd="sng" w="80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21725" lIns="21725" spcFirstLastPara="1" rIns="21725" wrap="square" tIns="21725">
              <a:spAutoFit/>
            </a:bodyPr>
            <a:lstStyle/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1" i="0" lang="en" sz="1275" u="none" cap="none" strike="noStrike">
                  <a:solidFill>
                    <a:srgbClr val="B49823"/>
                  </a:solidFill>
                  <a:latin typeface="Roboto"/>
                  <a:ea typeface="Roboto"/>
                  <a:cs typeface="Roboto"/>
                  <a:sym typeface="Roboto"/>
                </a:rPr>
                <a:t>TAC</a:t>
              </a:r>
              <a:endParaRPr b="1" i="0" sz="624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0" i="0" lang="en" sz="1182" u="none" cap="none" strike="noStrike">
                  <a:solidFill>
                    <a:srgbClr val="3F3F3F"/>
                  </a:solidFill>
                  <a:latin typeface="Roboto"/>
                  <a:ea typeface="Roboto"/>
                  <a:cs typeface="Roboto"/>
                  <a:sym typeface="Roboto"/>
                </a:rPr>
                <a:t>Technical Advisory Council</a:t>
              </a:r>
              <a:endParaRPr b="0" i="0" sz="43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87" name="Google Shape;687;p106"/>
            <p:cNvGrpSpPr/>
            <p:nvPr/>
          </p:nvGrpSpPr>
          <p:grpSpPr>
            <a:xfrm>
              <a:off x="797523" y="708396"/>
              <a:ext cx="1832411" cy="330869"/>
              <a:chOff x="-1" y="-1"/>
              <a:chExt cx="2980500" cy="662400"/>
            </a:xfrm>
          </p:grpSpPr>
          <p:sp>
            <p:nvSpPr>
              <p:cNvPr id="688" name="Google Shape;688;p106"/>
              <p:cNvSpPr/>
              <p:nvPr/>
            </p:nvSpPr>
            <p:spPr>
              <a:xfrm>
                <a:off x="-1" y="-1"/>
                <a:ext cx="2980500" cy="6624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9" name="Google Shape;689;p106"/>
              <p:cNvSpPr txBox="1"/>
              <p:nvPr/>
            </p:nvSpPr>
            <p:spPr>
              <a:xfrm>
                <a:off x="166919" y="132346"/>
                <a:ext cx="26766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Governing Board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cxnSp>
        <p:nvCxnSpPr>
          <p:cNvPr id="690" name="Google Shape;690;p106"/>
          <p:cNvCxnSpPr/>
          <p:nvPr/>
        </p:nvCxnSpPr>
        <p:spPr>
          <a:xfrm>
            <a:off x="7956271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1" name="Google Shape;691;p106"/>
          <p:cNvCxnSpPr/>
          <p:nvPr/>
        </p:nvCxnSpPr>
        <p:spPr>
          <a:xfrm>
            <a:off x="8338010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2" name="Google Shape;692;p106"/>
          <p:cNvSpPr/>
          <p:nvPr/>
        </p:nvSpPr>
        <p:spPr>
          <a:xfrm>
            <a:off x="7664331" y="35929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106"/>
          <p:cNvSpPr/>
          <p:nvPr/>
        </p:nvSpPr>
        <p:spPr>
          <a:xfrm>
            <a:off x="8043775" y="2990483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4" name="Google Shape;694;p106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818730" y="3667214"/>
            <a:ext cx="279687" cy="28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106" title="ASWF_DNA Project Logo_Color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951871" y="3104797"/>
            <a:ext cx="524820" cy="218852"/>
          </a:xfrm>
          <a:prstGeom prst="rect">
            <a:avLst/>
          </a:prstGeom>
          <a:noFill/>
          <a:ln>
            <a:noFill/>
          </a:ln>
        </p:spPr>
      </p:pic>
      <p:sp>
        <p:nvSpPr>
          <p:cNvPr id="696" name="Google Shape;696;p106"/>
          <p:cNvSpPr/>
          <p:nvPr/>
        </p:nvSpPr>
        <p:spPr>
          <a:xfrm>
            <a:off x="1701466" y="300517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rPr b="1" lang="en" sz="786">
                <a:latin typeface="Roboto"/>
                <a:ea typeface="Roboto"/>
                <a:cs typeface="Roboto"/>
                <a:sym typeface="Roboto"/>
              </a:rPr>
              <a:t>DPEL</a:t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7" name="Google Shape;697;p106" title="dpel-icon-black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824550" y="3057466"/>
            <a:ext cx="343475" cy="198362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98" name="Google Shape;698;p106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387427" y="3047276"/>
            <a:ext cx="461440" cy="303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699" name="Google Shape;699;p106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4216852" y="3038392"/>
            <a:ext cx="408005" cy="352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0" name="Google Shape;700;p106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7330862" y="3142676"/>
            <a:ext cx="493828" cy="96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p10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138185" y="3034942"/>
            <a:ext cx="408009" cy="311702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Google Shape;702;p106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694718" y="3638535"/>
            <a:ext cx="279686" cy="318819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p106"/>
          <p:cNvSpPr/>
          <p:nvPr/>
        </p:nvSpPr>
        <p:spPr>
          <a:xfrm>
            <a:off x="1308721" y="3603076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04" name="Google Shape;704;p106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1391953" y="3662290"/>
            <a:ext cx="407991" cy="31017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5" name="Google Shape;705;p106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2952756" y="3627707"/>
            <a:ext cx="500557" cy="349077"/>
          </a:xfrm>
          <a:prstGeom prst="rect">
            <a:avLst/>
          </a:prstGeom>
          <a:noFill/>
          <a:ln cap="flat" cmpd="sng" w="104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06" name="Google Shape;706;p106" title="OpenQMC_Color_Stacked.png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3725393" y="3651884"/>
            <a:ext cx="588347" cy="29435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7" name="Google Shape;707;p106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5410758" y="3672469"/>
            <a:ext cx="408008" cy="262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8" name="Google Shape;708;p106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7014685" y="3644099"/>
            <a:ext cx="327115" cy="327115"/>
          </a:xfrm>
          <a:prstGeom prst="rect">
            <a:avLst/>
          </a:prstGeom>
          <a:noFill/>
          <a:ln>
            <a:noFill/>
          </a:ln>
        </p:spPr>
      </p:pic>
      <p:sp>
        <p:nvSpPr>
          <p:cNvPr id="709" name="Google Shape;709;p106"/>
          <p:cNvSpPr/>
          <p:nvPr/>
        </p:nvSpPr>
        <p:spPr>
          <a:xfrm>
            <a:off x="206828" y="19923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0" name="Google Shape;710;p106" title="aswf-continuous-integration-wg-horizontal-color.png"/>
          <p:cNvPicPr preferRelativeResize="0"/>
          <p:nvPr/>
        </p:nvPicPr>
        <p:blipFill>
          <a:blip r:embed="rId23">
            <a:alphaModFix/>
          </a:blip>
          <a:stretch>
            <a:fillRect/>
          </a:stretch>
        </p:blipFill>
        <p:spPr>
          <a:xfrm>
            <a:off x="270312" y="2060306"/>
            <a:ext cx="920376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11" name="Google Shape;711;p106"/>
          <p:cNvSpPr/>
          <p:nvPr/>
        </p:nvSpPr>
        <p:spPr>
          <a:xfrm>
            <a:off x="1316341" y="19956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2" name="Google Shape;712;p106" title="aswf-diversity-inclusion-wg-horizontal-color.png"/>
          <p:cNvPicPr preferRelativeResize="0"/>
          <p:nvPr/>
        </p:nvPicPr>
        <p:blipFill>
          <a:blip r:embed="rId24">
            <a:alphaModFix/>
          </a:blip>
          <a:stretch>
            <a:fillRect/>
          </a:stretch>
        </p:blipFill>
        <p:spPr>
          <a:xfrm>
            <a:off x="1360828" y="2056189"/>
            <a:ext cx="971936" cy="206950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p106"/>
          <p:cNvSpPr/>
          <p:nvPr/>
        </p:nvSpPr>
        <p:spPr>
          <a:xfrm>
            <a:off x="3483968" y="1992200"/>
            <a:ext cx="9720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4" name="Google Shape;714;p106" title="aswf-usd-wg-horizontal-color.png"/>
          <p:cNvPicPr preferRelativeResize="0"/>
          <p:nvPr/>
        </p:nvPicPr>
        <p:blipFill>
          <a:blip r:embed="rId25">
            <a:alphaModFix/>
          </a:blip>
          <a:stretch>
            <a:fillRect/>
          </a:stretch>
        </p:blipFill>
        <p:spPr>
          <a:xfrm>
            <a:off x="3622040" y="2017331"/>
            <a:ext cx="752407" cy="3070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5" name="Google Shape;715;p106"/>
          <p:cNvGrpSpPr/>
          <p:nvPr/>
        </p:nvGrpSpPr>
        <p:grpSpPr>
          <a:xfrm>
            <a:off x="7122502" y="1985165"/>
            <a:ext cx="1105200" cy="364200"/>
            <a:chOff x="4790695" y="1992231"/>
            <a:chExt cx="1105200" cy="364200"/>
          </a:xfrm>
        </p:grpSpPr>
        <p:sp>
          <p:nvSpPr>
            <p:cNvPr id="716" name="Google Shape;716;p106"/>
            <p:cNvSpPr/>
            <p:nvPr/>
          </p:nvSpPr>
          <p:spPr>
            <a:xfrm>
              <a:off x="4790695" y="1992231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pic>
          <p:nvPicPr>
            <p:cNvPr id="717" name="Google Shape;717;p106" title="aswf-zero-trust-wg-horizontal-color.png"/>
            <p:cNvPicPr preferRelativeResize="0"/>
            <p:nvPr/>
          </p:nvPicPr>
          <p:blipFill>
            <a:blip r:embed="rId26">
              <a:alphaModFix/>
            </a:blip>
            <a:stretch>
              <a:fillRect/>
            </a:stretch>
          </p:blipFill>
          <p:spPr>
            <a:xfrm>
              <a:off x="4882116" y="2039624"/>
              <a:ext cx="914939" cy="2283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718" name="Google Shape;718;p106"/>
          <p:cNvCxnSpPr/>
          <p:nvPr/>
        </p:nvCxnSpPr>
        <p:spPr>
          <a:xfrm>
            <a:off x="700100" y="1809750"/>
            <a:ext cx="7020000" cy="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719" name="Google Shape;719;p106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8622697" y="3629600"/>
            <a:ext cx="228300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20" name="Google Shape;720;p106"/>
          <p:cNvSpPr/>
          <p:nvPr/>
        </p:nvSpPr>
        <p:spPr>
          <a:xfrm>
            <a:off x="5947069" y="1985482"/>
            <a:ext cx="11052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1" name="Google Shape;721;p106"/>
          <p:cNvSpPr/>
          <p:nvPr/>
        </p:nvSpPr>
        <p:spPr>
          <a:xfrm>
            <a:off x="2422656" y="1991681"/>
            <a:ext cx="1012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22" name="Google Shape;722;p106"/>
          <p:cNvGrpSpPr/>
          <p:nvPr/>
        </p:nvGrpSpPr>
        <p:grpSpPr>
          <a:xfrm>
            <a:off x="4764631" y="1975621"/>
            <a:ext cx="1110157" cy="378600"/>
            <a:chOff x="6011875" y="1984665"/>
            <a:chExt cx="1110157" cy="378600"/>
          </a:xfrm>
        </p:grpSpPr>
        <p:sp>
          <p:nvSpPr>
            <p:cNvPr id="723" name="Google Shape;723;p106"/>
            <p:cNvSpPr/>
            <p:nvPr/>
          </p:nvSpPr>
          <p:spPr>
            <a:xfrm>
              <a:off x="6016832" y="1995627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106"/>
            <p:cNvSpPr txBox="1"/>
            <p:nvPr/>
          </p:nvSpPr>
          <p:spPr>
            <a:xfrm>
              <a:off x="6011875" y="1984665"/>
              <a:ext cx="1105200" cy="37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rgbClr val="31CFD7"/>
                  </a:solidFill>
                </a:rPr>
                <a:t>MACHINE LEARNING WORKING GROUP</a:t>
              </a:r>
              <a:endParaRPr sz="700">
                <a:solidFill>
                  <a:srgbClr val="31CFD7"/>
                </a:solidFill>
              </a:endParaRPr>
            </a:p>
          </p:txBody>
        </p:sp>
      </p:grpSp>
      <p:sp>
        <p:nvSpPr>
          <p:cNvPr id="725" name="Google Shape;725;p106"/>
          <p:cNvSpPr txBox="1"/>
          <p:nvPr/>
        </p:nvSpPr>
        <p:spPr>
          <a:xfrm>
            <a:off x="5943196" y="1971738"/>
            <a:ext cx="1105200" cy="3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1CFD7"/>
                </a:solidFill>
              </a:rPr>
              <a:t>WAYLAND    WORKING GROUP</a:t>
            </a:r>
            <a:endParaRPr sz="700">
              <a:solidFill>
                <a:srgbClr val="31CFD7"/>
              </a:solidFill>
            </a:endParaRPr>
          </a:p>
        </p:txBody>
      </p:sp>
      <p:pic>
        <p:nvPicPr>
          <p:cNvPr id="726" name="Google Shape;726;p106" title="open-review-initiative-horizontal-color.png"/>
          <p:cNvPicPr preferRelativeResize="0"/>
          <p:nvPr/>
        </p:nvPicPr>
        <p:blipFill>
          <a:blip r:embed="rId28">
            <a:alphaModFix/>
          </a:blip>
          <a:stretch>
            <a:fillRect/>
          </a:stretch>
        </p:blipFill>
        <p:spPr>
          <a:xfrm>
            <a:off x="2473244" y="2081881"/>
            <a:ext cx="920376" cy="174383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27" name="Google Shape;727;p106" title="openrv-horizontal-black.png"/>
          <p:cNvPicPr preferRelativeResize="0"/>
          <p:nvPr/>
        </p:nvPicPr>
        <p:blipFill rotWithShape="1">
          <a:blip r:embed="rId29">
            <a:alphaModFix/>
          </a:blip>
          <a:srcRect b="0" l="0" r="64644" t="0"/>
          <a:stretch/>
        </p:blipFill>
        <p:spPr>
          <a:xfrm>
            <a:off x="5081380" y="3049055"/>
            <a:ext cx="260335" cy="234223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733" name="Google Shape;733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08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0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744" name="Google Shape;744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750" name="Google Shape;750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11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761" name="Google Shape;761;p11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11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3200" u="none" cap="none" strike="noStrike"/>
              <a:t>Governing Board Representatives</a:t>
            </a:r>
            <a:endParaRPr b="0" i="0" sz="3200" u="none" cap="none" strike="noStrike"/>
          </a:p>
        </p:txBody>
      </p:sp>
      <p:pic>
        <p:nvPicPr>
          <p:cNvPr id="768" name="Google Shape;768;p113" title="Screenshot 2026-07-15 at 3.40.1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113" y="934000"/>
            <a:ext cx="8221763" cy="4102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769" name="Google Shape;769;p1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88400" y="970625"/>
            <a:ext cx="723000" cy="7230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11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775" name="Google Shape;775;p114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115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781" name="Google Shape;781;p1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782" name="Google Shape;782;p115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11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" sz="3200" u="none" cap="none" strike="noStrike"/>
              <a:t>Governing Board Alternates</a:t>
            </a:r>
            <a:endParaRPr b="0" i="0" sz="3200" u="none" cap="none" strike="noStrike"/>
          </a:p>
        </p:txBody>
      </p:sp>
      <p:pic>
        <p:nvPicPr>
          <p:cNvPr id="789" name="Google Shape;789;p116" title="Screenshot 2026-07-15 at 3.44.2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588" y="946825"/>
            <a:ext cx="7868835" cy="4102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0" name="Google Shape;790;p1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77600" y="3695275"/>
            <a:ext cx="794400" cy="794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1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796" name="Google Shape;796;p11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1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802" name="Google Shape;802;p11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11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808" name="Google Shape;808;p11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20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12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819" name="Google Shape;819;p12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122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12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826" name="Google Shape;826;p122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27" name="Google Shape;827;p122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122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122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122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22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22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22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22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22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22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122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122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122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122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22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122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122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122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22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122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122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122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122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122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122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122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122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122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5" name="Google Shape;855;p122"/>
          <p:cNvCxnSpPr>
            <a:stCxn id="841" idx="2"/>
            <a:endCxn id="856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7" name="Google Shape;857;p122"/>
          <p:cNvCxnSpPr>
            <a:stCxn id="845" idx="2"/>
            <a:endCxn id="858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9" name="Google Shape;859;p122"/>
          <p:cNvCxnSpPr>
            <a:stCxn id="853" idx="2"/>
            <a:endCxn id="860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1" name="Google Shape;861;p122"/>
          <p:cNvCxnSpPr>
            <a:stCxn id="848" idx="2"/>
            <a:endCxn id="862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3" name="Google Shape;863;p122"/>
          <p:cNvCxnSpPr>
            <a:stCxn id="842" idx="2"/>
            <a:endCxn id="864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5" name="Google Shape;865;p122"/>
          <p:cNvCxnSpPr>
            <a:endCxn id="866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7" name="Google Shape;867;p122"/>
          <p:cNvCxnSpPr>
            <a:stCxn id="851" idx="2"/>
            <a:endCxn id="868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9" name="Google Shape;869;p122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70" name="Google Shape;870;p122"/>
          <p:cNvCxnSpPr>
            <a:stCxn id="849" idx="2"/>
            <a:endCxn id="871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1" name="Google Shape;871;p122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122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122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122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3" name="Google Shape;873;p122"/>
          <p:cNvCxnSpPr>
            <a:stCxn id="847" idx="2"/>
            <a:endCxn id="874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56" name="Google Shape;856;p122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122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122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122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122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122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5" name="Google Shape;875;p122"/>
          <p:cNvCxnSpPr>
            <a:stCxn id="844" idx="2"/>
            <a:endCxn id="876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6" name="Google Shape;876;p122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7" name="Google Shape;877;p122"/>
          <p:cNvCxnSpPr>
            <a:stCxn id="852" idx="2"/>
            <a:endCxn id="878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8" name="Google Shape;878;p122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2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884" name="Google Shape;884;p12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2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890" name="Google Shape;890;p12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2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896" name="Google Shape;896;p12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26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902" name="Google Shape;902;p12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903" name="Google Shape;903;p126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7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127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4" name="Google Shape;914;p1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2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920" name="Google Shape;920;p12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0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3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931" name="Google Shape;931;p13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0" lvl="0" marL="4572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937" name="Google Shape;937;p1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3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133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944" name="Google Shape;944;p133" title="Screenshot 2026-07-17 at 8.29.0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86669"/>
            <a:ext cx="8839199" cy="2108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950" name="Google Shape;950;p1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13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956" name="Google Shape;956;p13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