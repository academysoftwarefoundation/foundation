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2.png"/><Relationship Id="rId4" Type="http://schemas.openxmlformats.org/officeDocument/2006/relationships/image" Target="../media/image39.png"/><Relationship Id="rId5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39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6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39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6.png"/><Relationship Id="rId3" Type="http://schemas.openxmlformats.org/officeDocument/2006/relationships/image" Target="../media/image19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0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8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3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7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1.jpg"/><Relationship Id="rId3" Type="http://schemas.openxmlformats.org/officeDocument/2006/relationships/image" Target="../media/image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2.png"/><Relationship Id="rId4" Type="http://schemas.openxmlformats.org/officeDocument/2006/relationships/image" Target="../media/image39.png"/><Relationship Id="rId5" Type="http://schemas.openxmlformats.org/officeDocument/2006/relationships/image" Target="../media/image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39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26.png"/><Relationship Id="rId4" Type="http://schemas.openxmlformats.org/officeDocument/2006/relationships/image" Target="../media/image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39.png"/><Relationship Id="rId4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Relationship Id="rId3" Type="http://schemas.openxmlformats.org/officeDocument/2006/relationships/image" Target="../media/image19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0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8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2.png"/><Relationship Id="rId4" Type="http://schemas.openxmlformats.org/officeDocument/2006/relationships/image" Target="../media/image39.png"/><Relationship Id="rId5" Type="http://schemas.openxmlformats.org/officeDocument/2006/relationships/image" Target="../media/image3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39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26.png"/><Relationship Id="rId4" Type="http://schemas.openxmlformats.org/officeDocument/2006/relationships/image" Target="../media/image3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80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80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8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39.png"/><Relationship Id="rId4" Type="http://schemas.openxmlformats.org/officeDocument/2006/relationships/image" Target="../media/image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Relationship Id="rId3" Type="http://schemas.openxmlformats.org/officeDocument/2006/relationships/image" Target="../media/image3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3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Relationship Id="rId3" Type="http://schemas.openxmlformats.org/officeDocument/2006/relationships/image" Target="../media/image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4.png"/><Relationship Id="rId3" Type="http://schemas.openxmlformats.org/officeDocument/2006/relationships/image" Target="../media/image86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7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jpg"/><Relationship Id="rId3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8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5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4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4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4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4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95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95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95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95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5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png"/><Relationship Id="rId3" Type="http://schemas.openxmlformats.org/officeDocument/2006/relationships/image" Target="../media/image95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5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5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6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9.jpg"/><Relationship Id="rId3" Type="http://schemas.openxmlformats.org/officeDocument/2006/relationships/image" Target="../media/image3.png"/><Relationship Id="rId4" Type="http://schemas.openxmlformats.org/officeDocument/2006/relationships/image" Target="../media/image148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26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2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2.png"/><Relationship Id="rId4" Type="http://schemas.openxmlformats.org/officeDocument/2006/relationships/image" Target="../media/image10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8.png"/><Relationship Id="rId4" Type="http://schemas.openxmlformats.org/officeDocument/2006/relationships/image" Target="../media/image152.png"/><Relationship Id="rId5" Type="http://schemas.openxmlformats.org/officeDocument/2006/relationships/image" Target="../media/image10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7.png"/><Relationship Id="rId4" Type="http://schemas.openxmlformats.org/officeDocument/2006/relationships/image" Target="../media/image150.png"/><Relationship Id="rId5" Type="http://schemas.openxmlformats.org/officeDocument/2006/relationships/image" Target="../media/image14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7.png"/><Relationship Id="rId22" Type="http://schemas.openxmlformats.org/officeDocument/2006/relationships/image" Target="../media/image132.png"/><Relationship Id="rId21" Type="http://schemas.openxmlformats.org/officeDocument/2006/relationships/image" Target="../media/image133.png"/><Relationship Id="rId24" Type="http://schemas.openxmlformats.org/officeDocument/2006/relationships/image" Target="../media/image134.png"/><Relationship Id="rId23" Type="http://schemas.openxmlformats.org/officeDocument/2006/relationships/image" Target="../media/image130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3.png"/><Relationship Id="rId4" Type="http://schemas.openxmlformats.org/officeDocument/2006/relationships/image" Target="../media/image111.png"/><Relationship Id="rId9" Type="http://schemas.openxmlformats.org/officeDocument/2006/relationships/image" Target="../media/image118.png"/><Relationship Id="rId26" Type="http://schemas.openxmlformats.org/officeDocument/2006/relationships/image" Target="../media/image145.png"/><Relationship Id="rId25" Type="http://schemas.openxmlformats.org/officeDocument/2006/relationships/image" Target="../media/image136.png"/><Relationship Id="rId28" Type="http://schemas.openxmlformats.org/officeDocument/2006/relationships/image" Target="../media/image138.png"/><Relationship Id="rId27" Type="http://schemas.openxmlformats.org/officeDocument/2006/relationships/image" Target="../media/image137.png"/><Relationship Id="rId5" Type="http://schemas.openxmlformats.org/officeDocument/2006/relationships/image" Target="../media/image120.png"/><Relationship Id="rId6" Type="http://schemas.openxmlformats.org/officeDocument/2006/relationships/image" Target="../media/image109.png"/><Relationship Id="rId29" Type="http://schemas.openxmlformats.org/officeDocument/2006/relationships/image" Target="../media/image135.png"/><Relationship Id="rId7" Type="http://schemas.openxmlformats.org/officeDocument/2006/relationships/image" Target="../media/image117.png"/><Relationship Id="rId8" Type="http://schemas.openxmlformats.org/officeDocument/2006/relationships/image" Target="../media/image122.jpg"/><Relationship Id="rId11" Type="http://schemas.openxmlformats.org/officeDocument/2006/relationships/image" Target="../media/image131.png"/><Relationship Id="rId10" Type="http://schemas.openxmlformats.org/officeDocument/2006/relationships/image" Target="../media/image141.jpg"/><Relationship Id="rId13" Type="http://schemas.openxmlformats.org/officeDocument/2006/relationships/image" Target="../media/image123.png"/><Relationship Id="rId12" Type="http://schemas.openxmlformats.org/officeDocument/2006/relationships/image" Target="../media/image121.png"/><Relationship Id="rId15" Type="http://schemas.openxmlformats.org/officeDocument/2006/relationships/image" Target="../media/image126.png"/><Relationship Id="rId14" Type="http://schemas.openxmlformats.org/officeDocument/2006/relationships/image" Target="../media/image119.png"/><Relationship Id="rId17" Type="http://schemas.openxmlformats.org/officeDocument/2006/relationships/image" Target="../media/image125.png"/><Relationship Id="rId16" Type="http://schemas.openxmlformats.org/officeDocument/2006/relationships/image" Target="../media/image144.png"/><Relationship Id="rId19" Type="http://schemas.openxmlformats.org/officeDocument/2006/relationships/image" Target="../media/image128.png"/><Relationship Id="rId18" Type="http://schemas.openxmlformats.org/officeDocument/2006/relationships/image" Target="../media/image12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2.png"/><Relationship Id="rId4" Type="http://schemas.openxmlformats.org/officeDocument/2006/relationships/image" Target="../media/image14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