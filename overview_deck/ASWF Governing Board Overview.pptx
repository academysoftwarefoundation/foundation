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4.png"/><Relationship Id="rId3" Type="http://schemas.openxmlformats.org/officeDocument/2006/relationships/image" Target="../media/image49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49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Relationship Id="rId3" Type="http://schemas.openxmlformats.org/officeDocument/2006/relationships/image" Target="../media/image3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9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image" Target="../media/image2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4.png"/><Relationship Id="rId3" Type="http://schemas.openxmlformats.org/officeDocument/2006/relationships/image" Target="../media/image49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4.png"/><Relationship Id="rId3" Type="http://schemas.openxmlformats.org/officeDocument/2006/relationships/image" Target="../media/image7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Relationship Id="rId3" Type="http://schemas.openxmlformats.org/officeDocument/2006/relationships/image" Target="../media/image8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5.jp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1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4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0.png"/><Relationship Id="rId4" Type="http://schemas.openxmlformats.org/officeDocument/2006/relationships/image" Target="../media/image8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2.png"/><Relationship Id="rId4" Type="http://schemas.openxmlformats.org/officeDocument/2006/relationships/image" Target="../media/image8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4.png"/><Relationship Id="rId4" Type="http://schemas.openxmlformats.org/officeDocument/2006/relationships/image" Target="../media/image101.png"/><Relationship Id="rId5" Type="http://schemas.openxmlformats.org/officeDocument/2006/relationships/image" Target="../media/image9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7.png"/><Relationship Id="rId4" Type="http://schemas.openxmlformats.org/officeDocument/2006/relationships/image" Target="../media/image94.png"/><Relationship Id="rId9" Type="http://schemas.openxmlformats.org/officeDocument/2006/relationships/image" Target="../media/image100.png"/><Relationship Id="rId5" Type="http://schemas.openxmlformats.org/officeDocument/2006/relationships/image" Target="../media/image88.png"/><Relationship Id="rId6" Type="http://schemas.openxmlformats.org/officeDocument/2006/relationships/image" Target="../media/image91.png"/><Relationship Id="rId7" Type="http://schemas.openxmlformats.org/officeDocument/2006/relationships/image" Target="../media/image97.png"/><Relationship Id="rId8" Type="http://schemas.openxmlformats.org/officeDocument/2006/relationships/image" Target="../media/image90.png"/><Relationship Id="rId11" Type="http://schemas.openxmlformats.org/officeDocument/2006/relationships/image" Target="../media/image102.png"/><Relationship Id="rId10" Type="http://schemas.openxmlformats.org/officeDocument/2006/relationships/image" Target="../media/image93.png"/><Relationship Id="rId13" Type="http://schemas.openxmlformats.org/officeDocument/2006/relationships/image" Target="../media/image95.png"/><Relationship Id="rId12" Type="http://schemas.openxmlformats.org/officeDocument/2006/relationships/image" Target="../media/image107.png"/><Relationship Id="rId15" Type="http://schemas.openxmlformats.org/officeDocument/2006/relationships/image" Target="../media/image108.png"/><Relationship Id="rId14" Type="http://schemas.openxmlformats.org/officeDocument/2006/relationships/image" Target="../media/image99.png"/><Relationship Id="rId17" Type="http://schemas.openxmlformats.org/officeDocument/2006/relationships/image" Target="../media/image103.png"/><Relationship Id="rId16" Type="http://schemas.openxmlformats.org/officeDocument/2006/relationships/image" Target="../media/image104.png"/><Relationship Id="rId19" Type="http://schemas.openxmlformats.org/officeDocument/2006/relationships/image" Target="../media/image114.png"/><Relationship Id="rId18" Type="http://schemas.openxmlformats.org/officeDocument/2006/relationships/image" Target="../media/image10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1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3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