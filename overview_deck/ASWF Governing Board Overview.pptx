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7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3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3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jpg"/><Relationship Id="rId3" Type="http://schemas.openxmlformats.org/officeDocument/2006/relationships/image" Target="../media/image4.png"/><Relationship Id="rId4" Type="http://schemas.openxmlformats.org/officeDocument/2006/relationships/image" Target="../media/image10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8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4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14.png"/><Relationship Id="rId5" Type="http://schemas.openxmlformats.org/officeDocument/2006/relationships/image" Target="../media/image12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44.png"/><Relationship Id="rId21" Type="http://schemas.openxmlformats.org/officeDocument/2006/relationships/image" Target="../media/image129.png"/><Relationship Id="rId24" Type="http://schemas.openxmlformats.org/officeDocument/2006/relationships/image" Target="../media/image137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2.png"/><Relationship Id="rId9" Type="http://schemas.openxmlformats.org/officeDocument/2006/relationships/image" Target="../media/image130.png"/><Relationship Id="rId26" Type="http://schemas.openxmlformats.org/officeDocument/2006/relationships/image" Target="../media/image135.png"/><Relationship Id="rId25" Type="http://schemas.openxmlformats.org/officeDocument/2006/relationships/image" Target="../media/image132.png"/><Relationship Id="rId28" Type="http://schemas.openxmlformats.org/officeDocument/2006/relationships/image" Target="../media/image133.png"/><Relationship Id="rId27" Type="http://schemas.openxmlformats.org/officeDocument/2006/relationships/image" Target="../media/image152.png"/><Relationship Id="rId5" Type="http://schemas.openxmlformats.org/officeDocument/2006/relationships/image" Target="../media/image146.png"/><Relationship Id="rId6" Type="http://schemas.openxmlformats.org/officeDocument/2006/relationships/image" Target="../media/image120.png"/><Relationship Id="rId29" Type="http://schemas.openxmlformats.org/officeDocument/2006/relationships/image" Target="../media/image141.png"/><Relationship Id="rId7" Type="http://schemas.openxmlformats.org/officeDocument/2006/relationships/image" Target="../media/image134.png"/><Relationship Id="rId8" Type="http://schemas.openxmlformats.org/officeDocument/2006/relationships/image" Target="../media/image116.jpg"/><Relationship Id="rId11" Type="http://schemas.openxmlformats.org/officeDocument/2006/relationships/image" Target="../media/image119.png"/><Relationship Id="rId10" Type="http://schemas.openxmlformats.org/officeDocument/2006/relationships/image" Target="../media/image131.jpg"/><Relationship Id="rId13" Type="http://schemas.openxmlformats.org/officeDocument/2006/relationships/image" Target="../media/image124.png"/><Relationship Id="rId12" Type="http://schemas.openxmlformats.org/officeDocument/2006/relationships/image" Target="../media/image142.png"/><Relationship Id="rId15" Type="http://schemas.openxmlformats.org/officeDocument/2006/relationships/image" Target="../media/image151.png"/><Relationship Id="rId14" Type="http://schemas.openxmlformats.org/officeDocument/2006/relationships/image" Target="../media/image136.png"/><Relationship Id="rId17" Type="http://schemas.openxmlformats.org/officeDocument/2006/relationships/image" Target="../media/image143.png"/><Relationship Id="rId16" Type="http://schemas.openxmlformats.org/officeDocument/2006/relationships/image" Target="../media/image145.png"/><Relationship Id="rId19" Type="http://schemas.openxmlformats.org/officeDocument/2006/relationships/image" Target="../media/image125.png"/><Relationship Id="rId18" Type="http://schemas.openxmlformats.org/officeDocument/2006/relationships/image" Target="../media/image13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