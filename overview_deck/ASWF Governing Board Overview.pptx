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20" r:id="rId4"/>
    <p:sldMasterId id="2147483721" r:id="rId5"/>
    <p:sldMasterId id="214748372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20" Type="http://schemas.openxmlformats.org/officeDocument/2006/relationships/slide" Target="slides/slide1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43" Type="http://schemas.openxmlformats.org/officeDocument/2006/relationships/slide" Target="slides/slide36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slide" Target="slides/slide30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39" Type="http://schemas.openxmlformats.org/officeDocument/2006/relationships/slide" Target="slides/slide32.xml"/><Relationship Id="rId16" Type="http://schemas.openxmlformats.org/officeDocument/2006/relationships/slide" Target="slides/slide9.xml"/><Relationship Id="rId38" Type="http://schemas.openxmlformats.org/officeDocument/2006/relationships/slide" Target="slides/slide31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300" name="Google Shape;300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421fcf442e_0_492:notes"/>
          <p:cNvSpPr/>
          <p:nvPr>
            <p:ph idx="2" type="sldImg"/>
          </p:nvPr>
        </p:nvSpPr>
        <p:spPr>
          <a:xfrm>
            <a:off x="1143225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g3421fcf442e_0_4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davidmorin@davidmorin.com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9243639d8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39243639d8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2" name="Google Shape;482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4244d2d04a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8" name="Google Shape;488;g34244d2d04a_0_15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0" name="Google Shape;58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1" name="Google Shape;59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8" name="Google Shape;60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7265111e78_0_2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7265111e78_0_20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615" name="Google Shape;615;g37265111e78_0_20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7" name="Google Shape;627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37265111e78_0_2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37265111e78_0_2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635" name="Google Shape;635;g37265111e78_0_2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8" name="Google Shape;658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3" name="Google Shape;66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9" name="Google Shape;669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8" name="Google Shape;728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4" name="Google Shape;734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0" name="Google Shape;74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6" name="Google Shape;746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8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7.png"/><Relationship Id="rId3" Type="http://schemas.openxmlformats.org/officeDocument/2006/relationships/image" Target="../media/image1.png"/><Relationship Id="rId4" Type="http://schemas.openxmlformats.org/officeDocument/2006/relationships/image" Target="../media/image50.png"/><Relationship Id="rId5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7.png"/><Relationship Id="rId3" Type="http://schemas.openxmlformats.org/officeDocument/2006/relationships/image" Target="../media/image50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30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50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3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7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8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5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7.png"/><Relationship Id="rId3" Type="http://schemas.openxmlformats.org/officeDocument/2006/relationships/image" Target="../media/image1.png"/><Relationship Id="rId4" Type="http://schemas.openxmlformats.org/officeDocument/2006/relationships/image" Target="../media/image50.png"/><Relationship Id="rId5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7.png"/><Relationship Id="rId3" Type="http://schemas.openxmlformats.org/officeDocument/2006/relationships/image" Target="../media/image50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png"/><Relationship Id="rId3" Type="http://schemas.openxmlformats.org/officeDocument/2006/relationships/image" Target="../media/image30.png"/><Relationship Id="rId4" Type="http://schemas.openxmlformats.org/officeDocument/2006/relationships/image" Target="../media/image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50.png"/><Relationship Id="rId4" Type="http://schemas.openxmlformats.org/officeDocument/2006/relationships/image" Target="../media/image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3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7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8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7.png"/><Relationship Id="rId3" Type="http://schemas.openxmlformats.org/officeDocument/2006/relationships/image" Target="../media/image1.png"/><Relationship Id="rId4" Type="http://schemas.openxmlformats.org/officeDocument/2006/relationships/image" Target="../media/image50.png"/><Relationship Id="rId5" Type="http://schemas.openxmlformats.org/officeDocument/2006/relationships/image" Target="../media/image3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7.png"/><Relationship Id="rId3" Type="http://schemas.openxmlformats.org/officeDocument/2006/relationships/image" Target="../media/image50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6.png"/><Relationship Id="rId3" Type="http://schemas.openxmlformats.org/officeDocument/2006/relationships/image" Target="../media/image30.png"/><Relationship Id="rId4" Type="http://schemas.openxmlformats.org/officeDocument/2006/relationships/image" Target="../media/image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10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10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1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50.png"/><Relationship Id="rId4" Type="http://schemas.openxmlformats.org/officeDocument/2006/relationships/image" Target="../media/image3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5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3.png"/><Relationship Id="rId3" Type="http://schemas.openxmlformats.org/officeDocument/2006/relationships/image" Target="../media/image99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7.jp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4" name="Google Shape;114;p30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7" name="Google Shape;117;p31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3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3" name="Google Shape;123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5" name="Google Shape;125;p32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8" name="Google Shape;128;p33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3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0" name="Google Shape;130;p3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3" name="Google Shape;133;p34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4" name="Google Shape;134;p34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35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0" name="Google Shape;140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3" name="Google Shape;143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6" name="Google Shape;146;p3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0" name="Google Shape;150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3" name="Google Shape;153;p39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3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6" name="Google Shape;156;p4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8" name="Google Shape;158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47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47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0" name="Google Shape;180;p47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8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3" name="Google Shape;183;p48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4" name="Google Shape;184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4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88" name="Google Shape;188;p49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89" name="Google Shape;189;p4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0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2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5" name="Google Shape;195;p52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6" name="Google Shape;196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7" name="Google Shape;197;p52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98" name="Google Shape;198;p52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99" name="Google Shape;199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5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4" name="Google Shape;204;p54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7" name="Google Shape;207;p55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5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0" name="Google Shape;210;p5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3" name="Google Shape;213;p5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5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5" name="Google Shape;215;p56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5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18" name="Google Shape;218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9" name="Google Shape;219;p5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5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3" name="Google Shape;223;p58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4" name="Google Shape;224;p58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8" name="Google Shape;228;p5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9" name="Google Shape;229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3" name="Google Shape;233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7" name="Google Shape;237;p6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8" name="Google Shape;238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46" name="Google Shape;246;p63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3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64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6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3" name="Google Shape;253;p6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68" name="Google Shape;268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6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7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2" name="Google Shape;272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0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7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73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79" name="Google Shape;279;p73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0" name="Google Shape;280;p73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4" name="Google Shape;284;p75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75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theme" Target="../theme/theme2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49.xml"/><Relationship Id="rId21" Type="http://schemas.openxmlformats.org/officeDocument/2006/relationships/slideLayout" Target="../slideLayouts/slideLayout48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0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2.xml"/><Relationship Id="rId14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4.xml"/><Relationship Id="rId16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6.xml"/><Relationship Id="rId18" Type="http://schemas.openxmlformats.org/officeDocument/2006/relationships/slideLayout" Target="../slideLayouts/slideLayout45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0.xml"/><Relationship Id="rId22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1.xml"/><Relationship Id="rId23" Type="http://schemas.openxmlformats.org/officeDocument/2006/relationships/theme" Target="../theme/theme4.xml"/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2.xml"/><Relationship Id="rId15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4.xml"/><Relationship Id="rId17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6.xml"/><Relationship Id="rId19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6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  <p:sldLayoutId id="2147483694" r:id="rId20"/>
    <p:sldLayoutId id="2147483695" r:id="rId21"/>
    <p:sldLayoutId id="2147483696" r:id="rId22"/>
    <p:sldLayoutId id="2147483697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  <p:sldLayoutId id="2147483710" r:id="rId13"/>
    <p:sldLayoutId id="2147483711" r:id="rId14"/>
    <p:sldLayoutId id="2147483712" r:id="rId15"/>
    <p:sldLayoutId id="2147483713" r:id="rId16"/>
    <p:sldLayoutId id="2147483714" r:id="rId17"/>
    <p:sldLayoutId id="2147483715" r:id="rId18"/>
    <p:sldLayoutId id="2147483716" r:id="rId19"/>
    <p:sldLayoutId id="2147483717" r:id="rId20"/>
    <p:sldLayoutId id="2147483718" r:id="rId21"/>
    <p:sldLayoutId id="2147483719" r:id="rId2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4.png"/><Relationship Id="rId4" Type="http://schemas.openxmlformats.org/officeDocument/2006/relationships/image" Target="../media/image7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8.png"/><Relationship Id="rId4" Type="http://schemas.openxmlformats.org/officeDocument/2006/relationships/image" Target="../media/image8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2.png"/><Relationship Id="rId4" Type="http://schemas.openxmlformats.org/officeDocument/2006/relationships/image" Target="../media/image106.png"/><Relationship Id="rId5" Type="http://schemas.openxmlformats.org/officeDocument/2006/relationships/image" Target="../media/image10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4.png"/><Relationship Id="rId4" Type="http://schemas.openxmlformats.org/officeDocument/2006/relationships/image" Target="../media/image83.png"/><Relationship Id="rId9" Type="http://schemas.openxmlformats.org/officeDocument/2006/relationships/image" Target="../media/image92.png"/><Relationship Id="rId5" Type="http://schemas.openxmlformats.org/officeDocument/2006/relationships/image" Target="../media/image85.png"/><Relationship Id="rId6" Type="http://schemas.openxmlformats.org/officeDocument/2006/relationships/image" Target="../media/image86.png"/><Relationship Id="rId7" Type="http://schemas.openxmlformats.org/officeDocument/2006/relationships/image" Target="../media/image88.png"/><Relationship Id="rId8" Type="http://schemas.openxmlformats.org/officeDocument/2006/relationships/image" Target="../media/image89.png"/><Relationship Id="rId11" Type="http://schemas.openxmlformats.org/officeDocument/2006/relationships/image" Target="../media/image91.png"/><Relationship Id="rId10" Type="http://schemas.openxmlformats.org/officeDocument/2006/relationships/image" Target="../media/image95.png"/><Relationship Id="rId13" Type="http://schemas.openxmlformats.org/officeDocument/2006/relationships/image" Target="../media/image96.png"/><Relationship Id="rId12" Type="http://schemas.openxmlformats.org/officeDocument/2006/relationships/image" Target="../media/image94.png"/><Relationship Id="rId15" Type="http://schemas.openxmlformats.org/officeDocument/2006/relationships/image" Target="../media/image97.png"/><Relationship Id="rId14" Type="http://schemas.openxmlformats.org/officeDocument/2006/relationships/image" Target="../media/image98.png"/><Relationship Id="rId17" Type="http://schemas.openxmlformats.org/officeDocument/2006/relationships/image" Target="../media/image101.png"/><Relationship Id="rId16" Type="http://schemas.openxmlformats.org/officeDocument/2006/relationships/image" Target="../media/image100.png"/><Relationship Id="rId19" Type="http://schemas.openxmlformats.org/officeDocument/2006/relationships/image" Target="../media/image102.png"/><Relationship Id="rId18" Type="http://schemas.openxmlformats.org/officeDocument/2006/relationships/image" Target="../media/image10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aswf.io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1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76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292" name="Google Shape;292;p76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77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78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303" name="Google Shape;303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3"/>
              </a:srgbClr>
            </a:outerShdw>
          </a:effectLst>
        </p:spPr>
      </p:pic>
      <p:pic>
        <p:nvPicPr>
          <p:cNvPr descr="Google Shape;305;p2" id="304" name="Google Shape;304;p7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305" name="Google Shape;305;p78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79" title="Milestone Number"/>
          <p:cNvSpPr/>
          <p:nvPr/>
        </p:nvSpPr>
        <p:spPr>
          <a:xfrm>
            <a:off x="959904" y="314245"/>
            <a:ext cx="220800" cy="230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79" title="Milestone Tall Arrow"/>
          <p:cNvSpPr/>
          <p:nvPr/>
        </p:nvSpPr>
        <p:spPr>
          <a:xfrm>
            <a:off x="928819" y="168656"/>
            <a:ext cx="349200" cy="4060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2" name="Google Shape;312;p79"/>
          <p:cNvSpPr txBox="1"/>
          <p:nvPr/>
        </p:nvSpPr>
        <p:spPr>
          <a:xfrm>
            <a:off x="-210240" y="140458"/>
            <a:ext cx="10875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79"/>
          <p:cNvSpPr txBox="1"/>
          <p:nvPr/>
        </p:nvSpPr>
        <p:spPr>
          <a:xfrm>
            <a:off x="-66642" y="542265"/>
            <a:ext cx="9303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7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7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4" name="Google Shape;314;p79" title="Milestone Arrow"/>
          <p:cNvSpPr/>
          <p:nvPr/>
        </p:nvSpPr>
        <p:spPr>
          <a:xfrm>
            <a:off x="1348459" y="2101556"/>
            <a:ext cx="326700" cy="21183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5" name="Google Shape;315;p79" title="Milestone Number"/>
          <p:cNvSpPr/>
          <p:nvPr/>
        </p:nvSpPr>
        <p:spPr>
          <a:xfrm>
            <a:off x="1408683" y="2217023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6" name="Google Shape;316;p79" title="Milestone Text"/>
          <p:cNvGrpSpPr/>
          <p:nvPr/>
        </p:nvGrpSpPr>
        <p:grpSpPr>
          <a:xfrm>
            <a:off x="1349652" y="457106"/>
            <a:ext cx="1193601" cy="524180"/>
            <a:chOff x="2084853" y="-1437412"/>
            <a:chExt cx="1718400" cy="754650"/>
          </a:xfrm>
        </p:grpSpPr>
        <p:sp>
          <p:nvSpPr>
            <p:cNvPr id="317" name="Google Shape;317;p79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2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79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19" name="Google Shape;319;p79" title="Milestone 4"/>
          <p:cNvGrpSpPr/>
          <p:nvPr/>
        </p:nvGrpSpPr>
        <p:grpSpPr>
          <a:xfrm>
            <a:off x="2152238" y="2446146"/>
            <a:ext cx="1071454" cy="1778765"/>
            <a:chOff x="5194569" y="2879132"/>
            <a:chExt cx="1542548" cy="2560848"/>
          </a:xfrm>
        </p:grpSpPr>
        <p:sp>
          <p:nvSpPr>
            <p:cNvPr id="320" name="Google Shape;320;p79" title="Milestone Arrow"/>
            <p:cNvSpPr/>
            <p:nvPr/>
          </p:nvSpPr>
          <p:spPr>
            <a:xfrm>
              <a:off x="5195414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1" name="Google Shape;321;p79" title="Milestone Number"/>
            <p:cNvSpPr/>
            <p:nvPr/>
          </p:nvSpPr>
          <p:spPr>
            <a:xfrm>
              <a:off x="5282129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22" name="Google Shape;322;p79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323" name="Google Shape;323;p79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4" name="Google Shape;324;p79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325" name="Google Shape;325;p79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326" name="Google Shape;326;p79" title="Milestone 8"/>
          <p:cNvGrpSpPr/>
          <p:nvPr/>
        </p:nvGrpSpPr>
        <p:grpSpPr>
          <a:xfrm>
            <a:off x="3381284" y="3775194"/>
            <a:ext cx="304845" cy="330341"/>
            <a:chOff x="7791443" y="4810913"/>
            <a:chExt cx="538500" cy="608700"/>
          </a:xfrm>
        </p:grpSpPr>
        <p:sp>
          <p:nvSpPr>
            <p:cNvPr id="327" name="Google Shape;327;p79" title="Short Milestone Arrow"/>
            <p:cNvSpPr/>
            <p:nvPr/>
          </p:nvSpPr>
          <p:spPr>
            <a:xfrm>
              <a:off x="7825702" y="4810913"/>
              <a:ext cx="470100" cy="608700"/>
            </a:xfrm>
            <a:prstGeom prst="downArrow">
              <a:avLst>
                <a:gd fmla="val 100000" name="adj1"/>
                <a:gd fmla="val 50000" name="adj2"/>
              </a:avLst>
            </a:prstGeom>
            <a:solidFill>
              <a:srgbClr val="BFBFBF">
                <a:alpha val="0"/>
              </a:srgbClr>
            </a:solidFill>
            <a:ln cap="flat" cmpd="sng" w="9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8" name="Google Shape;328;p79"/>
            <p:cNvSpPr txBox="1"/>
            <p:nvPr/>
          </p:nvSpPr>
          <p:spPr>
            <a:xfrm>
              <a:off x="7791443" y="4894528"/>
              <a:ext cx="5385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COVID</a:t>
              </a:r>
              <a:endParaRPr b="0" i="0" sz="10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7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9" name="Google Shape;329;p79" title="Milestone 3"/>
          <p:cNvGrpSpPr/>
          <p:nvPr/>
        </p:nvGrpSpPr>
        <p:grpSpPr>
          <a:xfrm>
            <a:off x="1748212" y="2071221"/>
            <a:ext cx="1193751" cy="2136336"/>
            <a:chOff x="3350604" y="2363462"/>
            <a:chExt cx="1718617" cy="3075635"/>
          </a:xfrm>
        </p:grpSpPr>
        <p:sp>
          <p:nvSpPr>
            <p:cNvPr id="330" name="Google Shape;330;p79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1" name="Google Shape;331;p79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79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February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33" name="Google Shape;333;p79" title="Milestone 3"/>
          <p:cNvGrpSpPr/>
          <p:nvPr/>
        </p:nvGrpSpPr>
        <p:grpSpPr>
          <a:xfrm>
            <a:off x="2613007" y="470656"/>
            <a:ext cx="1194791" cy="3749283"/>
            <a:chOff x="3222037" y="41689"/>
            <a:chExt cx="1720114" cy="5397758"/>
          </a:xfrm>
        </p:grpSpPr>
        <p:sp>
          <p:nvSpPr>
            <p:cNvPr id="334" name="Google Shape;334;p79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5" name="Google Shape;335;p79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36" name="Google Shape;336;p79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337" name="Google Shape;337;p79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8" name="Google Shape;338;p79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339" name="Google Shape;339;p79" title="Milestone Arrow"/>
          <p:cNvSpPr/>
          <p:nvPr/>
        </p:nvSpPr>
        <p:spPr>
          <a:xfrm>
            <a:off x="3000389" y="2258806"/>
            <a:ext cx="326700" cy="1948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0" name="Google Shape;340;p79" title="Milestone Number"/>
          <p:cNvSpPr/>
          <p:nvPr/>
        </p:nvSpPr>
        <p:spPr>
          <a:xfrm>
            <a:off x="3069177" y="2341854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9"/>
          <p:cNvSpPr txBox="1"/>
          <p:nvPr/>
        </p:nvSpPr>
        <p:spPr>
          <a:xfrm>
            <a:off x="3022357" y="1770881"/>
            <a:ext cx="7572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13, 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342" name="Google Shape;342;p79" title="Milestone 3"/>
          <p:cNvGrpSpPr/>
          <p:nvPr/>
        </p:nvGrpSpPr>
        <p:grpSpPr>
          <a:xfrm>
            <a:off x="3743314" y="1524288"/>
            <a:ext cx="386337" cy="2683459"/>
            <a:chOff x="3360040" y="1779237"/>
            <a:chExt cx="556200" cy="3863316"/>
          </a:xfrm>
        </p:grpSpPr>
        <p:sp>
          <p:nvSpPr>
            <p:cNvPr id="343" name="Google Shape;343;p79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44" name="Google Shape;344;p79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79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April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7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46" name="Google Shape;346;p79"/>
          <p:cNvGrpSpPr/>
          <p:nvPr/>
        </p:nvGrpSpPr>
        <p:grpSpPr>
          <a:xfrm>
            <a:off x="4170435" y="446289"/>
            <a:ext cx="934085" cy="3761054"/>
            <a:chOff x="6941408" y="649743"/>
            <a:chExt cx="1245446" cy="5014739"/>
          </a:xfrm>
        </p:grpSpPr>
        <p:grpSp>
          <p:nvGrpSpPr>
            <p:cNvPr id="347" name="Google Shape;347;p79"/>
            <p:cNvGrpSpPr/>
            <p:nvPr/>
          </p:nvGrpSpPr>
          <p:grpSpPr>
            <a:xfrm>
              <a:off x="6941408" y="649743"/>
              <a:ext cx="1245446" cy="5014739"/>
              <a:chOff x="7627208" y="649743"/>
              <a:chExt cx="1245446" cy="5014739"/>
            </a:xfrm>
          </p:grpSpPr>
          <p:sp>
            <p:nvSpPr>
              <p:cNvPr id="348" name="Google Shape;348;p79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49" name="Google Shape;349;p79" title="Milestone Text"/>
              <p:cNvGrpSpPr/>
              <p:nvPr/>
            </p:nvGrpSpPr>
            <p:grpSpPr>
              <a:xfrm>
                <a:off x="7627208" y="649743"/>
                <a:ext cx="1245446" cy="740434"/>
                <a:chOff x="2070091" y="-1059208"/>
                <a:chExt cx="1344829" cy="771446"/>
              </a:xfrm>
            </p:grpSpPr>
            <p:sp>
              <p:nvSpPr>
                <p:cNvPr id="350" name="Google Shape;350;p79"/>
                <p:cNvSpPr txBox="1"/>
                <p:nvPr/>
              </p:nvSpPr>
              <p:spPr>
                <a:xfrm>
                  <a:off x="2075420" y="-1059208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300"/>
                    <a:buFont typeface="Arial"/>
                    <a:buNone/>
                  </a:pPr>
                  <a:r>
                    <a:rPr b="0" i="0" lang="en" sz="1100" u="none" cap="none" strike="noStrike">
                      <a:solidFill>
                        <a:srgbClr val="FFD965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1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1" name="Google Shape;351;p79"/>
                <p:cNvSpPr txBox="1"/>
                <p:nvPr/>
              </p:nvSpPr>
              <p:spPr>
                <a:xfrm>
                  <a:off x="2070091" y="-441662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D9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August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352" name="Google Shape;352;p79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3" name="Google Shape;353;p79"/>
          <p:cNvGrpSpPr/>
          <p:nvPr/>
        </p:nvGrpSpPr>
        <p:grpSpPr>
          <a:xfrm>
            <a:off x="140773" y="2770888"/>
            <a:ext cx="569903" cy="1468924"/>
            <a:chOff x="1439424" y="3403934"/>
            <a:chExt cx="820476" cy="2114777"/>
          </a:xfrm>
        </p:grpSpPr>
        <p:grpSp>
          <p:nvGrpSpPr>
            <p:cNvPr id="354" name="Google Shape;354;p79"/>
            <p:cNvGrpSpPr/>
            <p:nvPr/>
          </p:nvGrpSpPr>
          <p:grpSpPr>
            <a:xfrm>
              <a:off x="1439424" y="3945707"/>
              <a:ext cx="818400" cy="1573004"/>
              <a:chOff x="96469" y="3863942"/>
              <a:chExt cx="818400" cy="1573004"/>
            </a:xfrm>
          </p:grpSpPr>
          <p:sp>
            <p:nvSpPr>
              <p:cNvPr id="355" name="Google Shape;355;p79" title="Milestone Arrow"/>
              <p:cNvSpPr/>
              <p:nvPr/>
            </p:nvSpPr>
            <p:spPr>
              <a:xfrm>
                <a:off x="436075" y="4839046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7AB66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56" name="Google Shape;356;p79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357" name="Google Shape;357;p79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concludes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8" name="Google Shape;358;p79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359" name="Google Shape;359;p7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60" name="Google Shape;360;p79"/>
          <p:cNvGrpSpPr/>
          <p:nvPr/>
        </p:nvGrpSpPr>
        <p:grpSpPr>
          <a:xfrm>
            <a:off x="4997626" y="443331"/>
            <a:ext cx="941241" cy="3776583"/>
            <a:chOff x="8850426" y="35014"/>
            <a:chExt cx="1355083" cy="5437062"/>
          </a:xfrm>
        </p:grpSpPr>
        <p:sp>
          <p:nvSpPr>
            <p:cNvPr id="361" name="Google Shape;361;p79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62" name="Google Shape;362;p79" title="Milestone Text"/>
            <p:cNvGrpSpPr/>
            <p:nvPr/>
          </p:nvGrpSpPr>
          <p:grpSpPr>
            <a:xfrm>
              <a:off x="8850426" y="35014"/>
              <a:ext cx="1355083" cy="750022"/>
              <a:chOff x="2003774" y="-1080659"/>
              <a:chExt cx="1355083" cy="723680"/>
            </a:xfrm>
          </p:grpSpPr>
          <p:sp>
            <p:nvSpPr>
              <p:cNvPr id="363" name="Google Shape;363;p79"/>
              <p:cNvSpPr txBox="1"/>
              <p:nvPr/>
            </p:nvSpPr>
            <p:spPr>
              <a:xfrm>
                <a:off x="2003774" y="-1080659"/>
                <a:ext cx="13449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2021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79"/>
              <p:cNvSpPr txBox="1"/>
              <p:nvPr/>
            </p:nvSpPr>
            <p:spPr>
              <a:xfrm>
                <a:off x="2013957" y="-510879"/>
                <a:ext cx="13449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 4-5 2021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365" name="Google Shape;365;p79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66" name="Google Shape;366;p79" title="Milestone Number"/>
          <p:cNvSpPr/>
          <p:nvPr/>
        </p:nvSpPr>
        <p:spPr>
          <a:xfrm>
            <a:off x="3382725" y="3407980"/>
            <a:ext cx="304800" cy="298500"/>
          </a:xfrm>
          <a:prstGeom prst="ellipse">
            <a:avLst/>
          </a:prstGeom>
          <a:noFill/>
          <a:ln cap="flat" cmpd="sng" w="1270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$1M/</a:t>
            </a:r>
            <a:r>
              <a:rPr b="0" i="0" lang="en" sz="6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year</a:t>
            </a:r>
            <a:endParaRPr b="0" i="0" sz="12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79"/>
          <p:cNvSpPr txBox="1"/>
          <p:nvPr/>
        </p:nvSpPr>
        <p:spPr>
          <a:xfrm>
            <a:off x="760016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79"/>
          <p:cNvSpPr txBox="1"/>
          <p:nvPr/>
        </p:nvSpPr>
        <p:spPr>
          <a:xfrm>
            <a:off x="129271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79"/>
          <p:cNvSpPr txBox="1"/>
          <p:nvPr/>
        </p:nvSpPr>
        <p:spPr>
          <a:xfrm>
            <a:off x="170845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79"/>
          <p:cNvSpPr txBox="1"/>
          <p:nvPr/>
        </p:nvSpPr>
        <p:spPr>
          <a:xfrm>
            <a:off x="2139767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79"/>
          <p:cNvSpPr txBox="1"/>
          <p:nvPr/>
        </p:nvSpPr>
        <p:spPr>
          <a:xfrm>
            <a:off x="2567560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79"/>
          <p:cNvSpPr txBox="1"/>
          <p:nvPr/>
        </p:nvSpPr>
        <p:spPr>
          <a:xfrm>
            <a:off x="30356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79"/>
          <p:cNvSpPr txBox="1"/>
          <p:nvPr/>
        </p:nvSpPr>
        <p:spPr>
          <a:xfrm>
            <a:off x="3373411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79"/>
          <p:cNvSpPr txBox="1"/>
          <p:nvPr/>
        </p:nvSpPr>
        <p:spPr>
          <a:xfrm>
            <a:off x="3748650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79"/>
          <p:cNvSpPr txBox="1"/>
          <p:nvPr/>
        </p:nvSpPr>
        <p:spPr>
          <a:xfrm>
            <a:off x="4129622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6" name="Google Shape;376;p79"/>
          <p:cNvCxnSpPr/>
          <p:nvPr/>
        </p:nvCxnSpPr>
        <p:spPr>
          <a:xfrm>
            <a:off x="242980" y="4378913"/>
            <a:ext cx="8610900" cy="207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7" name="Google Shape;377;p79"/>
          <p:cNvCxnSpPr/>
          <p:nvPr/>
        </p:nvCxnSpPr>
        <p:spPr>
          <a:xfrm>
            <a:off x="148188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8" name="Google Shape;378;p79"/>
          <p:cNvCxnSpPr/>
          <p:nvPr/>
        </p:nvCxnSpPr>
        <p:spPr>
          <a:xfrm>
            <a:off x="1926694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9" name="Google Shape;379;p79"/>
          <p:cNvCxnSpPr/>
          <p:nvPr/>
        </p:nvCxnSpPr>
        <p:spPr>
          <a:xfrm>
            <a:off x="232914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0" name="Google Shape;380;p79"/>
          <p:cNvCxnSpPr/>
          <p:nvPr/>
        </p:nvCxnSpPr>
        <p:spPr>
          <a:xfrm>
            <a:off x="32414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1" name="Google Shape;381;p79"/>
          <p:cNvCxnSpPr/>
          <p:nvPr/>
        </p:nvCxnSpPr>
        <p:spPr>
          <a:xfrm>
            <a:off x="3917536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2" name="Google Shape;382;p79"/>
          <p:cNvCxnSpPr/>
          <p:nvPr/>
        </p:nvCxnSpPr>
        <p:spPr>
          <a:xfrm>
            <a:off x="4332090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3" name="Google Shape;383;p79"/>
          <p:cNvCxnSpPr/>
          <p:nvPr/>
        </p:nvCxnSpPr>
        <p:spPr>
          <a:xfrm>
            <a:off x="522577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4" name="Google Shape;384;p79"/>
          <p:cNvSpPr txBox="1"/>
          <p:nvPr/>
        </p:nvSpPr>
        <p:spPr>
          <a:xfrm>
            <a:off x="46560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79"/>
          <p:cNvSpPr txBox="1"/>
          <p:nvPr/>
        </p:nvSpPr>
        <p:spPr>
          <a:xfrm>
            <a:off x="117343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79"/>
          <p:cNvSpPr txBox="1"/>
          <p:nvPr/>
        </p:nvSpPr>
        <p:spPr>
          <a:xfrm>
            <a:off x="2607107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79"/>
          <p:cNvSpPr txBox="1"/>
          <p:nvPr/>
        </p:nvSpPr>
        <p:spPr>
          <a:xfrm>
            <a:off x="394647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88" name="Google Shape;388;p79"/>
          <p:cNvCxnSpPr/>
          <p:nvPr/>
        </p:nvCxnSpPr>
        <p:spPr>
          <a:xfrm>
            <a:off x="539701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9" name="Google Shape;389;p79"/>
          <p:cNvSpPr txBox="1"/>
          <p:nvPr/>
        </p:nvSpPr>
        <p:spPr>
          <a:xfrm>
            <a:off x="331942" y="4469107"/>
            <a:ext cx="369300" cy="1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0" name="Google Shape;390;p79"/>
          <p:cNvCxnSpPr/>
          <p:nvPr/>
        </p:nvCxnSpPr>
        <p:spPr>
          <a:xfrm>
            <a:off x="5800030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91" name="Google Shape;391;p79"/>
          <p:cNvSpPr txBox="1"/>
          <p:nvPr/>
        </p:nvSpPr>
        <p:spPr>
          <a:xfrm>
            <a:off x="5080448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79"/>
          <p:cNvSpPr txBox="1"/>
          <p:nvPr/>
        </p:nvSpPr>
        <p:spPr>
          <a:xfrm>
            <a:off x="501659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79"/>
          <p:cNvSpPr txBox="1"/>
          <p:nvPr/>
        </p:nvSpPr>
        <p:spPr>
          <a:xfrm>
            <a:off x="586673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79"/>
          <p:cNvSpPr txBox="1"/>
          <p:nvPr/>
        </p:nvSpPr>
        <p:spPr>
          <a:xfrm>
            <a:off x="6077848" y="446999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79"/>
          <p:cNvSpPr txBox="1"/>
          <p:nvPr/>
        </p:nvSpPr>
        <p:spPr>
          <a:xfrm>
            <a:off x="655255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6" name="Google Shape;396;p79"/>
          <p:cNvCxnSpPr/>
          <p:nvPr/>
        </p:nvCxnSpPr>
        <p:spPr>
          <a:xfrm>
            <a:off x="6716756" y="427985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397" name="Google Shape;397;p79"/>
          <p:cNvGrpSpPr/>
          <p:nvPr/>
        </p:nvGrpSpPr>
        <p:grpSpPr>
          <a:xfrm>
            <a:off x="5791518" y="231797"/>
            <a:ext cx="1816032" cy="3997974"/>
            <a:chOff x="8907691" y="-283646"/>
            <a:chExt cx="2614500" cy="5755794"/>
          </a:xfrm>
        </p:grpSpPr>
        <p:sp>
          <p:nvSpPr>
            <p:cNvPr id="398" name="Google Shape;398;p79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99" name="Google Shape;399;p79" title="Milestone Text"/>
            <p:cNvGrpSpPr/>
            <p:nvPr/>
          </p:nvGrpSpPr>
          <p:grpSpPr>
            <a:xfrm>
              <a:off x="8907691" y="-283646"/>
              <a:ext cx="2614500" cy="429118"/>
              <a:chOff x="2061039" y="-1388129"/>
              <a:chExt cx="2614500" cy="414047"/>
            </a:xfrm>
          </p:grpSpPr>
          <p:sp>
            <p:nvSpPr>
              <p:cNvPr id="400" name="Google Shape;400;p79"/>
              <p:cNvSpPr txBox="1"/>
              <p:nvPr/>
            </p:nvSpPr>
            <p:spPr>
              <a:xfrm>
                <a:off x="2061039" y="-1388129"/>
                <a:ext cx="26145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Forum 2022</a:t>
                </a:r>
                <a:endParaRPr b="0" i="0" sz="9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1" name="Google Shape;401;p79"/>
              <p:cNvSpPr txBox="1"/>
              <p:nvPr/>
            </p:nvSpPr>
            <p:spPr>
              <a:xfrm>
                <a:off x="2071216" y="-112798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2" name="Google Shape;402;p79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3" name="Google Shape;403;p79"/>
          <p:cNvGrpSpPr/>
          <p:nvPr/>
        </p:nvGrpSpPr>
        <p:grpSpPr>
          <a:xfrm>
            <a:off x="4591843" y="1705982"/>
            <a:ext cx="466400" cy="2501375"/>
            <a:chOff x="7546968" y="2329333"/>
            <a:chExt cx="621866" cy="3335167"/>
          </a:xfrm>
        </p:grpSpPr>
        <p:grpSp>
          <p:nvGrpSpPr>
            <p:cNvPr id="404" name="Google Shape;404;p79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405" name="Google Shape;405;p79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6" name="Google Shape;406;p79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7" name="Google Shape;407;p79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8" name="Google Shape;408;p79" title="Milestone 3"/>
          <p:cNvGrpSpPr/>
          <p:nvPr/>
        </p:nvGrpSpPr>
        <p:grpSpPr>
          <a:xfrm>
            <a:off x="6199641" y="635075"/>
            <a:ext cx="1194797" cy="3590772"/>
            <a:chOff x="3275133" y="269694"/>
            <a:chExt cx="1720123" cy="5169554"/>
          </a:xfrm>
        </p:grpSpPr>
        <p:sp>
          <p:nvSpPr>
            <p:cNvPr id="409" name="Google Shape;409;p79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10" name="Google Shape;410;p79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11" name="Google Shape;411;p79" title="Milestone Text"/>
            <p:cNvGrpSpPr/>
            <p:nvPr/>
          </p:nvGrpSpPr>
          <p:grpSpPr>
            <a:xfrm>
              <a:off x="3276856" y="269694"/>
              <a:ext cx="1718400" cy="675081"/>
              <a:chOff x="1937417" y="-1189897"/>
              <a:chExt cx="1718400" cy="675081"/>
            </a:xfrm>
          </p:grpSpPr>
          <p:sp>
            <p:nvSpPr>
              <p:cNvPr id="412" name="Google Shape;412;p79"/>
              <p:cNvSpPr txBox="1"/>
              <p:nvPr/>
            </p:nvSpPr>
            <p:spPr>
              <a:xfrm>
                <a:off x="1937419" y="-1189897"/>
                <a:ext cx="15657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3" name="Google Shape;413;p79"/>
              <p:cNvSpPr txBox="1"/>
              <p:nvPr/>
            </p:nvSpPr>
            <p:spPr>
              <a:xfrm>
                <a:off x="1937417" y="-668716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8-9, 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14" name="Google Shape;414;p79"/>
          <p:cNvGrpSpPr/>
          <p:nvPr/>
        </p:nvGrpSpPr>
        <p:grpSpPr>
          <a:xfrm>
            <a:off x="5417350" y="1663056"/>
            <a:ext cx="466425" cy="2571398"/>
            <a:chOff x="9537094" y="2280168"/>
            <a:chExt cx="621900" cy="3428530"/>
          </a:xfrm>
        </p:grpSpPr>
        <p:grpSp>
          <p:nvGrpSpPr>
            <p:cNvPr id="415" name="Google Shape;415;p79"/>
            <p:cNvGrpSpPr/>
            <p:nvPr/>
          </p:nvGrpSpPr>
          <p:grpSpPr>
            <a:xfrm>
              <a:off x="9537094" y="2280168"/>
              <a:ext cx="621900" cy="3428530"/>
              <a:chOff x="10070494" y="2280168"/>
              <a:chExt cx="621900" cy="3428530"/>
            </a:xfrm>
          </p:grpSpPr>
          <p:sp>
            <p:nvSpPr>
              <p:cNvPr id="416" name="Google Shape;416;p79" title="Milestone Arrow"/>
              <p:cNvSpPr/>
              <p:nvPr/>
            </p:nvSpPr>
            <p:spPr>
              <a:xfrm>
                <a:off x="10070494" y="2809198"/>
                <a:ext cx="435600" cy="28995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17" name="Google Shape;417;p79"/>
              <p:cNvSpPr txBox="1"/>
              <p:nvPr/>
            </p:nvSpPr>
            <p:spPr>
              <a:xfrm>
                <a:off x="10070494" y="2280168"/>
                <a:ext cx="621900" cy="7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Jan. 28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Wevr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18" name="Google Shape;418;p79" title="Milestone Number"/>
            <p:cNvSpPr/>
            <p:nvPr/>
          </p:nvSpPr>
          <p:spPr>
            <a:xfrm>
              <a:off x="9628865" y="2949719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19" name="Google Shape;419;p79"/>
          <p:cNvCxnSpPr/>
          <p:nvPr/>
        </p:nvCxnSpPr>
        <p:spPr>
          <a:xfrm>
            <a:off x="2830476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0" name="Google Shape;420;p79"/>
          <p:cNvCxnSpPr/>
          <p:nvPr/>
        </p:nvCxnSpPr>
        <p:spPr>
          <a:xfrm>
            <a:off x="4829733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1" name="Google Shape;421;p79"/>
          <p:cNvCxnSpPr/>
          <p:nvPr/>
        </p:nvCxnSpPr>
        <p:spPr>
          <a:xfrm>
            <a:off x="6327001" y="4266925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2" name="Google Shape;422;p79"/>
          <p:cNvCxnSpPr/>
          <p:nvPr/>
        </p:nvCxnSpPr>
        <p:spPr>
          <a:xfrm>
            <a:off x="7277004" y="426691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23" name="Google Shape;423;p79" title="Milestone Number"/>
          <p:cNvSpPr/>
          <p:nvPr/>
        </p:nvSpPr>
        <p:spPr>
          <a:xfrm>
            <a:off x="967088" y="264248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4" name="Google Shape;424;p79"/>
          <p:cNvGrpSpPr/>
          <p:nvPr/>
        </p:nvGrpSpPr>
        <p:grpSpPr>
          <a:xfrm>
            <a:off x="6565531" y="2019409"/>
            <a:ext cx="1222975" cy="2178875"/>
            <a:chOff x="8975110" y="-182491"/>
            <a:chExt cx="1760689" cy="3136877"/>
          </a:xfrm>
        </p:grpSpPr>
        <p:sp>
          <p:nvSpPr>
            <p:cNvPr id="425" name="Google Shape;425;p79" title="Milestone Arrow"/>
            <p:cNvSpPr/>
            <p:nvPr/>
          </p:nvSpPr>
          <p:spPr>
            <a:xfrm>
              <a:off x="8997146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26" name="Google Shape;426;p79" title="Milestone Text"/>
            <p:cNvGrpSpPr/>
            <p:nvPr/>
          </p:nvGrpSpPr>
          <p:grpSpPr>
            <a:xfrm>
              <a:off x="8975110" y="-182491"/>
              <a:ext cx="1760689" cy="586495"/>
              <a:chOff x="2128458" y="-1290525"/>
              <a:chExt cx="1760689" cy="565896"/>
            </a:xfrm>
          </p:grpSpPr>
          <p:sp>
            <p:nvSpPr>
              <p:cNvPr id="427" name="Google Shape;427;p79"/>
              <p:cNvSpPr txBox="1"/>
              <p:nvPr/>
            </p:nvSpPr>
            <p:spPr>
              <a:xfrm>
                <a:off x="2128458" y="-1290525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28" name="Google Shape;428;p79"/>
              <p:cNvSpPr txBox="1"/>
              <p:nvPr/>
            </p:nvSpPr>
            <p:spPr>
              <a:xfrm>
                <a:off x="2170747" y="-87852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Feb. 16 2023</a:t>
                </a:r>
                <a:endParaRPr b="0" i="0" sz="7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29" name="Google Shape;429;p79" title="Milestone Number"/>
            <p:cNvSpPr/>
            <p:nvPr/>
          </p:nvSpPr>
          <p:spPr>
            <a:xfrm>
              <a:off x="9107417" y="105132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30" name="Google Shape;430;p79"/>
          <p:cNvCxnSpPr/>
          <p:nvPr/>
        </p:nvCxnSpPr>
        <p:spPr>
          <a:xfrm>
            <a:off x="1090172" y="424642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31" name="Google Shape;431;p79"/>
          <p:cNvSpPr txBox="1"/>
          <p:nvPr/>
        </p:nvSpPr>
        <p:spPr>
          <a:xfrm>
            <a:off x="5588834" y="4469104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79"/>
          <p:cNvSpPr txBox="1"/>
          <p:nvPr/>
        </p:nvSpPr>
        <p:spPr>
          <a:xfrm>
            <a:off x="686088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79"/>
          <p:cNvSpPr txBox="1"/>
          <p:nvPr/>
        </p:nvSpPr>
        <p:spPr>
          <a:xfrm>
            <a:off x="7001028" y="4476532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4" name="Google Shape;434;p79" title="Milestone 3"/>
          <p:cNvGrpSpPr/>
          <p:nvPr/>
        </p:nvGrpSpPr>
        <p:grpSpPr>
          <a:xfrm>
            <a:off x="7146826" y="610225"/>
            <a:ext cx="1194786" cy="3609778"/>
            <a:chOff x="3275150" y="242254"/>
            <a:chExt cx="1720106" cy="5196916"/>
          </a:xfrm>
        </p:grpSpPr>
        <p:sp>
          <p:nvSpPr>
            <p:cNvPr id="435" name="Google Shape;435;p79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6" name="Google Shape;436;p79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7" name="Google Shape;437;p79" title="Milestone Text"/>
            <p:cNvGrpSpPr/>
            <p:nvPr/>
          </p:nvGrpSpPr>
          <p:grpSpPr>
            <a:xfrm>
              <a:off x="3276847" y="242254"/>
              <a:ext cx="1718409" cy="725787"/>
              <a:chOff x="1937408" y="-1217337"/>
              <a:chExt cx="1718409" cy="725787"/>
            </a:xfrm>
          </p:grpSpPr>
          <p:sp>
            <p:nvSpPr>
              <p:cNvPr id="438" name="Google Shape;438;p79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79"/>
              <p:cNvSpPr txBox="1"/>
              <p:nvPr/>
            </p:nvSpPr>
            <p:spPr>
              <a:xfrm>
                <a:off x="1937417" y="-64545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40" name="Google Shape;440;p79"/>
          <p:cNvSpPr txBox="1"/>
          <p:nvPr/>
        </p:nvSpPr>
        <p:spPr>
          <a:xfrm>
            <a:off x="7749220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1" name="Google Shape;441;p79"/>
          <p:cNvGrpSpPr/>
          <p:nvPr/>
        </p:nvGrpSpPr>
        <p:grpSpPr>
          <a:xfrm>
            <a:off x="7518304" y="1820622"/>
            <a:ext cx="1200676" cy="2377338"/>
            <a:chOff x="9007213" y="-259748"/>
            <a:chExt cx="1728586" cy="3213922"/>
          </a:xfrm>
        </p:grpSpPr>
        <p:sp>
          <p:nvSpPr>
            <p:cNvPr id="442" name="Google Shape;442;p79" title="Milestone Arrow"/>
            <p:cNvSpPr/>
            <p:nvPr/>
          </p:nvSpPr>
          <p:spPr>
            <a:xfrm>
              <a:off x="9029245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43" name="Google Shape;443;p79" title="Milestone Text"/>
            <p:cNvGrpSpPr/>
            <p:nvPr/>
          </p:nvGrpSpPr>
          <p:grpSpPr>
            <a:xfrm>
              <a:off x="9007213" y="-259748"/>
              <a:ext cx="1728586" cy="509236"/>
              <a:chOff x="2160561" y="-1365070"/>
              <a:chExt cx="1728586" cy="491351"/>
            </a:xfrm>
          </p:grpSpPr>
          <p:sp>
            <p:nvSpPr>
              <p:cNvPr id="444" name="Google Shape;444;p79"/>
              <p:cNvSpPr txBox="1"/>
              <p:nvPr/>
            </p:nvSpPr>
            <p:spPr>
              <a:xfrm>
                <a:off x="2160561" y="-1365070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5" name="Google Shape;445;p79"/>
              <p:cNvSpPr txBox="1"/>
              <p:nvPr/>
            </p:nvSpPr>
            <p:spPr>
              <a:xfrm>
                <a:off x="2170747" y="-102761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46" name="Google Shape;446;p79" title="Milestone Number"/>
            <p:cNvSpPr/>
            <p:nvPr/>
          </p:nvSpPr>
          <p:spPr>
            <a:xfrm>
              <a:off x="9107417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7" name="Google Shape;447;p79"/>
          <p:cNvSpPr txBox="1"/>
          <p:nvPr/>
        </p:nvSpPr>
        <p:spPr>
          <a:xfrm>
            <a:off x="7516267" y="448665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8" name="Google Shape;448;p79"/>
          <p:cNvCxnSpPr/>
          <p:nvPr/>
        </p:nvCxnSpPr>
        <p:spPr>
          <a:xfrm>
            <a:off x="7697647" y="430444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49" name="Google Shape;449;p79"/>
          <p:cNvCxnSpPr/>
          <p:nvPr/>
        </p:nvCxnSpPr>
        <p:spPr>
          <a:xfrm>
            <a:off x="35843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450" name="Google Shape;450;p79" title="Milestone 3"/>
          <p:cNvGrpSpPr/>
          <p:nvPr/>
        </p:nvGrpSpPr>
        <p:grpSpPr>
          <a:xfrm>
            <a:off x="8091638" y="164065"/>
            <a:ext cx="1194190" cy="4055978"/>
            <a:chOff x="3275158" y="-400072"/>
            <a:chExt cx="1719248" cy="5839300"/>
          </a:xfrm>
        </p:grpSpPr>
        <p:sp>
          <p:nvSpPr>
            <p:cNvPr id="451" name="Google Shape;451;p79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2" name="Google Shape;452;p79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53" name="Google Shape;453;p79" title="Milestone Text"/>
            <p:cNvGrpSpPr/>
            <p:nvPr/>
          </p:nvGrpSpPr>
          <p:grpSpPr>
            <a:xfrm>
              <a:off x="3276006" y="-400072"/>
              <a:ext cx="1718400" cy="692543"/>
              <a:chOff x="1936567" y="-1859663"/>
              <a:chExt cx="1718400" cy="692543"/>
            </a:xfrm>
          </p:grpSpPr>
          <p:sp>
            <p:nvSpPr>
              <p:cNvPr id="454" name="Google Shape;454;p79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79"/>
              <p:cNvSpPr txBox="1"/>
              <p:nvPr/>
            </p:nvSpPr>
            <p:spPr>
              <a:xfrm>
                <a:off x="1936567" y="-132102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</a:t>
                </a:r>
                <a:r>
                  <a:rPr lang="en" sz="800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4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456" name="Google Shape;456;p79"/>
          <p:cNvCxnSpPr/>
          <p:nvPr/>
        </p:nvCxnSpPr>
        <p:spPr>
          <a:xfrm>
            <a:off x="8291941" y="427615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57" name="Google Shape;457;p79"/>
          <p:cNvSpPr txBox="1"/>
          <p:nvPr/>
        </p:nvSpPr>
        <p:spPr>
          <a:xfrm>
            <a:off x="8015965" y="448577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8" name="Google Shape;458;p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46750" y="155930"/>
            <a:ext cx="349200" cy="4295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59" name="Google Shape;459;p79"/>
          <p:cNvGrpSpPr/>
          <p:nvPr/>
        </p:nvGrpSpPr>
        <p:grpSpPr>
          <a:xfrm>
            <a:off x="8471926" y="1067616"/>
            <a:ext cx="1200676" cy="3139302"/>
            <a:chOff x="9017385" y="-1289895"/>
            <a:chExt cx="1728586" cy="4244020"/>
          </a:xfrm>
        </p:grpSpPr>
        <p:sp>
          <p:nvSpPr>
            <p:cNvPr id="460" name="Google Shape;460;p79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61" name="Google Shape;461;p79" title="Milestone Text"/>
            <p:cNvGrpSpPr/>
            <p:nvPr/>
          </p:nvGrpSpPr>
          <p:grpSpPr>
            <a:xfrm>
              <a:off x="9017385" y="-1289895"/>
              <a:ext cx="1728586" cy="519553"/>
              <a:chOff x="2170733" y="-2359037"/>
              <a:chExt cx="1728586" cy="501305"/>
            </a:xfrm>
          </p:grpSpPr>
          <p:sp>
            <p:nvSpPr>
              <p:cNvPr id="462" name="Google Shape;462;p79"/>
              <p:cNvSpPr txBox="1"/>
              <p:nvPr/>
            </p:nvSpPr>
            <p:spPr>
              <a:xfrm>
                <a:off x="2170733" y="-2359037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63" name="Google Shape;463;p79"/>
              <p:cNvSpPr txBox="1"/>
              <p:nvPr/>
            </p:nvSpPr>
            <p:spPr>
              <a:xfrm>
                <a:off x="2180919" y="-201163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13</a:t>
                </a: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lang="en" sz="800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sz="8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sz="1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</a:t>
                </a: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64" name="Google Shape;464;p79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</a:t>
              </a:r>
              <a:r>
                <a:rPr lang="en" sz="800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5" name="Google Shape;465;p79"/>
          <p:cNvSpPr txBox="1"/>
          <p:nvPr/>
        </p:nvSpPr>
        <p:spPr>
          <a:xfrm>
            <a:off x="8489567" y="4495651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6" name="Google Shape;466;p79"/>
          <p:cNvCxnSpPr/>
          <p:nvPr/>
        </p:nvCxnSpPr>
        <p:spPr>
          <a:xfrm>
            <a:off x="8670947" y="431343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8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Membership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80"/>
          <p:cNvSpPr txBox="1"/>
          <p:nvPr/>
        </p:nvSpPr>
        <p:spPr>
          <a:xfrm>
            <a:off x="155625" y="918375"/>
            <a:ext cx="40269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Premier</a:t>
            </a:r>
            <a:endParaRPr b="1" sz="1397"/>
          </a:p>
        </p:txBody>
      </p:sp>
      <p:sp>
        <p:nvSpPr>
          <p:cNvPr id="473" name="Google Shape;473;p80"/>
          <p:cNvSpPr txBox="1"/>
          <p:nvPr/>
        </p:nvSpPr>
        <p:spPr>
          <a:xfrm>
            <a:off x="4177454" y="918375"/>
            <a:ext cx="31983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General</a:t>
            </a:r>
            <a:endParaRPr b="1" sz="1397"/>
          </a:p>
        </p:txBody>
      </p:sp>
      <p:sp>
        <p:nvSpPr>
          <p:cNvPr id="474" name="Google Shape;474;p80"/>
          <p:cNvSpPr txBox="1"/>
          <p:nvPr/>
        </p:nvSpPr>
        <p:spPr>
          <a:xfrm>
            <a:off x="7477580" y="918375"/>
            <a:ext cx="15105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Associate</a:t>
            </a:r>
            <a:endParaRPr b="1" sz="1397"/>
          </a:p>
        </p:txBody>
      </p:sp>
      <p:cxnSp>
        <p:nvCxnSpPr>
          <p:cNvPr id="475" name="Google Shape;475;p80"/>
          <p:cNvCxnSpPr/>
          <p:nvPr/>
        </p:nvCxnSpPr>
        <p:spPr>
          <a:xfrm flipH="1">
            <a:off x="4177638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76" name="Google Shape;476;p80"/>
          <p:cNvCxnSpPr/>
          <p:nvPr/>
        </p:nvCxnSpPr>
        <p:spPr>
          <a:xfrm flipH="1">
            <a:off x="7375814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77" name="Google Shape;477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7589" y="1479382"/>
            <a:ext cx="1510783" cy="27093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Google Shape;478;p80" title="Screenshot 2026-02-18 at 3.44.52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609" y="1194573"/>
            <a:ext cx="3428218" cy="3852253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80" title="Screenshot 2026-02-18 at 3.55.1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36782" y="1423263"/>
            <a:ext cx="2884921" cy="2553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8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485" name="Google Shape;485;p8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82"/>
          <p:cNvSpPr txBox="1"/>
          <p:nvPr/>
        </p:nvSpPr>
        <p:spPr>
          <a:xfrm>
            <a:off x="354047" y="4976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Academy Software Foundation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F79646"/>
                </a:solidFill>
                <a:latin typeface="Arial"/>
                <a:ea typeface="Arial"/>
                <a:cs typeface="Arial"/>
                <a:sym typeface="Arial"/>
              </a:rPr>
              <a:t>Structure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491" name="Google Shape;491;p82" title="OpenAPV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73319" y="3076819"/>
            <a:ext cx="440681" cy="13353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92" name="Google Shape;492;p82"/>
          <p:cNvGrpSpPr/>
          <p:nvPr/>
        </p:nvGrpSpPr>
        <p:grpSpPr>
          <a:xfrm>
            <a:off x="172215" y="1292325"/>
            <a:ext cx="8858043" cy="3227494"/>
            <a:chOff x="229621" y="1723100"/>
            <a:chExt cx="11810724" cy="4303325"/>
          </a:xfrm>
        </p:grpSpPr>
        <p:cxnSp>
          <p:nvCxnSpPr>
            <p:cNvPr id="493" name="Google Shape;493;p82"/>
            <p:cNvCxnSpPr/>
            <p:nvPr/>
          </p:nvCxnSpPr>
          <p:spPr>
            <a:xfrm>
              <a:off x="3807489" y="3305081"/>
              <a:ext cx="0" cy="2536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4" name="Google Shape;494;p82"/>
            <p:cNvCxnSpPr/>
            <p:nvPr/>
          </p:nvCxnSpPr>
          <p:spPr>
            <a:xfrm>
              <a:off x="3152584" y="3299129"/>
              <a:ext cx="0" cy="255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5" name="Google Shape;495;p82"/>
            <p:cNvCxnSpPr/>
            <p:nvPr/>
          </p:nvCxnSpPr>
          <p:spPr>
            <a:xfrm>
              <a:off x="11564485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6" name="Google Shape;496;p82"/>
            <p:cNvCxnSpPr/>
            <p:nvPr/>
          </p:nvCxnSpPr>
          <p:spPr>
            <a:xfrm>
              <a:off x="1871400" y="32981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7" name="Google Shape;497;p82"/>
            <p:cNvCxnSpPr/>
            <p:nvPr/>
          </p:nvCxnSpPr>
          <p:spPr>
            <a:xfrm>
              <a:off x="7060975" y="3308350"/>
              <a:ext cx="0" cy="2469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8" name="Google Shape;498;p82"/>
            <p:cNvCxnSpPr/>
            <p:nvPr/>
          </p:nvCxnSpPr>
          <p:spPr>
            <a:xfrm>
              <a:off x="10949141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9" name="Google Shape;499;p82"/>
            <p:cNvCxnSpPr/>
            <p:nvPr/>
          </p:nvCxnSpPr>
          <p:spPr>
            <a:xfrm>
              <a:off x="7708755" y="3305081"/>
              <a:ext cx="0" cy="25044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0" name="Google Shape;500;p82"/>
            <p:cNvCxnSpPr/>
            <p:nvPr/>
          </p:nvCxnSpPr>
          <p:spPr>
            <a:xfrm>
              <a:off x="8346890" y="3297146"/>
              <a:ext cx="0" cy="2512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1" name="Google Shape;501;p82"/>
            <p:cNvCxnSpPr/>
            <p:nvPr/>
          </p:nvCxnSpPr>
          <p:spPr>
            <a:xfrm>
              <a:off x="9009384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2" name="Google Shape;502;p82"/>
            <p:cNvCxnSpPr/>
            <p:nvPr/>
          </p:nvCxnSpPr>
          <p:spPr>
            <a:xfrm>
              <a:off x="9655967" y="3296045"/>
              <a:ext cx="0" cy="2577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3" name="Google Shape;503;p82"/>
            <p:cNvCxnSpPr/>
            <p:nvPr/>
          </p:nvCxnSpPr>
          <p:spPr>
            <a:xfrm>
              <a:off x="10301326" y="3290250"/>
              <a:ext cx="0" cy="2527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4" name="Google Shape;504;p82"/>
            <p:cNvCxnSpPr/>
            <p:nvPr/>
          </p:nvCxnSpPr>
          <p:spPr>
            <a:xfrm>
              <a:off x="5781247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5" name="Google Shape;505;p82"/>
            <p:cNvCxnSpPr/>
            <p:nvPr/>
          </p:nvCxnSpPr>
          <p:spPr>
            <a:xfrm>
              <a:off x="5124012" y="3297146"/>
              <a:ext cx="0" cy="24807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6" name="Google Shape;506;p82"/>
            <p:cNvCxnSpPr/>
            <p:nvPr/>
          </p:nvCxnSpPr>
          <p:spPr>
            <a:xfrm>
              <a:off x="4466638" y="3297146"/>
              <a:ext cx="0" cy="25998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7" name="Google Shape;507;p82"/>
            <p:cNvCxnSpPr/>
            <p:nvPr/>
          </p:nvCxnSpPr>
          <p:spPr>
            <a:xfrm>
              <a:off x="6429450" y="2349500"/>
              <a:ext cx="0" cy="3460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8" name="Google Shape;508;p82"/>
            <p:cNvCxnSpPr>
              <a:stCxn id="509" idx="3"/>
              <a:endCxn id="510" idx="1"/>
            </p:cNvCxnSpPr>
            <p:nvPr/>
          </p:nvCxnSpPr>
          <p:spPr>
            <a:xfrm flipH="1" rot="10800000">
              <a:off x="8574901" y="2208350"/>
              <a:ext cx="262500" cy="21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1" name="Google Shape;511;p82"/>
            <p:cNvGrpSpPr/>
            <p:nvPr/>
          </p:nvGrpSpPr>
          <p:grpSpPr>
            <a:xfrm>
              <a:off x="8837479" y="1909187"/>
              <a:ext cx="2512263" cy="598261"/>
              <a:chOff x="-1" y="-1"/>
              <a:chExt cx="2980500" cy="661500"/>
            </a:xfrm>
          </p:grpSpPr>
          <p:sp>
            <p:nvSpPr>
              <p:cNvPr id="510" name="Google Shape;510;p82"/>
              <p:cNvSpPr/>
              <p:nvPr/>
            </p:nvSpPr>
            <p:spPr>
              <a:xfrm>
                <a:off x="-1" y="-1"/>
                <a:ext cx="29805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85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7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12" name="Google Shape;512;p82"/>
              <p:cNvSpPr txBox="1"/>
              <p:nvPr/>
            </p:nvSpPr>
            <p:spPr>
              <a:xfrm>
                <a:off x="125267" y="132331"/>
                <a:ext cx="2729400" cy="364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3350" lIns="23350" spcFirstLastPara="1" rIns="23350" wrap="square" tIns="23350">
                <a:sp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1000"/>
                  <a:buFont typeface="Roboto"/>
                  <a:buNone/>
                </a:pPr>
                <a:r>
                  <a:rPr b="0" i="0" lang="en" sz="130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1000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cxnSp>
          <p:nvCxnSpPr>
            <p:cNvPr id="513" name="Google Shape;513;p82"/>
            <p:cNvCxnSpPr/>
            <p:nvPr/>
          </p:nvCxnSpPr>
          <p:spPr>
            <a:xfrm flipH="1" rot="10800000">
              <a:off x="4023124" y="2207018"/>
              <a:ext cx="263100" cy="24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4" name="Google Shape;514;p82"/>
            <p:cNvGrpSpPr/>
            <p:nvPr/>
          </p:nvGrpSpPr>
          <p:grpSpPr>
            <a:xfrm>
              <a:off x="3330873" y="4524423"/>
              <a:ext cx="952026" cy="675722"/>
              <a:chOff x="10505351" y="3922519"/>
              <a:chExt cx="1515000" cy="1045200"/>
            </a:xfrm>
          </p:grpSpPr>
          <p:sp>
            <p:nvSpPr>
              <p:cNvPr id="515" name="Google Shape;515;p82"/>
              <p:cNvSpPr/>
              <p:nvPr/>
            </p:nvSpPr>
            <p:spPr>
              <a:xfrm>
                <a:off x="10505351" y="3922519"/>
                <a:ext cx="1515000" cy="1045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descr="&lt;MaterialX Logo&gt;" id="516" name="Google Shape;516;p82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10745184" y="4070535"/>
                <a:ext cx="1035337" cy="7759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17" name="Google Shape;517;p82"/>
            <p:cNvGrpSpPr/>
            <p:nvPr/>
          </p:nvGrpSpPr>
          <p:grpSpPr>
            <a:xfrm>
              <a:off x="8525606" y="4524485"/>
              <a:ext cx="951615" cy="675695"/>
              <a:chOff x="2059808" y="4123084"/>
              <a:chExt cx="829800" cy="589200"/>
            </a:xfrm>
          </p:grpSpPr>
          <p:sp>
            <p:nvSpPr>
              <p:cNvPr id="518" name="Google Shape;518;p82"/>
              <p:cNvSpPr/>
              <p:nvPr/>
            </p:nvSpPr>
            <p:spPr>
              <a:xfrm>
                <a:off x="2059808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19" name="Google Shape;519;p82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2269469" y="4184374"/>
                <a:ext cx="394500" cy="44969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0" name="Google Shape;520;p82"/>
            <p:cNvGrpSpPr/>
            <p:nvPr/>
          </p:nvGrpSpPr>
          <p:grpSpPr>
            <a:xfrm>
              <a:off x="9826759" y="4526234"/>
              <a:ext cx="951615" cy="676039"/>
              <a:chOff x="1148865" y="4123029"/>
              <a:chExt cx="829800" cy="589500"/>
            </a:xfrm>
          </p:grpSpPr>
          <p:sp>
            <p:nvSpPr>
              <p:cNvPr id="521" name="Google Shape;521;p82"/>
              <p:cNvSpPr/>
              <p:nvPr/>
            </p:nvSpPr>
            <p:spPr>
              <a:xfrm>
                <a:off x="1148865" y="4123029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2" name="Google Shape;522;p82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1287056" y="4197068"/>
                <a:ext cx="575501" cy="439658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3" name="Google Shape;523;p82"/>
            <p:cNvGrpSpPr/>
            <p:nvPr/>
          </p:nvGrpSpPr>
          <p:grpSpPr>
            <a:xfrm>
              <a:off x="11088730" y="4526400"/>
              <a:ext cx="951615" cy="675695"/>
              <a:chOff x="237923" y="4123084"/>
              <a:chExt cx="829800" cy="589200"/>
            </a:xfrm>
          </p:grpSpPr>
          <p:sp>
            <p:nvSpPr>
              <p:cNvPr id="524" name="Google Shape;524;p82"/>
              <p:cNvSpPr/>
              <p:nvPr/>
            </p:nvSpPr>
            <p:spPr>
              <a:xfrm>
                <a:off x="237923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5" name="Google Shape;525;p82"/>
              <p:cNvPicPr preferRelativeResize="0"/>
              <p:nvPr/>
            </p:nvPicPr>
            <p:blipFill rotWithShape="1">
              <a:blip r:embed="rId7">
                <a:alphaModFix/>
              </a:blip>
              <a:srcRect b="0" l="0" r="0" t="0"/>
              <a:stretch/>
            </p:blipFill>
            <p:spPr>
              <a:xfrm>
                <a:off x="365118" y="4234533"/>
                <a:ext cx="575500" cy="37047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6" name="Google Shape;526;p82"/>
            <p:cNvGrpSpPr/>
            <p:nvPr/>
          </p:nvGrpSpPr>
          <p:grpSpPr>
            <a:xfrm>
              <a:off x="7228095" y="4526226"/>
              <a:ext cx="951615" cy="676039"/>
              <a:chOff x="2970750" y="4123012"/>
              <a:chExt cx="829800" cy="589500"/>
            </a:xfrm>
          </p:grpSpPr>
          <p:sp>
            <p:nvSpPr>
              <p:cNvPr id="527" name="Google Shape;527;p82"/>
              <p:cNvSpPr/>
              <p:nvPr/>
            </p:nvSpPr>
            <p:spPr>
              <a:xfrm>
                <a:off x="2970750" y="412301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8" name="Google Shape;528;p82"/>
              <p:cNvPicPr preferRelativeResize="0"/>
              <p:nvPr/>
            </p:nvPicPr>
            <p:blipFill rotWithShape="1">
              <a:blip r:embed="rId8">
                <a:alphaModFix/>
              </a:blip>
              <a:srcRect b="0" l="0" r="0" t="0"/>
              <a:stretch/>
            </p:blipFill>
            <p:spPr>
              <a:xfrm>
                <a:off x="3024743" y="4232589"/>
                <a:ext cx="740204" cy="37047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9" name="Google Shape;529;p82"/>
            <p:cNvGrpSpPr/>
            <p:nvPr/>
          </p:nvGrpSpPr>
          <p:grpSpPr>
            <a:xfrm>
              <a:off x="5945233" y="4526227"/>
              <a:ext cx="951615" cy="676039"/>
              <a:chOff x="3881693" y="4123022"/>
              <a:chExt cx="829800" cy="589500"/>
            </a:xfrm>
          </p:grpSpPr>
          <p:sp>
            <p:nvSpPr>
              <p:cNvPr id="530" name="Google Shape;530;p82"/>
              <p:cNvSpPr/>
              <p:nvPr/>
            </p:nvSpPr>
            <p:spPr>
              <a:xfrm>
                <a:off x="3881693" y="412302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1" name="Google Shape;531;p82"/>
              <p:cNvPicPr preferRelativeResize="0"/>
              <p:nvPr/>
            </p:nvPicPr>
            <p:blipFill rotWithShape="1">
              <a:blip r:embed="rId9">
                <a:alphaModFix/>
              </a:blip>
              <a:srcRect b="0" l="0" r="0" t="0"/>
              <a:stretch/>
            </p:blipFill>
            <p:spPr>
              <a:xfrm>
                <a:off x="3999092" y="4206541"/>
                <a:ext cx="575475" cy="43749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2" name="Google Shape;532;p82"/>
            <p:cNvGrpSpPr/>
            <p:nvPr/>
          </p:nvGrpSpPr>
          <p:grpSpPr>
            <a:xfrm>
              <a:off x="4622886" y="4526427"/>
              <a:ext cx="951833" cy="675882"/>
              <a:chOff x="4215249" y="3884303"/>
              <a:chExt cx="714000" cy="507000"/>
            </a:xfrm>
          </p:grpSpPr>
          <p:sp>
            <p:nvSpPr>
              <p:cNvPr id="533" name="Google Shape;533;p82"/>
              <p:cNvSpPr/>
              <p:nvPr/>
            </p:nvSpPr>
            <p:spPr>
              <a:xfrm>
                <a:off x="4215249" y="3884303"/>
                <a:ext cx="714000" cy="5070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4" name="Google Shape;534;p82"/>
              <p:cNvPicPr preferRelativeResize="0"/>
              <p:nvPr/>
            </p:nvPicPr>
            <p:blipFill rotWithShape="1">
              <a:blip r:embed="rId10">
                <a:alphaModFix/>
              </a:blip>
              <a:srcRect b="0" l="0" r="0" t="0"/>
              <a:stretch/>
            </p:blipFill>
            <p:spPr>
              <a:xfrm>
                <a:off x="4261671" y="3934599"/>
                <a:ext cx="636816" cy="41659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5" name="Google Shape;535;p82"/>
            <p:cNvGrpSpPr/>
            <p:nvPr/>
          </p:nvGrpSpPr>
          <p:grpSpPr>
            <a:xfrm>
              <a:off x="359550" y="1723100"/>
              <a:ext cx="11501700" cy="4303325"/>
              <a:chOff x="359550" y="1723100"/>
              <a:chExt cx="11501700" cy="4303325"/>
            </a:xfrm>
          </p:grpSpPr>
          <p:cxnSp>
            <p:nvCxnSpPr>
              <p:cNvPr id="536" name="Google Shape;536;p82"/>
              <p:cNvCxnSpPr/>
              <p:nvPr/>
            </p:nvCxnSpPr>
            <p:spPr>
              <a:xfrm>
                <a:off x="2487137" y="3303097"/>
                <a:ext cx="0" cy="255450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537" name="Google Shape;537;p82"/>
              <p:cNvCxnSpPr/>
              <p:nvPr/>
            </p:nvCxnSpPr>
            <p:spPr>
              <a:xfrm>
                <a:off x="666000" y="3297150"/>
                <a:ext cx="10898400" cy="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grpSp>
            <p:nvGrpSpPr>
              <p:cNvPr id="538" name="Google Shape;538;p82"/>
              <p:cNvGrpSpPr/>
              <p:nvPr/>
            </p:nvGrpSpPr>
            <p:grpSpPr>
              <a:xfrm>
                <a:off x="1397752" y="1723100"/>
                <a:ext cx="7177149" cy="974700"/>
                <a:chOff x="1397752" y="1723100"/>
                <a:chExt cx="7177149" cy="974700"/>
              </a:xfrm>
            </p:grpSpPr>
            <p:sp>
              <p:nvSpPr>
                <p:cNvPr id="509" name="Google Shape;509;p82"/>
                <p:cNvSpPr/>
                <p:nvPr/>
              </p:nvSpPr>
              <p:spPr>
                <a:xfrm>
                  <a:off x="4286101" y="1723100"/>
                  <a:ext cx="4288800" cy="9747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285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700"/>
                    <a:buFont typeface="Roboto"/>
                    <a:buNone/>
                  </a:pPr>
                  <a:r>
                    <a:t/>
                  </a:r>
                  <a:endParaRPr b="0" i="0" sz="700" u="none" cap="none" strike="noStrike">
                    <a:solidFill>
                      <a:srgbClr val="3F3F3F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539" name="Google Shape;539;p82"/>
                <p:cNvSpPr txBox="1"/>
                <p:nvPr/>
              </p:nvSpPr>
              <p:spPr>
                <a:xfrm>
                  <a:off x="4356232" y="1794025"/>
                  <a:ext cx="4132200" cy="781200"/>
                </a:xfrm>
                <a:prstGeom prst="rect">
                  <a:avLst/>
                </a:prstGeom>
                <a:noFill/>
                <a:ln cap="flat" cmpd="sng" w="8675">
                  <a:solidFill>
                    <a:srgbClr val="FFFFFF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23350" lIns="23350" spcFirstLastPara="1" rIns="23350" wrap="square" tIns="23350">
                  <a:spAutoFit/>
                </a:bodyPr>
                <a:lstStyle/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1" i="0" lang="en" sz="1800" u="none" cap="none" strike="noStrike">
                      <a:solidFill>
                        <a:srgbClr val="B49823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TAC</a:t>
                  </a:r>
                  <a:endParaRPr b="1" i="0" sz="11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0" i="0" lang="en" sz="1700" u="none" cap="none" strike="noStrike">
                      <a:solidFill>
                        <a:srgbClr val="3F3F3F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Technical Advisory Council</a:t>
                  </a:r>
                  <a:endParaRPr b="0" i="0" sz="9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540" name="Google Shape;540;p82"/>
                <p:cNvGrpSpPr/>
                <p:nvPr/>
              </p:nvGrpSpPr>
              <p:grpSpPr>
                <a:xfrm>
                  <a:off x="1397752" y="1910838"/>
                  <a:ext cx="2625224" cy="599075"/>
                  <a:chOff x="-1" y="-1"/>
                  <a:chExt cx="2980500" cy="662400"/>
                </a:xfrm>
              </p:grpSpPr>
              <p:sp>
                <p:nvSpPr>
                  <p:cNvPr id="541" name="Google Shape;541;p82"/>
                  <p:cNvSpPr/>
                  <p:nvPr/>
                </p:nvSpPr>
                <p:spPr>
                  <a:xfrm>
                    <a:off x="-1" y="-1"/>
                    <a:ext cx="2980500" cy="662400"/>
                  </a:xfrm>
                  <a:prstGeom prst="rect">
                    <a:avLst/>
                  </a:prstGeom>
                  <a:solidFill>
                    <a:srgbClr val="FFFFFF"/>
                  </a:solidFill>
                  <a:ln cap="flat" cmpd="sng" w="28575">
                    <a:solidFill>
                      <a:srgbClr val="B49823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t" bIns="0" lIns="0" spcFirstLastPara="1" rIns="0" wrap="square" tIns="0">
                    <a:no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700"/>
                      <a:buFont typeface="Roboto"/>
                      <a:buNone/>
                    </a:pPr>
                    <a:r>
                      <a:t/>
                    </a:r>
                    <a:endParaRPr b="0" i="0" sz="700" u="none" cap="none" strike="noStrike">
                      <a:solidFill>
                        <a:srgbClr val="7F7F7F"/>
                      </a:solidFill>
                      <a:latin typeface="Roboto"/>
                      <a:ea typeface="Roboto"/>
                      <a:cs typeface="Roboto"/>
                      <a:sym typeface="Roboto"/>
                    </a:endParaRPr>
                  </a:p>
                </p:txBody>
              </p:sp>
              <p:sp>
                <p:nvSpPr>
                  <p:cNvPr id="542" name="Google Shape;542;p82"/>
                  <p:cNvSpPr txBox="1"/>
                  <p:nvPr/>
                </p:nvSpPr>
                <p:spPr>
                  <a:xfrm>
                    <a:off x="166919" y="132346"/>
                    <a:ext cx="2676600" cy="364500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23350" lIns="23350" spcFirstLastPara="1" rIns="23350" wrap="square" tIns="23350">
                    <a:spAutoFit/>
                  </a:bodyPr>
                  <a:lstStyle/>
                  <a:p>
                    <a:pPr indent="2540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1000"/>
                      <a:buFont typeface="Roboto"/>
                      <a:buNone/>
                    </a:pPr>
                    <a:r>
                      <a:rPr b="0" i="0" lang="en" sz="1300" u="none" cap="none" strike="noStrike">
                        <a:solidFill>
                          <a:srgbClr val="B49823"/>
                        </a:solidFill>
                        <a:latin typeface="Roboto"/>
                        <a:ea typeface="Roboto"/>
                        <a:cs typeface="Roboto"/>
                        <a:sym typeface="Roboto"/>
                      </a:rPr>
                      <a:t>Governing Board</a:t>
                    </a:r>
                    <a:endParaRPr b="0" i="0" sz="1000" u="none" cap="none" strike="noStrike">
                      <a:solidFill>
                        <a:srgbClr val="B49823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sp>
            <p:nvSpPr>
              <p:cNvPr id="543" name="Google Shape;543;p82"/>
              <p:cNvSpPr txBox="1"/>
              <p:nvPr/>
            </p:nvSpPr>
            <p:spPr>
              <a:xfrm>
                <a:off x="359550" y="5599525"/>
                <a:ext cx="11501700" cy="426900"/>
              </a:xfrm>
              <a:prstGeom prst="rect">
                <a:avLst/>
              </a:prstGeom>
              <a:solidFill>
                <a:srgbClr val="B49823"/>
              </a:solidFill>
              <a:ln cap="flat" cmpd="sng" w="867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23350" lIns="23350" spcFirstLastPara="1" rIns="23350" wrap="square" tIns="23350">
                <a:no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3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544" name="Google Shape;544;p82"/>
              <p:cNvGrpSpPr/>
              <p:nvPr/>
            </p:nvGrpSpPr>
            <p:grpSpPr>
              <a:xfrm>
                <a:off x="2046231" y="4524491"/>
                <a:ext cx="883151" cy="675695"/>
                <a:chOff x="6614480" y="4123139"/>
                <a:chExt cx="770100" cy="589200"/>
              </a:xfrm>
            </p:grpSpPr>
            <p:sp>
              <p:nvSpPr>
                <p:cNvPr id="545" name="Google Shape;545;p82"/>
                <p:cNvSpPr/>
                <p:nvPr/>
              </p:nvSpPr>
              <p:spPr>
                <a:xfrm>
                  <a:off x="6614480" y="4123139"/>
                  <a:ext cx="770100" cy="5892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338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  <a:effectLst>
                  <a:outerShdw blurRad="76186" rotWithShape="0" algn="bl" dir="5400000" dist="25395">
                    <a:srgbClr val="000000">
                      <a:alpha val="49020"/>
                    </a:srgbClr>
                  </a:outerShdw>
                </a:effectLst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rPr b="0" i="0" lang="en" sz="500" u="none" cap="none" strike="noStrike">
                      <a:solidFill>
                        <a:srgbClr val="000000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rawtoaces</a:t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pic>
              <p:nvPicPr>
                <p:cNvPr id="546" name="Google Shape;546;p82"/>
                <p:cNvPicPr preferRelativeResize="0"/>
                <p:nvPr/>
              </p:nvPicPr>
              <p:blipFill rotWithShape="1">
                <a:blip r:embed="rId11">
                  <a:alphaModFix/>
                </a:blip>
                <a:srcRect b="0" l="0" r="0" t="0"/>
                <a:stretch/>
              </p:blipFill>
              <p:spPr>
                <a:xfrm>
                  <a:off x="6768944" y="4197075"/>
                  <a:ext cx="488138" cy="33032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  <p:grpSp>
          <p:nvGrpSpPr>
            <p:cNvPr id="547" name="Google Shape;547;p82"/>
            <p:cNvGrpSpPr/>
            <p:nvPr/>
          </p:nvGrpSpPr>
          <p:grpSpPr>
            <a:xfrm>
              <a:off x="9178454" y="3562560"/>
              <a:ext cx="951615" cy="676039"/>
              <a:chOff x="10218882" y="4144867"/>
              <a:chExt cx="829800" cy="589500"/>
            </a:xfrm>
          </p:grpSpPr>
          <p:sp>
            <p:nvSpPr>
              <p:cNvPr id="548" name="Google Shape;548;p82"/>
              <p:cNvSpPr/>
              <p:nvPr/>
            </p:nvSpPr>
            <p:spPr>
              <a:xfrm>
                <a:off x="10218882" y="4144867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49" name="Google Shape;549;p82"/>
              <p:cNvPicPr preferRelativeResize="0"/>
              <p:nvPr/>
            </p:nvPicPr>
            <p:blipFill rotWithShape="1">
              <a:blip r:embed="rId12">
                <a:alphaModFix/>
              </a:blip>
              <a:srcRect b="12587" l="0" r="0" t="0"/>
              <a:stretch/>
            </p:blipFill>
            <p:spPr>
              <a:xfrm>
                <a:off x="10402843" y="4229609"/>
                <a:ext cx="458900" cy="3923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0" name="Google Shape;550;p82"/>
            <p:cNvGrpSpPr/>
            <p:nvPr/>
          </p:nvGrpSpPr>
          <p:grpSpPr>
            <a:xfrm>
              <a:off x="7870484" y="3562732"/>
              <a:ext cx="951615" cy="675695"/>
              <a:chOff x="220316" y="4242138"/>
              <a:chExt cx="829800" cy="589200"/>
            </a:xfrm>
          </p:grpSpPr>
          <p:sp>
            <p:nvSpPr>
              <p:cNvPr id="551" name="Google Shape;551;p82"/>
              <p:cNvSpPr/>
              <p:nvPr/>
            </p:nvSpPr>
            <p:spPr>
              <a:xfrm>
                <a:off x="220316" y="4242138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2" name="Google Shape;552;p82"/>
              <p:cNvPicPr preferRelativeResize="0"/>
              <p:nvPr/>
            </p:nvPicPr>
            <p:blipFill rotWithShape="1">
              <a:blip r:embed="rId13">
                <a:alphaModFix/>
              </a:blip>
              <a:srcRect b="0" l="0" r="0" t="0"/>
              <a:stretch/>
            </p:blipFill>
            <p:spPr>
              <a:xfrm>
                <a:off x="286989" y="4467820"/>
                <a:ext cx="696550" cy="13573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3" name="Google Shape;553;p82"/>
            <p:cNvGrpSpPr/>
            <p:nvPr/>
          </p:nvGrpSpPr>
          <p:grpSpPr>
            <a:xfrm>
              <a:off x="10474724" y="3562728"/>
              <a:ext cx="951615" cy="675695"/>
              <a:chOff x="11129824" y="4144922"/>
              <a:chExt cx="829800" cy="589200"/>
            </a:xfrm>
          </p:grpSpPr>
          <p:sp>
            <p:nvSpPr>
              <p:cNvPr id="554" name="Google Shape;554;p82"/>
              <p:cNvSpPr/>
              <p:nvPr/>
            </p:nvSpPr>
            <p:spPr>
              <a:xfrm>
                <a:off x="11129824" y="4144922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5" name="Google Shape;555;p82"/>
              <p:cNvPicPr preferRelativeResize="0"/>
              <p:nvPr/>
            </p:nvPicPr>
            <p:blipFill rotWithShape="1">
              <a:blip r:embed="rId14">
                <a:alphaModFix/>
              </a:blip>
              <a:srcRect b="0" l="0" r="0" t="0"/>
              <a:stretch/>
            </p:blipFill>
            <p:spPr>
              <a:xfrm>
                <a:off x="11257511" y="4214050"/>
                <a:ext cx="575500" cy="4385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6" name="Google Shape;556;p82"/>
            <p:cNvGrpSpPr/>
            <p:nvPr/>
          </p:nvGrpSpPr>
          <p:grpSpPr>
            <a:xfrm>
              <a:off x="6624116" y="3562475"/>
              <a:ext cx="883045" cy="676282"/>
              <a:chOff x="9635938" y="3897695"/>
              <a:chExt cx="662400" cy="507300"/>
            </a:xfrm>
          </p:grpSpPr>
          <p:sp>
            <p:nvSpPr>
              <p:cNvPr id="557" name="Google Shape;557;p82"/>
              <p:cNvSpPr/>
              <p:nvPr/>
            </p:nvSpPr>
            <p:spPr>
              <a:xfrm>
                <a:off x="9635938" y="3897695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8" name="Google Shape;558;p82"/>
              <p:cNvPicPr preferRelativeResize="0"/>
              <p:nvPr/>
            </p:nvPicPr>
            <p:blipFill rotWithShape="1">
              <a:blip r:embed="rId15">
                <a:alphaModFix/>
              </a:blip>
              <a:srcRect b="0" l="0" r="0" t="0"/>
              <a:stretch/>
            </p:blipFill>
            <p:spPr>
              <a:xfrm>
                <a:off x="9701230" y="3939054"/>
                <a:ext cx="559915" cy="45204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9" name="Google Shape;559;p82"/>
            <p:cNvGrpSpPr/>
            <p:nvPr/>
          </p:nvGrpSpPr>
          <p:grpSpPr>
            <a:xfrm>
              <a:off x="5335804" y="3562483"/>
              <a:ext cx="883045" cy="676282"/>
              <a:chOff x="10385705" y="3900703"/>
              <a:chExt cx="662400" cy="507300"/>
            </a:xfrm>
          </p:grpSpPr>
          <p:sp>
            <p:nvSpPr>
              <p:cNvPr id="560" name="Google Shape;560;p82"/>
              <p:cNvSpPr/>
              <p:nvPr/>
            </p:nvSpPr>
            <p:spPr>
              <a:xfrm>
                <a:off x="10385705" y="3900703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61" name="Google Shape;561;p82"/>
              <p:cNvPicPr preferRelativeResize="0"/>
              <p:nvPr/>
            </p:nvPicPr>
            <p:blipFill rotWithShape="1">
              <a:blip r:embed="rId16">
                <a:alphaModFix/>
              </a:blip>
              <a:srcRect b="0" l="0" r="0" t="0"/>
              <a:stretch/>
            </p:blipFill>
            <p:spPr>
              <a:xfrm>
                <a:off x="10410397" y="3944644"/>
                <a:ext cx="607371" cy="423567"/>
              </a:xfrm>
              <a:prstGeom prst="rect">
                <a:avLst/>
              </a:prstGeom>
              <a:noFill/>
              <a:ln cap="flat" cmpd="sng" w="12700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</p:pic>
        </p:grpSp>
        <p:sp>
          <p:nvSpPr>
            <p:cNvPr id="562" name="Google Shape;562;p82"/>
            <p:cNvSpPr/>
            <p:nvPr/>
          </p:nvSpPr>
          <p:spPr>
            <a:xfrm>
              <a:off x="4027235" y="3562483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63" name="Google Shape;563;p82"/>
            <p:cNvGrpSpPr/>
            <p:nvPr/>
          </p:nvGrpSpPr>
          <p:grpSpPr>
            <a:xfrm>
              <a:off x="1429877" y="3562941"/>
              <a:ext cx="883024" cy="676247"/>
              <a:chOff x="388508" y="3509796"/>
              <a:chExt cx="957000" cy="732900"/>
            </a:xfrm>
          </p:grpSpPr>
          <p:sp>
            <p:nvSpPr>
              <p:cNvPr id="564" name="Google Shape;56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65" name="Google Shape;56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RMTC</a:t>
                </a:r>
                <a:endParaRPr sz="1100"/>
              </a:p>
            </p:txBody>
          </p:sp>
        </p:grpSp>
        <p:sp>
          <p:nvSpPr>
            <p:cNvPr id="566" name="Google Shape;566;p82"/>
            <p:cNvSpPr txBox="1"/>
            <p:nvPr/>
          </p:nvSpPr>
          <p:spPr>
            <a:xfrm>
              <a:off x="4247450" y="5570594"/>
              <a:ext cx="4488600" cy="45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8575" lIns="68575" spcFirstLastPara="1" rIns="68575" wrap="square" tIns="68575">
              <a:spAutoFit/>
            </a:bodyPr>
            <a:lstStyle/>
            <a:p>
              <a:pPr indent="2540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3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Continuous Integration platform</a:t>
              </a:r>
              <a:endParaRPr sz="700">
                <a:solidFill>
                  <a:srgbClr val="000000"/>
                </a:solidFill>
              </a:endParaRPr>
            </a:p>
          </p:txBody>
        </p:sp>
        <p:cxnSp>
          <p:nvCxnSpPr>
            <p:cNvPr id="567" name="Google Shape;567;p82"/>
            <p:cNvCxnSpPr/>
            <p:nvPr/>
          </p:nvCxnSpPr>
          <p:spPr>
            <a:xfrm>
              <a:off x="1279625" y="3305412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8" name="Google Shape;568;p82"/>
            <p:cNvCxnSpPr/>
            <p:nvPr/>
          </p:nvCxnSpPr>
          <p:spPr>
            <a:xfrm>
              <a:off x="666925" y="32826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69" name="Google Shape;569;p82"/>
            <p:cNvSpPr/>
            <p:nvPr/>
          </p:nvSpPr>
          <p:spPr>
            <a:xfrm>
              <a:off x="229621" y="3562941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70" name="Google Shape;570;p82"/>
            <p:cNvGrpSpPr/>
            <p:nvPr/>
          </p:nvGrpSpPr>
          <p:grpSpPr>
            <a:xfrm>
              <a:off x="827580" y="4526589"/>
              <a:ext cx="883151" cy="675695"/>
              <a:chOff x="11032282" y="4199339"/>
              <a:chExt cx="770100" cy="589200"/>
            </a:xfrm>
          </p:grpSpPr>
          <p:sp>
            <p:nvSpPr>
              <p:cNvPr id="571" name="Google Shape;571;p82"/>
              <p:cNvSpPr/>
              <p:nvPr/>
            </p:nvSpPr>
            <p:spPr>
              <a:xfrm>
                <a:off x="11032282" y="4199339"/>
                <a:ext cx="7701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72" name="Google Shape;572;p82"/>
              <p:cNvPicPr preferRelativeResize="0"/>
              <p:nvPr/>
            </p:nvPicPr>
            <p:blipFill rotWithShape="1">
              <a:blip r:embed="rId17">
                <a:alphaModFix/>
              </a:blip>
              <a:srcRect b="0" l="0" r="0" t="0"/>
              <a:stretch/>
            </p:blipFill>
            <p:spPr>
              <a:xfrm>
                <a:off x="11221313" y="4255213"/>
                <a:ext cx="461400" cy="461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73" name="Google Shape;573;p82"/>
            <p:cNvGrpSpPr/>
            <p:nvPr/>
          </p:nvGrpSpPr>
          <p:grpSpPr>
            <a:xfrm>
              <a:off x="2712577" y="3562941"/>
              <a:ext cx="883024" cy="676247"/>
              <a:chOff x="388508" y="3509796"/>
              <a:chExt cx="957000" cy="732900"/>
            </a:xfrm>
          </p:grpSpPr>
          <p:sp>
            <p:nvSpPr>
              <p:cNvPr id="574" name="Google Shape;57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75" name="Google Shape;57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DNA</a:t>
                </a:r>
                <a:endParaRPr sz="1100"/>
              </a:p>
            </p:txBody>
          </p:sp>
        </p:grpSp>
        <p:pic>
          <p:nvPicPr>
            <p:cNvPr id="576" name="Google Shape;576;p82" title="IMG_8648.jpeg"/>
            <p:cNvPicPr preferRelativeResize="0"/>
            <p:nvPr/>
          </p:nvPicPr>
          <p:blipFill rotWithShape="1">
            <a:blip r:embed="rId18">
              <a:alphaModFix/>
            </a:blip>
            <a:srcRect b="20464" l="16833" r="15535" t="11527"/>
            <a:stretch/>
          </p:blipFill>
          <p:spPr>
            <a:xfrm>
              <a:off x="269900" y="3726653"/>
              <a:ext cx="809824" cy="32087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7" name="Google Shape;577;p82" title="openapv-horizontal-black.png"/>
            <p:cNvPicPr preferRelativeResize="0"/>
            <p:nvPr/>
          </p:nvPicPr>
          <p:blipFill>
            <a:blip r:embed="rId19">
              <a:alphaModFix/>
            </a:blip>
            <a:stretch>
              <a:fillRect/>
            </a:stretch>
          </p:blipFill>
          <p:spPr>
            <a:xfrm>
              <a:off x="4077050" y="3791640"/>
              <a:ext cx="791752" cy="23931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8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583" name="Google Shape;583;p8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84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8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594" name="Google Shape;594;p8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8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00" name="Google Shape;600;p8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7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8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611" name="Google Shape;611;p8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700"/>
              <a:buNone/>
            </a:pPr>
            <a:r>
              <a:rPr lang="en" sz="2900"/>
              <a:t>Governing Board Representatives</a:t>
            </a:r>
            <a:endParaRPr sz="2900"/>
          </a:p>
        </p:txBody>
      </p:sp>
      <p:pic>
        <p:nvPicPr>
          <p:cNvPr id="618" name="Google Shape;618;p89" title="Screenshot 2026-02-25 at 2.17.5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925" y="913975"/>
            <a:ext cx="8012150" cy="414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9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624" name="Google Shape;624;p90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9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630" name="Google Shape;630;p9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631" name="Google Shape;631;p9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9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Alternates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643" name="Google Shape;643;p9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9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649" name="Google Shape;649;p9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9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655" name="Google Shape;655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96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9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666" name="Google Shape;666;p9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98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9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673" name="Google Shape;673;p98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674" name="Google Shape;674;p98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98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98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98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98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98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98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98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98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98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98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98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98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98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98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98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98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98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98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98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98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98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98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98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98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98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98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98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2" name="Google Shape;702;p98"/>
          <p:cNvCxnSpPr>
            <a:stCxn id="688" idx="2"/>
            <a:endCxn id="703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4" name="Google Shape;704;p98"/>
          <p:cNvCxnSpPr>
            <a:stCxn id="692" idx="2"/>
            <a:endCxn id="705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6" name="Google Shape;706;p98"/>
          <p:cNvCxnSpPr>
            <a:stCxn id="700" idx="2"/>
            <a:endCxn id="707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8" name="Google Shape;708;p98"/>
          <p:cNvCxnSpPr>
            <a:stCxn id="695" idx="2"/>
            <a:endCxn id="709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0" name="Google Shape;710;p98"/>
          <p:cNvCxnSpPr>
            <a:stCxn id="689" idx="2"/>
            <a:endCxn id="711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2" name="Google Shape;712;p98"/>
          <p:cNvCxnSpPr>
            <a:endCxn id="713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4" name="Google Shape;714;p98"/>
          <p:cNvCxnSpPr>
            <a:stCxn id="698" idx="2"/>
            <a:endCxn id="715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6" name="Google Shape;716;p98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7" name="Google Shape;717;p98"/>
          <p:cNvCxnSpPr>
            <a:stCxn id="696" idx="2"/>
            <a:endCxn id="718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18" name="Google Shape;718;p98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98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98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98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0" name="Google Shape;720;p98"/>
          <p:cNvCxnSpPr>
            <a:stCxn id="694" idx="2"/>
            <a:endCxn id="721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03" name="Google Shape;703;p98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98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98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98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98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98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2" name="Google Shape;722;p98"/>
          <p:cNvCxnSpPr>
            <a:stCxn id="691" idx="2"/>
            <a:endCxn id="723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3" name="Google Shape;723;p98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4" name="Google Shape;724;p98"/>
          <p:cNvCxnSpPr>
            <a:stCxn id="699" idx="2"/>
            <a:endCxn id="725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5" name="Google Shape;725;p98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731" name="Google Shape;731;p9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10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737" name="Google Shape;737;p10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10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743" name="Google Shape;743;p10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02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749" name="Google Shape;749;p10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50" name="Google Shape;750;p102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03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0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10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67" name="Google Shape;767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106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778" name="Google Shape;778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10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84" name="Google Shape;784;p10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109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791" name="Google Shape;791;p109" title="Screenshot 2026-01-07 at 9.57.1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5438" y="1514651"/>
            <a:ext cx="8013116" cy="2122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5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797" name="Google Shape;797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1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803" name="Google Shape;803;p11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