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2" r:id="rId4"/>
    <p:sldMasterId id="2147483723" r:id="rId5"/>
    <p:sldMasterId id="2147483724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6" name="Google Shape;306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4" name="Google Shape;314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5" name="Google Shape;475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4" name="Google Shape;494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6" name="Google Shape;586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7" name="Google Shape;597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4" name="Google Shape;614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0" name="Google Shape;620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21" name="Google Shape;621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4" name="Google Shape;634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1" name="Google Shape;641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42" name="Google Shape;642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9" name="Google Shape;649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1" name="Google Shape;661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2" name="Google Shape;672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8" name="Google Shape;678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7" name="Google Shape;737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3" name="Google Shape;74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9" name="Google Shape;749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5" name="Google Shape;755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2" name="Google Shape;762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3" name="Google Shape;773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4" name="Google Shape;784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0" name="Google Shape;790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6" name="Google Shape;796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9" name="Google Shape;809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2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2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1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9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9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Relationship Id="rId3" Type="http://schemas.openxmlformats.org/officeDocument/2006/relationships/image" Target="../media/image11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jpg"/><Relationship Id="rId3" Type="http://schemas.openxmlformats.org/officeDocument/2006/relationships/image" Target="../media/image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0" name="Google Shape;120;p32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2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3" name="Google Shape;123;p32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6" name="Google Shape;126;p3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8" name="Google Shape;128;p33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1" name="Google Shape;131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3" name="Google Shape;133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6" name="Google Shape;136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7" name="Google Shape;137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1" name="Google Shape;141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8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38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3" name="Google Shape;153;p3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9" name="Google Shape;159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4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3" name="Google Shape;163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4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5" name="Google Shape;165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4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9" name="Google Shape;169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5" name="Google Shape;175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48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2" name="Google Shape;182;p48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3" name="Google Shape;183;p48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49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6" name="Google Shape;186;p49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7" name="Google Shape;187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0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0" name="Google Shape;190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1" name="Google Shape;191;p50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2" name="Google Shape;192;p5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3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8" name="Google Shape;198;p53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3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0" name="Google Shape;200;p53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1" name="Google Shape;201;p53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2" name="Google Shape;202;p5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0" name="Google Shape;210;p56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5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5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3" name="Google Shape;213;p5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6" name="Google Shape;216;p5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1" name="Google Shape;221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2" name="Google Shape;222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6" name="Google Shape;226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7" name="Google Shape;227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1" name="Google Shape;231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2" name="Google Shape;232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6" name="Google Shape;236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6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0" name="Google Shape;240;p6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1" name="Google Shape;241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9" name="Google Shape;249;p64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6" name="Google Shape;256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6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0" name="Google Shape;260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6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4" name="Google Shape;264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6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1" name="Google Shape;271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71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5" name="Google Shape;275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71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74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74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3" name="Google Shape;283;p74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7" name="Google Shape;287;p76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76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77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77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theme" Target="../theme/theme2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8.xml"/><Relationship Id="rId22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4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1.xml"/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46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3.xml"/><Relationship Id="rId21" Type="http://schemas.openxmlformats.org/officeDocument/2006/relationships/slideLayout" Target="../slideLayouts/slideLayout72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4.xml"/><Relationship Id="rId1" Type="http://schemas.openxmlformats.org/officeDocument/2006/relationships/slideLayout" Target="../slideLayouts/slideLayout52.xml"/><Relationship Id="rId2" Type="http://schemas.openxmlformats.org/officeDocument/2006/relationships/slideLayout" Target="../slideLayouts/slideLayout53.xml"/><Relationship Id="rId3" Type="http://schemas.openxmlformats.org/officeDocument/2006/relationships/slideLayout" Target="../slideLayouts/slideLayout54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6.xml"/><Relationship Id="rId6" Type="http://schemas.openxmlformats.org/officeDocument/2006/relationships/slideLayout" Target="../slideLayouts/slideLayout57.xml"/><Relationship Id="rId7" Type="http://schemas.openxmlformats.org/officeDocument/2006/relationships/slideLayout" Target="../slideLayouts/slideLayout58.xml"/><Relationship Id="rId8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2.xml"/><Relationship Id="rId10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4.xml"/><Relationship Id="rId12" Type="http://schemas.openxmlformats.org/officeDocument/2006/relationships/slideLayout" Target="../slideLayouts/slideLayout63.xml"/><Relationship Id="rId15" Type="http://schemas.openxmlformats.org/officeDocument/2006/relationships/slideLayout" Target="../slideLayouts/slideLayout66.xml"/><Relationship Id="rId14" Type="http://schemas.openxmlformats.org/officeDocument/2006/relationships/slideLayout" Target="../slideLayouts/slideLayout65.xml"/><Relationship Id="rId17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67.xml"/><Relationship Id="rId19" Type="http://schemas.openxmlformats.org/officeDocument/2006/relationships/slideLayout" Target="../slideLayouts/slideLayout70.xml"/><Relationship Id="rId18" Type="http://schemas.openxmlformats.org/officeDocument/2006/relationships/slideLayout" Target="../slideLayouts/slideLayout6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  <p:sldLayoutId id="2147483692" r:id="rId17"/>
    <p:sldLayoutId id="2147483693" r:id="rId18"/>
    <p:sldLayoutId id="2147483694" r:id="rId19"/>
    <p:sldLayoutId id="2147483695" r:id="rId20"/>
    <p:sldLayoutId id="2147483696" r:id="rId21"/>
    <p:sldLayoutId id="2147483697" r:id="rId22"/>
    <p:sldLayoutId id="2147483698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5.png"/><Relationship Id="rId4" Type="http://schemas.openxmlformats.org/officeDocument/2006/relationships/image" Target="../media/image8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9.png"/><Relationship Id="rId4" Type="http://schemas.openxmlformats.org/officeDocument/2006/relationships/image" Target="../media/image8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8.png"/><Relationship Id="rId4" Type="http://schemas.openxmlformats.org/officeDocument/2006/relationships/image" Target="../media/image104.png"/><Relationship Id="rId5" Type="http://schemas.openxmlformats.org/officeDocument/2006/relationships/image" Target="../media/image8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8.png"/><Relationship Id="rId4" Type="http://schemas.openxmlformats.org/officeDocument/2006/relationships/image" Target="../media/image93.png"/><Relationship Id="rId9" Type="http://schemas.openxmlformats.org/officeDocument/2006/relationships/image" Target="../media/image105.png"/><Relationship Id="rId5" Type="http://schemas.openxmlformats.org/officeDocument/2006/relationships/image" Target="../media/image95.png"/><Relationship Id="rId6" Type="http://schemas.openxmlformats.org/officeDocument/2006/relationships/image" Target="../media/image99.png"/><Relationship Id="rId7" Type="http://schemas.openxmlformats.org/officeDocument/2006/relationships/image" Target="../media/image110.png"/><Relationship Id="rId8" Type="http://schemas.openxmlformats.org/officeDocument/2006/relationships/image" Target="../media/image94.png"/><Relationship Id="rId11" Type="http://schemas.openxmlformats.org/officeDocument/2006/relationships/image" Target="../media/image96.png"/><Relationship Id="rId10" Type="http://schemas.openxmlformats.org/officeDocument/2006/relationships/image" Target="../media/image109.png"/><Relationship Id="rId13" Type="http://schemas.openxmlformats.org/officeDocument/2006/relationships/image" Target="../media/image106.png"/><Relationship Id="rId12" Type="http://schemas.openxmlformats.org/officeDocument/2006/relationships/image" Target="../media/image115.png"/><Relationship Id="rId15" Type="http://schemas.openxmlformats.org/officeDocument/2006/relationships/image" Target="../media/image98.png"/><Relationship Id="rId14" Type="http://schemas.openxmlformats.org/officeDocument/2006/relationships/image" Target="../media/image101.png"/><Relationship Id="rId17" Type="http://schemas.openxmlformats.org/officeDocument/2006/relationships/image" Target="../media/image107.png"/><Relationship Id="rId16" Type="http://schemas.openxmlformats.org/officeDocument/2006/relationships/image" Target="../media/image113.png"/><Relationship Id="rId19" Type="http://schemas.openxmlformats.org/officeDocument/2006/relationships/image" Target="../media/image103.png"/><Relationship Id="rId18" Type="http://schemas.openxmlformats.org/officeDocument/2006/relationships/image" Target="../media/image10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1.png"/><Relationship Id="rId4" Type="http://schemas.openxmlformats.org/officeDocument/2006/relationships/image" Target="../media/image11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0.png"/><Relationship Id="rId4" Type="http://schemas.openxmlformats.org/officeDocument/2006/relationships/image" Target="../media/image1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78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8" name="Google Shape;298;p78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79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80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9" name="Google Shape;309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310" name="Google Shape;310;p8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11" name="Google Shape;311;p80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81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81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8" name="Google Shape;318;p81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81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20" name="Google Shape;320;p81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21" name="Google Shape;321;p81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2" name="Google Shape;322;p81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23" name="Google Shape;323;p81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81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25" name="Google Shape;325;p81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6" name="Google Shape;326;p81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7" name="Google Shape;327;p81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8" name="Google Shape;328;p81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9" name="Google Shape;329;p81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0" name="Google Shape;330;p81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31" name="Google Shape;331;p81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32" name="Google Shape;332;p81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33" name="Google Shape;333;p81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4" name="Google Shape;334;p81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5" name="Google Shape;335;p81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6" name="Google Shape;336;p81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7" name="Google Shape;337;p81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81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9" name="Google Shape;339;p81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40" name="Google Shape;340;p81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1" name="Google Shape;341;p81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42" name="Google Shape;342;p81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43" name="Google Shape;343;p81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4" name="Google Shape;344;p81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45" name="Google Shape;345;p81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6" name="Google Shape;346;p81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81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8" name="Google Shape;348;p81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9" name="Google Shape;349;p81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50" name="Google Shape;350;p81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81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52" name="Google Shape;352;p81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53" name="Google Shape;353;p81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54" name="Google Shape;354;p81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5" name="Google Shape;355;p81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6" name="Google Shape;356;p81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7" name="Google Shape;357;p81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8" name="Google Shape;358;p81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9" name="Google Shape;359;p81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60" name="Google Shape;360;p81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61" name="Google Shape;361;p81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62" name="Google Shape;362;p81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63" name="Google Shape;363;p81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64" name="Google Shape;364;p81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65" name="Google Shape;365;p8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6" name="Google Shape;366;p81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7" name="Google Shape;367;p81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8" name="Google Shape;368;p81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9" name="Google Shape;369;p81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0" name="Google Shape;370;p81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71" name="Google Shape;371;p81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2" name="Google Shape;372;p81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81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81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81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81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1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81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81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81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81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2" name="Google Shape;382;p81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83" name="Google Shape;383;p81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4" name="Google Shape;384;p81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5" name="Google Shape;385;p81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6" name="Google Shape;386;p81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7" name="Google Shape;387;p81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8" name="Google Shape;388;p81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9" name="Google Shape;389;p81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0" name="Google Shape;390;p81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81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81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81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4" name="Google Shape;394;p81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5" name="Google Shape;395;p81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81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7" name="Google Shape;397;p81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81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81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81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81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2" name="Google Shape;402;p81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03" name="Google Shape;403;p81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404" name="Google Shape;404;p81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05" name="Google Shape;405;p81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6" name="Google Shape;406;p81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7" name="Google Shape;407;p81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8" name="Google Shape;408;p81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9" name="Google Shape;409;p81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10" name="Google Shape;410;p81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11" name="Google Shape;411;p81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2" name="Google Shape;412;p81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3" name="Google Shape;413;p81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14" name="Google Shape;414;p81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15" name="Google Shape;415;p81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6" name="Google Shape;416;p81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7" name="Google Shape;417;p81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8" name="Google Shape;418;p81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81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20" name="Google Shape;420;p81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21" name="Google Shape;421;p81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22" name="Google Shape;422;p81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3" name="Google Shape;423;p81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4" name="Google Shape;424;p81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25" name="Google Shape;425;p81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6" name="Google Shape;426;p81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7" name="Google Shape;427;p81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8" name="Google Shape;428;p81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9" name="Google Shape;429;p81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0" name="Google Shape;430;p81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31" name="Google Shape;431;p81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32" name="Google Shape;432;p81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33" name="Google Shape;433;p81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34" name="Google Shape;434;p81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35" name="Google Shape;435;p81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6" name="Google Shape;436;p81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7" name="Google Shape;437;p81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1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1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0" name="Google Shape;440;p81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41" name="Google Shape;441;p81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2" name="Google Shape;442;p81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3" name="Google Shape;443;p81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44" name="Google Shape;444;p81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5" name="Google Shape;445;p81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6" name="Google Shape;446;p81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7" name="Google Shape;447;p81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8" name="Google Shape;448;p81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9" name="Google Shape;449;p81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50" name="Google Shape;450;p81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51" name="Google Shape;451;p81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52" name="Google Shape;452;p81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53" name="Google Shape;453;p81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4" name="Google Shape;454;p81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55" name="Google Shape;455;p81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6" name="Google Shape;456;p81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7" name="Google Shape;457;p81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8" name="Google Shape;458;p81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9" name="Google Shape;459;p81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60" name="Google Shape;460;p81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1" name="Google Shape;461;p81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62" name="Google Shape;462;p81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63" name="Google Shape;463;p81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4" name="Google Shape;464;p8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5" name="Google Shape;465;p81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6" name="Google Shape;466;p81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7" name="Google Shape;467;p81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8" name="Google Shape;468;p81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9" name="Google Shape;469;p81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0" name="Google Shape;470;p81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1" name="Google Shape;471;p81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2" name="Google Shape;472;p81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82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82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82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82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1" name="Google Shape;481;p82"/>
          <p:cNvCxnSpPr/>
          <p:nvPr/>
        </p:nvCxnSpPr>
        <p:spPr>
          <a:xfrm flipH="1">
            <a:off x="408782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82" name="Google Shape;482;p82"/>
          <p:cNvCxnSpPr/>
          <p:nvPr/>
        </p:nvCxnSpPr>
        <p:spPr>
          <a:xfrm flipH="1">
            <a:off x="7133054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483" name="Google Shape;483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5988" y="1251506"/>
            <a:ext cx="3137498" cy="3663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8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06922" y="1365806"/>
            <a:ext cx="2811684" cy="25165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91" name="Google Shape;491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84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7" name="Google Shape;497;p84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8" name="Google Shape;498;p84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9" name="Google Shape;499;p84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4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4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4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4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4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4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4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4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4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9" name="Google Shape;509;p84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0" name="Google Shape;510;p84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1" name="Google Shape;511;p84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2" name="Google Shape;512;p84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3" name="Google Shape;513;p84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4" name="Google Shape;514;p84"/>
            <p:cNvCxnSpPr>
              <a:stCxn id="515" idx="3"/>
              <a:endCxn id="516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7" name="Google Shape;517;p84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6" name="Google Shape;516;p84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8" name="Google Shape;518;p84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9" name="Google Shape;519;p84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20" name="Google Shape;520;p84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21" name="Google Shape;521;p84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22" name="Google Shape;522;p8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4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24" name="Google Shape;524;p84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4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7" name="Google Shape;527;p84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4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30" name="Google Shape;530;p84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4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4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33" name="Google Shape;533;p84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4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4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6" name="Google Shape;536;p84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7" name="Google Shape;537;p84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8" name="Google Shape;538;p84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9" name="Google Shape;539;p84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0" name="Google Shape;540;p84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41" name="Google Shape;541;p84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42" name="Google Shape;542;p84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43" name="Google Shape;543;p84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44" name="Google Shape;544;p84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15" name="Google Shape;515;p84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45" name="Google Shape;545;p84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6" name="Google Shape;546;p84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7" name="Google Shape;547;p84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8" name="Google Shape;548;p84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9" name="Google Shape;549;p84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50" name="Google Shape;550;p84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51" name="Google Shape;551;p84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52" name="Google Shape;552;p84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53" name="Google Shape;553;p84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54" name="Google Shape;554;p84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4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4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7" name="Google Shape;557;p84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4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4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60" name="Google Shape;560;p84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4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62" name="Google Shape;562;p84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63" name="Google Shape;563;p84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4" name="Google Shape;564;p84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65" name="Google Shape;565;p84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6" name="Google Shape;566;p84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7" name="Google Shape;567;p84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8" name="Google Shape;568;p84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9" name="Google Shape;569;p84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70" name="Google Shape;570;p84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1" name="Google Shape;571;p84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72" name="Google Shape;572;p84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73" name="Google Shape;573;p84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74" name="Google Shape;574;p84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75" name="Google Shape;575;p84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6" name="Google Shape;576;p84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7" name="Google Shape;577;p84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8" name="Google Shape;578;p84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9" name="Google Shape;579;p84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80" name="Google Shape;580;p84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81" name="Google Shape;581;p84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82" name="Google Shape;582;p84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3" name="Google Shape;583;p84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9" name="Google Shape;589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86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600" name="Google Shape;600;p8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6" name="Google Shape;606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89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9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7" name="Google Shape;617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624" name="Google Shape;624;p91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625" name="Google Shape;625;p9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31" name="Google Shape;631;p92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9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7" name="Google Shape;637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8" name="Google Shape;638;p9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645" name="Google Shape;645;p94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6" name="Google Shape;646;p9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52" name="Google Shape;652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9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58" name="Google Shape;658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64" name="Google Shape;664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98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75" name="Google Shape;675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100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10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82" name="Google Shape;682;p100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83" name="Google Shape;683;p100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100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100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100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100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100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100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100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100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100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100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100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100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100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100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100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100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100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100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100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100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100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100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100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100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00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100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100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1" name="Google Shape;711;p100"/>
          <p:cNvCxnSpPr>
            <a:stCxn id="697" idx="2"/>
            <a:endCxn id="712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3" name="Google Shape;713;p100"/>
          <p:cNvCxnSpPr>
            <a:stCxn id="701" idx="2"/>
            <a:endCxn id="714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5" name="Google Shape;715;p100"/>
          <p:cNvCxnSpPr>
            <a:stCxn id="709" idx="2"/>
            <a:endCxn id="716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100"/>
          <p:cNvCxnSpPr>
            <a:stCxn id="704" idx="2"/>
            <a:endCxn id="718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9" name="Google Shape;719;p100"/>
          <p:cNvCxnSpPr>
            <a:stCxn id="698" idx="2"/>
            <a:endCxn id="720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21" name="Google Shape;721;p100"/>
          <p:cNvCxnSpPr>
            <a:endCxn id="722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23" name="Google Shape;723;p100"/>
          <p:cNvCxnSpPr>
            <a:stCxn id="707" idx="2"/>
            <a:endCxn id="724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25" name="Google Shape;725;p100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26" name="Google Shape;726;p100"/>
          <p:cNvCxnSpPr>
            <a:stCxn id="705" idx="2"/>
            <a:endCxn id="727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7" name="Google Shape;727;p100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100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100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100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9" name="Google Shape;729;p100"/>
          <p:cNvCxnSpPr>
            <a:stCxn id="703" idx="2"/>
            <a:endCxn id="730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2" name="Google Shape;712;p100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100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100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100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100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100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31" name="Google Shape;731;p100"/>
          <p:cNvCxnSpPr>
            <a:stCxn id="700" idx="2"/>
            <a:endCxn id="732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32" name="Google Shape;732;p100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33" name="Google Shape;733;p100"/>
          <p:cNvCxnSpPr>
            <a:stCxn id="708" idx="2"/>
            <a:endCxn id="734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34" name="Google Shape;734;p100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40" name="Google Shape;740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10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46" name="Google Shape;746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10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52" name="Google Shape;752;p10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104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58" name="Google Shape;758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9" name="Google Shape;759;p104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105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0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p10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76" name="Google Shape;776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0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108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87" name="Google Shape;787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93" name="Google Shape;793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11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9" name="Google Shape;799;p111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800" name="Google Shape;800;p111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806" name="Google Shape;806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0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11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12" name="Google Shape;812;p11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