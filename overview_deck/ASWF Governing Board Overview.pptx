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55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5.png"/><Relationship Id="rId4" Type="http://schemas.openxmlformats.org/officeDocument/2006/relationships/image" Target="../media/image8.png"/><Relationship Id="rId5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9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55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5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55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5.png"/><Relationship Id="rId4" Type="http://schemas.openxmlformats.org/officeDocument/2006/relationships/image" Target="../media/image8.png"/><Relationship Id="rId5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55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55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5.png"/><Relationship Id="rId4" Type="http://schemas.openxmlformats.org/officeDocument/2006/relationships/image" Target="../media/image8.png"/><Relationship Id="rId5" Type="http://schemas.openxmlformats.org/officeDocument/2006/relationships/image" Target="../media/image7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9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9.png"/><Relationship Id="rId3" Type="http://schemas.openxmlformats.org/officeDocument/2006/relationships/image" Target="../media/image8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55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5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1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1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jpg"/><Relationship Id="rId3" Type="http://schemas.openxmlformats.org/officeDocument/2006/relationships/image" Target="../media/image8.png"/><Relationship Id="rId4" Type="http://schemas.openxmlformats.org/officeDocument/2006/relationships/image" Target="../media/image13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3.png"/><Relationship Id="rId4" Type="http://schemas.openxmlformats.org/officeDocument/2006/relationships/image" Target="../media/image1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23.png"/><Relationship Id="rId5" Type="http://schemas.openxmlformats.org/officeDocument/2006/relationships/image" Target="../media/image10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9.png"/><Relationship Id="rId4" Type="http://schemas.openxmlformats.org/officeDocument/2006/relationships/image" Target="../media/image151.png"/><Relationship Id="rId5" Type="http://schemas.openxmlformats.org/officeDocument/2006/relationships/image" Target="../media/image15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2.png"/><Relationship Id="rId22" Type="http://schemas.openxmlformats.org/officeDocument/2006/relationships/image" Target="../media/image134.png"/><Relationship Id="rId21" Type="http://schemas.openxmlformats.org/officeDocument/2006/relationships/image" Target="../media/image131.png"/><Relationship Id="rId24" Type="http://schemas.openxmlformats.org/officeDocument/2006/relationships/image" Target="../media/image140.png"/><Relationship Id="rId23" Type="http://schemas.openxmlformats.org/officeDocument/2006/relationships/image" Target="../media/image14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45.png"/><Relationship Id="rId9" Type="http://schemas.openxmlformats.org/officeDocument/2006/relationships/image" Target="../media/image110.png"/><Relationship Id="rId26" Type="http://schemas.openxmlformats.org/officeDocument/2006/relationships/image" Target="../media/image135.png"/><Relationship Id="rId25" Type="http://schemas.openxmlformats.org/officeDocument/2006/relationships/image" Target="../media/image144.png"/><Relationship Id="rId28" Type="http://schemas.openxmlformats.org/officeDocument/2006/relationships/image" Target="../media/image137.png"/><Relationship Id="rId27" Type="http://schemas.openxmlformats.org/officeDocument/2006/relationships/image" Target="../media/image149.png"/><Relationship Id="rId5" Type="http://schemas.openxmlformats.org/officeDocument/2006/relationships/image" Target="../media/image117.png"/><Relationship Id="rId6" Type="http://schemas.openxmlformats.org/officeDocument/2006/relationships/image" Target="../media/image132.png"/><Relationship Id="rId29" Type="http://schemas.openxmlformats.org/officeDocument/2006/relationships/image" Target="../media/image136.png"/><Relationship Id="rId7" Type="http://schemas.openxmlformats.org/officeDocument/2006/relationships/image" Target="../media/image112.png"/><Relationship Id="rId8" Type="http://schemas.openxmlformats.org/officeDocument/2006/relationships/image" Target="../media/image114.jpg"/><Relationship Id="rId11" Type="http://schemas.openxmlformats.org/officeDocument/2006/relationships/image" Target="../media/image116.png"/><Relationship Id="rId10" Type="http://schemas.openxmlformats.org/officeDocument/2006/relationships/image" Target="../media/image113.jpg"/><Relationship Id="rId13" Type="http://schemas.openxmlformats.org/officeDocument/2006/relationships/image" Target="../media/image124.png"/><Relationship Id="rId12" Type="http://schemas.openxmlformats.org/officeDocument/2006/relationships/image" Target="../media/image122.png"/><Relationship Id="rId15" Type="http://schemas.openxmlformats.org/officeDocument/2006/relationships/image" Target="../media/image118.png"/><Relationship Id="rId14" Type="http://schemas.openxmlformats.org/officeDocument/2006/relationships/image" Target="../media/image120.png"/><Relationship Id="rId17" Type="http://schemas.openxmlformats.org/officeDocument/2006/relationships/image" Target="../media/image130.png"/><Relationship Id="rId16" Type="http://schemas.openxmlformats.org/officeDocument/2006/relationships/image" Target="../media/image147.png"/><Relationship Id="rId19" Type="http://schemas.openxmlformats.org/officeDocument/2006/relationships/image" Target="../media/image128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8.png"/><Relationship Id="rId4" Type="http://schemas.openxmlformats.org/officeDocument/2006/relationships/image" Target="../media/image14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3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