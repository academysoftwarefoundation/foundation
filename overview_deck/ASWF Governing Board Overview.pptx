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65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5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4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94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60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0.png"/><Relationship Id="rId3" Type="http://schemas.openxmlformats.org/officeDocument/2006/relationships/image" Target="../media/image65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0.png"/><Relationship Id="rId3" Type="http://schemas.openxmlformats.org/officeDocument/2006/relationships/image" Target="../media/image6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4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65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5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4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94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60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0.png"/><Relationship Id="rId3" Type="http://schemas.openxmlformats.org/officeDocument/2006/relationships/image" Target="../media/image65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65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5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4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94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60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0.png"/><Relationship Id="rId3" Type="http://schemas.openxmlformats.org/officeDocument/2006/relationships/image" Target="../media/image65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0.png"/><Relationship Id="rId3" Type="http://schemas.openxmlformats.org/officeDocument/2006/relationships/image" Target="../media/image6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Relationship Id="rId3" Type="http://schemas.openxmlformats.org/officeDocument/2006/relationships/image" Target="../media/image8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8.png"/><Relationship Id="rId3" Type="http://schemas.openxmlformats.org/officeDocument/2006/relationships/image" Target="../media/image8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3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4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4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5.jpg"/><Relationship Id="rId3" Type="http://schemas.openxmlformats.org/officeDocument/2006/relationships/image" Target="../media/image4.png"/><Relationship Id="rId4" Type="http://schemas.openxmlformats.org/officeDocument/2006/relationships/image" Target="../media/image9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60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9.png"/><Relationship Id="rId4" Type="http://schemas.openxmlformats.org/officeDocument/2006/relationships/image" Target="../media/image10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2.png"/><Relationship Id="rId4" Type="http://schemas.openxmlformats.org/officeDocument/2006/relationships/image" Target="../media/image102.png"/><Relationship Id="rId5" Type="http://schemas.openxmlformats.org/officeDocument/2006/relationships/image" Target="../media/image10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4.png"/><Relationship Id="rId4" Type="http://schemas.openxmlformats.org/officeDocument/2006/relationships/image" Target="../media/image110.png"/><Relationship Id="rId5" Type="http://schemas.openxmlformats.org/officeDocument/2006/relationships/image" Target="../media/image10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4.png"/><Relationship Id="rId22" Type="http://schemas.openxmlformats.org/officeDocument/2006/relationships/image" Target="../media/image129.png"/><Relationship Id="rId21" Type="http://schemas.openxmlformats.org/officeDocument/2006/relationships/image" Target="../media/image126.png"/><Relationship Id="rId24" Type="http://schemas.openxmlformats.org/officeDocument/2006/relationships/image" Target="../media/image128.png"/><Relationship Id="rId23" Type="http://schemas.openxmlformats.org/officeDocument/2006/relationships/image" Target="../media/image131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9.png"/><Relationship Id="rId4" Type="http://schemas.openxmlformats.org/officeDocument/2006/relationships/image" Target="../media/image112.png"/><Relationship Id="rId9" Type="http://schemas.openxmlformats.org/officeDocument/2006/relationships/image" Target="../media/image115.png"/><Relationship Id="rId26" Type="http://schemas.openxmlformats.org/officeDocument/2006/relationships/image" Target="../media/image130.png"/><Relationship Id="rId25" Type="http://schemas.openxmlformats.org/officeDocument/2006/relationships/image" Target="../media/image127.png"/><Relationship Id="rId28" Type="http://schemas.openxmlformats.org/officeDocument/2006/relationships/image" Target="../media/image132.png"/><Relationship Id="rId27" Type="http://schemas.openxmlformats.org/officeDocument/2006/relationships/image" Target="../media/image133.png"/><Relationship Id="rId5" Type="http://schemas.openxmlformats.org/officeDocument/2006/relationships/image" Target="../media/image109.png"/><Relationship Id="rId6" Type="http://schemas.openxmlformats.org/officeDocument/2006/relationships/image" Target="../media/image152.png"/><Relationship Id="rId29" Type="http://schemas.openxmlformats.org/officeDocument/2006/relationships/image" Target="../media/image151.png"/><Relationship Id="rId7" Type="http://schemas.openxmlformats.org/officeDocument/2006/relationships/image" Target="../media/image113.png"/><Relationship Id="rId8" Type="http://schemas.openxmlformats.org/officeDocument/2006/relationships/image" Target="../media/image114.jpg"/><Relationship Id="rId11" Type="http://schemas.openxmlformats.org/officeDocument/2006/relationships/image" Target="../media/image117.png"/><Relationship Id="rId10" Type="http://schemas.openxmlformats.org/officeDocument/2006/relationships/image" Target="../media/image116.jpg"/><Relationship Id="rId13" Type="http://schemas.openxmlformats.org/officeDocument/2006/relationships/image" Target="../media/image141.png"/><Relationship Id="rId12" Type="http://schemas.openxmlformats.org/officeDocument/2006/relationships/image" Target="../media/image118.png"/><Relationship Id="rId15" Type="http://schemas.openxmlformats.org/officeDocument/2006/relationships/image" Target="../media/image119.png"/><Relationship Id="rId14" Type="http://schemas.openxmlformats.org/officeDocument/2006/relationships/image" Target="../media/image122.png"/><Relationship Id="rId17" Type="http://schemas.openxmlformats.org/officeDocument/2006/relationships/image" Target="../media/image123.png"/><Relationship Id="rId16" Type="http://schemas.openxmlformats.org/officeDocument/2006/relationships/image" Target="../media/image150.png"/><Relationship Id="rId19" Type="http://schemas.openxmlformats.org/officeDocument/2006/relationships/image" Target="../media/image153.png"/><Relationship Id="rId18" Type="http://schemas.openxmlformats.org/officeDocument/2006/relationships/image" Target="../media/image14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5.png"/><Relationship Id="rId4" Type="http://schemas.openxmlformats.org/officeDocument/2006/relationships/image" Target="../media/image13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2.png"/><Relationship Id="rId4" Type="http://schemas.openxmlformats.org/officeDocument/2006/relationships/image" Target="../media/image13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3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