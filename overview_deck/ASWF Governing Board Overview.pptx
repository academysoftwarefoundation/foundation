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12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19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9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3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3.jpg"/><Relationship Id="rId3" Type="http://schemas.openxmlformats.org/officeDocument/2006/relationships/image" Target="../media/image4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12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4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2.png"/><Relationship Id="rId3" Type="http://schemas.openxmlformats.org/officeDocument/2006/relationships/image" Target="../media/image19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9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2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0.png"/><Relationship Id="rId3" Type="http://schemas.openxmlformats.org/officeDocument/2006/relationships/image" Target="../media/image12.png"/><Relationship Id="rId4" Type="http://schemas.openxmlformats.org/officeDocument/2006/relationships/image" Target="../media/image31.png"/><Relationship Id="rId5" Type="http://schemas.openxmlformats.org/officeDocument/2006/relationships/image" Target="../media/image4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Relationship Id="rId5" Type="http://schemas.openxmlformats.org/officeDocument/2006/relationships/image" Target="../media/image12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5.png"/><Relationship Id="rId4" Type="http://schemas.openxmlformats.org/officeDocument/2006/relationships/image" Target="../media/image4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31.png"/><Relationship Id="rId4" Type="http://schemas.openxmlformats.org/officeDocument/2006/relationships/image" Target="../media/image4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31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png"/><Relationship Id="rId3" Type="http://schemas.openxmlformats.org/officeDocument/2006/relationships/image" Target="../media/image8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8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0.jpg"/><Relationship Id="rId3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6.png"/><Relationship Id="rId3" Type="http://schemas.openxmlformats.org/officeDocument/2006/relationships/image" Target="../media/image89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2.png"/><Relationship Id="rId3" Type="http://schemas.openxmlformats.org/officeDocument/2006/relationships/image" Target="../media/image89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9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4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2.png"/><Relationship Id="rId3" Type="http://schemas.openxmlformats.org/officeDocument/2006/relationships/image" Target="../media/image9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4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4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4.jpg"/><Relationship Id="rId3" Type="http://schemas.openxmlformats.org/officeDocument/2006/relationships/image" Target="../media/image4.png"/><Relationship Id="rId4" Type="http://schemas.openxmlformats.org/officeDocument/2006/relationships/image" Target="../media/image113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9.png"/><Relationship Id="rId4" Type="http://schemas.openxmlformats.org/officeDocument/2006/relationships/image" Target="../media/image128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24.png"/><Relationship Id="rId5" Type="http://schemas.openxmlformats.org/officeDocument/2006/relationships/image" Target="../media/image11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2.png"/><Relationship Id="rId4" Type="http://schemas.openxmlformats.org/officeDocument/2006/relationships/image" Target="../media/image147.png"/><Relationship Id="rId5" Type="http://schemas.openxmlformats.org/officeDocument/2006/relationships/image" Target="../media/image13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36.png"/><Relationship Id="rId22" Type="http://schemas.openxmlformats.org/officeDocument/2006/relationships/image" Target="../media/image129.png"/><Relationship Id="rId21" Type="http://schemas.openxmlformats.org/officeDocument/2006/relationships/image" Target="../media/image127.png"/><Relationship Id="rId24" Type="http://schemas.openxmlformats.org/officeDocument/2006/relationships/image" Target="../media/image141.png"/><Relationship Id="rId23" Type="http://schemas.openxmlformats.org/officeDocument/2006/relationships/image" Target="../media/image150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0.png"/><Relationship Id="rId4" Type="http://schemas.openxmlformats.org/officeDocument/2006/relationships/image" Target="../media/image110.png"/><Relationship Id="rId9" Type="http://schemas.openxmlformats.org/officeDocument/2006/relationships/image" Target="../media/image111.png"/><Relationship Id="rId26" Type="http://schemas.openxmlformats.org/officeDocument/2006/relationships/image" Target="../media/image142.png"/><Relationship Id="rId25" Type="http://schemas.openxmlformats.org/officeDocument/2006/relationships/image" Target="../media/image145.png"/><Relationship Id="rId28" Type="http://schemas.openxmlformats.org/officeDocument/2006/relationships/image" Target="../media/image140.png"/><Relationship Id="rId27" Type="http://schemas.openxmlformats.org/officeDocument/2006/relationships/image" Target="../media/image148.png"/><Relationship Id="rId5" Type="http://schemas.openxmlformats.org/officeDocument/2006/relationships/image" Target="../media/image144.png"/><Relationship Id="rId6" Type="http://schemas.openxmlformats.org/officeDocument/2006/relationships/image" Target="../media/image107.png"/><Relationship Id="rId29" Type="http://schemas.openxmlformats.org/officeDocument/2006/relationships/image" Target="../media/image134.png"/><Relationship Id="rId7" Type="http://schemas.openxmlformats.org/officeDocument/2006/relationships/image" Target="../media/image126.png"/><Relationship Id="rId8" Type="http://schemas.openxmlformats.org/officeDocument/2006/relationships/image" Target="../media/image135.jpg"/><Relationship Id="rId11" Type="http://schemas.openxmlformats.org/officeDocument/2006/relationships/image" Target="../media/image139.png"/><Relationship Id="rId10" Type="http://schemas.openxmlformats.org/officeDocument/2006/relationships/image" Target="../media/image115.jpg"/><Relationship Id="rId13" Type="http://schemas.openxmlformats.org/officeDocument/2006/relationships/image" Target="../media/image143.png"/><Relationship Id="rId12" Type="http://schemas.openxmlformats.org/officeDocument/2006/relationships/image" Target="../media/image118.png"/><Relationship Id="rId15" Type="http://schemas.openxmlformats.org/officeDocument/2006/relationships/image" Target="../media/image120.png"/><Relationship Id="rId14" Type="http://schemas.openxmlformats.org/officeDocument/2006/relationships/image" Target="../media/image133.png"/><Relationship Id="rId17" Type="http://schemas.openxmlformats.org/officeDocument/2006/relationships/image" Target="../media/image137.png"/><Relationship Id="rId16" Type="http://schemas.openxmlformats.org/officeDocument/2006/relationships/image" Target="../media/image122.png"/><Relationship Id="rId19" Type="http://schemas.openxmlformats.org/officeDocument/2006/relationships/image" Target="../media/image138.png"/><Relationship Id="rId18" Type="http://schemas.openxmlformats.org/officeDocument/2006/relationships/image" Target="../media/image12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52.png"/><Relationship Id="rId4" Type="http://schemas.openxmlformats.org/officeDocument/2006/relationships/image" Target="../media/image146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