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3.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3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3.pn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3.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3.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3.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3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3.png"/><Relationship Id="rId4"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4.png"/><Relationship Id="rId4" Type="http://schemas.openxmlformats.org/officeDocument/2006/relationships/image" Target="../media/image9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105.png"/><Relationship Id="rId9" Type="http://schemas.openxmlformats.org/officeDocument/2006/relationships/image" Target="../media/image87.png"/><Relationship Id="rId5" Type="http://schemas.openxmlformats.org/officeDocument/2006/relationships/image" Target="../media/image85.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image" Target="../media/image89.png"/><Relationship Id="rId11" Type="http://schemas.openxmlformats.org/officeDocument/2006/relationships/image" Target="../media/image107.png"/><Relationship Id="rId10" Type="http://schemas.openxmlformats.org/officeDocument/2006/relationships/image" Target="../media/image98.png"/><Relationship Id="rId13" Type="http://schemas.openxmlformats.org/officeDocument/2006/relationships/image" Target="../media/image88.png"/><Relationship Id="rId12" Type="http://schemas.openxmlformats.org/officeDocument/2006/relationships/image" Target="../media/image91.png"/><Relationship Id="rId15" Type="http://schemas.openxmlformats.org/officeDocument/2006/relationships/image" Target="../media/image97.png"/><Relationship Id="rId14" Type="http://schemas.openxmlformats.org/officeDocument/2006/relationships/image" Target="../media/image114.png"/><Relationship Id="rId17" Type="http://schemas.openxmlformats.org/officeDocument/2006/relationships/image" Target="../media/image95.png"/><Relationship Id="rId16" Type="http://schemas.openxmlformats.org/officeDocument/2006/relationships/image" Target="../media/image111.png"/><Relationship Id="rId19" Type="http://schemas.openxmlformats.org/officeDocument/2006/relationships/image" Target="../media/image96.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9.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