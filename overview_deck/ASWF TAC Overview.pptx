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7.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0.png"/><Relationship Id="rId4"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9.png"/><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7.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0.png"/><Relationship Id="rId4" Type="http://schemas.openxmlformats.org/officeDocument/2006/relationships/image" Target="../media/image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9.png"/><Relationship Id="rId4" Type="http://schemas.openxmlformats.org/officeDocument/2006/relationships/image" Target="../media/image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1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7.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0.png"/><Relationship Id="rId4"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7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9.png"/><Relationship Id="rId4"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7.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7.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7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90.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1.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3.png"/><Relationship Id="rId4" Type="http://schemas.openxmlformats.org/officeDocument/2006/relationships/image" Target="../media/image91.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7.png"/><Relationship Id="rId4" Type="http://schemas.openxmlformats.org/officeDocument/2006/relationships/image" Target="../media/image99.png"/><Relationship Id="rId9" Type="http://schemas.openxmlformats.org/officeDocument/2006/relationships/image" Target="../media/image89.png"/><Relationship Id="rId5" Type="http://schemas.openxmlformats.org/officeDocument/2006/relationships/image" Target="../media/image105.png"/><Relationship Id="rId6" Type="http://schemas.openxmlformats.org/officeDocument/2006/relationships/image" Target="../media/image86.png"/><Relationship Id="rId7" Type="http://schemas.openxmlformats.org/officeDocument/2006/relationships/image" Target="../media/image85.png"/><Relationship Id="rId8" Type="http://schemas.openxmlformats.org/officeDocument/2006/relationships/image" Target="../media/image88.png"/><Relationship Id="rId11" Type="http://schemas.openxmlformats.org/officeDocument/2006/relationships/image" Target="../media/image108.png"/><Relationship Id="rId10" Type="http://schemas.openxmlformats.org/officeDocument/2006/relationships/image" Target="../media/image102.png"/><Relationship Id="rId13" Type="http://schemas.openxmlformats.org/officeDocument/2006/relationships/image" Target="../media/image96.png"/><Relationship Id="rId12" Type="http://schemas.openxmlformats.org/officeDocument/2006/relationships/image" Target="../media/image92.png"/><Relationship Id="rId15" Type="http://schemas.openxmlformats.org/officeDocument/2006/relationships/image" Target="../media/image95.png"/><Relationship Id="rId14" Type="http://schemas.openxmlformats.org/officeDocument/2006/relationships/image" Target="../media/image94.png"/><Relationship Id="rId17" Type="http://schemas.openxmlformats.org/officeDocument/2006/relationships/image" Target="../media/image101.png"/><Relationship Id="rId16" Type="http://schemas.openxmlformats.org/officeDocument/2006/relationships/image" Target="../media/image104.png"/><Relationship Id="rId19" Type="http://schemas.openxmlformats.org/officeDocument/2006/relationships/image" Target="../media/image100.png"/><Relationship Id="rId18" Type="http://schemas.openxmlformats.org/officeDocument/2006/relationships/image" Target="../media/image9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11.png"/><Relationship Id="rId5" Type="http://schemas.openxmlformats.org/officeDocument/2006/relationships/image" Target="../media/image110.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