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6.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36.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6.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6.png"/><Relationship Id="rId4" Type="http://schemas.openxmlformats.org/officeDocument/2006/relationships/image" Target="../media/image6.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7.png"/><Relationship Id="rId3" Type="http://schemas.openxmlformats.org/officeDocument/2006/relationships/image" Target="../media/image15.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 Id="rId3" Type="http://schemas.openxmlformats.org/officeDocument/2006/relationships/image" Target="../media/image36.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7.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3.jpg"/><Relationship Id="rId3" Type="http://schemas.openxmlformats.org/officeDocument/2006/relationships/image" Target="../media/image6.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36.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6.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6.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png"/><Relationship Id="rId3" Type="http://schemas.openxmlformats.org/officeDocument/2006/relationships/image" Target="../media/image36.png"/><Relationship Id="rId4" Type="http://schemas.openxmlformats.org/officeDocument/2006/relationships/image" Target="../media/image6.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4.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5.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7.png"/><Relationship Id="rId3" Type="http://schemas.openxmlformats.org/officeDocument/2006/relationships/image" Target="../media/image15.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2.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3.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png"/><Relationship Id="rId4" Type="http://schemas.openxmlformats.org/officeDocument/2006/relationships/image" Target="../media/image36.png"/><Relationship Id="rId5" Type="http://schemas.openxmlformats.org/officeDocument/2006/relationships/image" Target="../media/image6.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36.png"/><Relationship Id="rId4" Type="http://schemas.openxmlformats.org/officeDocument/2006/relationships/image" Target="../media/image6.png"/><Relationship Id="rId5" Type="http://schemas.openxmlformats.org/officeDocument/2006/relationships/image" Target="../media/image1.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 Id="rId4" Type="http://schemas.openxmlformats.org/officeDocument/2006/relationships/image" Target="../media/image1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5.png"/><Relationship Id="rId4" Type="http://schemas.openxmlformats.org/officeDocument/2006/relationships/image" Target="../media/image6.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png"/><Relationship Id="rId4" Type="http://schemas.openxmlformats.org/officeDocument/2006/relationships/image" Target="../media/image6.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 Id="rId3" Type="http://schemas.openxmlformats.org/officeDocument/2006/relationships/image" Target="../media/image9.png"/><Relationship Id="rId4" Type="http://schemas.openxmlformats.org/officeDocument/2006/relationships/image" Target="../media/image6.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72.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72.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72.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6.png"/><Relationship Id="rId4" Type="http://schemas.openxmlformats.org/officeDocument/2006/relationships/image" Target="../media/image6.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 Id="rId3" Type="http://schemas.openxmlformats.org/officeDocument/2006/relationships/image" Target="../media/image36.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 Id="rId3" Type="http://schemas.openxmlformats.org/officeDocument/2006/relationships/image" Target="../media/image6.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1.png"/><Relationship Id="rId3" Type="http://schemas.openxmlformats.org/officeDocument/2006/relationships/image" Target="../media/image108.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4.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5.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7.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4.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76.png"/><Relationship Id="rId4" Type="http://schemas.openxmlformats.org/officeDocument/2006/relationships/image" Target="../media/image8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91.png"/><Relationship Id="rId4" Type="http://schemas.openxmlformats.org/officeDocument/2006/relationships/image" Target="../media/image79.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4.png"/><Relationship Id="rId4" Type="http://schemas.openxmlformats.org/officeDocument/2006/relationships/image" Target="../media/image83.png"/><Relationship Id="rId5" Type="http://schemas.openxmlformats.org/officeDocument/2006/relationships/image" Target="../media/image11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101.png"/><Relationship Id="rId4" Type="http://schemas.openxmlformats.org/officeDocument/2006/relationships/image" Target="../media/image89.png"/><Relationship Id="rId9" Type="http://schemas.openxmlformats.org/officeDocument/2006/relationships/image" Target="../media/image92.png"/><Relationship Id="rId5" Type="http://schemas.openxmlformats.org/officeDocument/2006/relationships/image" Target="../media/image86.png"/><Relationship Id="rId6" Type="http://schemas.openxmlformats.org/officeDocument/2006/relationships/image" Target="../media/image85.png"/><Relationship Id="rId7" Type="http://schemas.openxmlformats.org/officeDocument/2006/relationships/image" Target="../media/image87.png"/><Relationship Id="rId8" Type="http://schemas.openxmlformats.org/officeDocument/2006/relationships/image" Target="../media/image88.png"/><Relationship Id="rId11" Type="http://schemas.openxmlformats.org/officeDocument/2006/relationships/image" Target="../media/image93.png"/><Relationship Id="rId10" Type="http://schemas.openxmlformats.org/officeDocument/2006/relationships/image" Target="../media/image106.png"/><Relationship Id="rId13" Type="http://schemas.openxmlformats.org/officeDocument/2006/relationships/image" Target="../media/image96.png"/><Relationship Id="rId12" Type="http://schemas.openxmlformats.org/officeDocument/2006/relationships/image" Target="../media/image95.png"/><Relationship Id="rId15" Type="http://schemas.openxmlformats.org/officeDocument/2006/relationships/image" Target="../media/image97.png"/><Relationship Id="rId14" Type="http://schemas.openxmlformats.org/officeDocument/2006/relationships/image" Target="../media/image102.png"/><Relationship Id="rId17" Type="http://schemas.openxmlformats.org/officeDocument/2006/relationships/image" Target="../media/image99.png"/><Relationship Id="rId16" Type="http://schemas.openxmlformats.org/officeDocument/2006/relationships/image" Target="../media/image100.png"/><Relationship Id="rId19" Type="http://schemas.openxmlformats.org/officeDocument/2006/relationships/image" Target="../media/image104.png"/><Relationship Id="rId18" Type="http://schemas.openxmlformats.org/officeDocument/2006/relationships/image" Target="../media/image103.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98.png"/><Relationship Id="rId4" Type="http://schemas.openxmlformats.org/officeDocument/2006/relationships/image" Target="../media/image105.png"/><Relationship Id="rId5" Type="http://schemas.openxmlformats.org/officeDocument/2006/relationships/image" Target="../media/image107.png"/><Relationship Id="rId6" Type="http://schemas.openxmlformats.org/officeDocument/2006/relationships/image" Target="../media/image10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