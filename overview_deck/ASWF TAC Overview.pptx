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1.png"/><Relationship Id="rId4" Type="http://schemas.openxmlformats.org/officeDocument/2006/relationships/image" Target="../media/image28.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38.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8.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1.png"/><Relationship Id="rId4" Type="http://schemas.openxmlformats.org/officeDocument/2006/relationships/image" Target="../media/image28.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8.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1.png"/><Relationship Id="rId4" Type="http://schemas.openxmlformats.org/officeDocument/2006/relationships/image" Target="../media/image28.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8.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9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2.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4.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7.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5.png"/><Relationship Id="rId4" Type="http://schemas.openxmlformats.org/officeDocument/2006/relationships/image" Target="../media/image79.png"/><Relationship Id="rId5" Type="http://schemas.openxmlformats.org/officeDocument/2006/relationships/image" Target="../media/image1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85.png"/><Relationship Id="rId9" Type="http://schemas.openxmlformats.org/officeDocument/2006/relationships/image" Target="../media/image90.png"/><Relationship Id="rId5" Type="http://schemas.openxmlformats.org/officeDocument/2006/relationships/image" Target="../media/image82.png"/><Relationship Id="rId6" Type="http://schemas.openxmlformats.org/officeDocument/2006/relationships/image" Target="../media/image84.png"/><Relationship Id="rId7" Type="http://schemas.openxmlformats.org/officeDocument/2006/relationships/image" Target="../media/image109.png"/><Relationship Id="rId8" Type="http://schemas.openxmlformats.org/officeDocument/2006/relationships/image" Target="../media/image92.png"/><Relationship Id="rId11" Type="http://schemas.openxmlformats.org/officeDocument/2006/relationships/image" Target="../media/image88.png"/><Relationship Id="rId10" Type="http://schemas.openxmlformats.org/officeDocument/2006/relationships/image" Target="../media/image87.png"/><Relationship Id="rId13" Type="http://schemas.openxmlformats.org/officeDocument/2006/relationships/image" Target="../media/image104.png"/><Relationship Id="rId12" Type="http://schemas.openxmlformats.org/officeDocument/2006/relationships/image" Target="../media/image93.png"/><Relationship Id="rId15" Type="http://schemas.openxmlformats.org/officeDocument/2006/relationships/image" Target="../media/image108.png"/><Relationship Id="rId14" Type="http://schemas.openxmlformats.org/officeDocument/2006/relationships/image" Target="../media/image97.png"/><Relationship Id="rId17" Type="http://schemas.openxmlformats.org/officeDocument/2006/relationships/image" Target="../media/image95.png"/><Relationship Id="rId16" Type="http://schemas.openxmlformats.org/officeDocument/2006/relationships/image" Target="../media/image107.png"/><Relationship Id="rId19" Type="http://schemas.openxmlformats.org/officeDocument/2006/relationships/image" Target="../media/image98.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6.png"/><Relationship Id="rId4" Type="http://schemas.openxmlformats.org/officeDocument/2006/relationships/image" Target="../media/image101.png"/><Relationship Id="rId5" Type="http://schemas.openxmlformats.org/officeDocument/2006/relationships/image" Target="../media/image114.png"/><Relationship Id="rId6"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