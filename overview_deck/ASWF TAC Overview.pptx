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6.png"/><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6.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 Id="rId3" Type="http://schemas.openxmlformats.org/officeDocument/2006/relationships/image" Target="../media/image7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5.png"/><Relationship Id="rId4" Type="http://schemas.openxmlformats.org/officeDocument/2006/relationships/image" Target="../media/image80.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9.png"/><Relationship Id="rId4" Type="http://schemas.openxmlformats.org/officeDocument/2006/relationships/image" Target="../media/image88.png"/><Relationship Id="rId9"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90.png"/><Relationship Id="rId7" Type="http://schemas.openxmlformats.org/officeDocument/2006/relationships/image" Target="../media/image117.png"/><Relationship Id="rId8" Type="http://schemas.openxmlformats.org/officeDocument/2006/relationships/image" Target="../media/image102.png"/><Relationship Id="rId11" Type="http://schemas.openxmlformats.org/officeDocument/2006/relationships/image" Target="../media/image89.png"/><Relationship Id="rId10" Type="http://schemas.openxmlformats.org/officeDocument/2006/relationships/image" Target="../media/image94.png"/><Relationship Id="rId13" Type="http://schemas.openxmlformats.org/officeDocument/2006/relationships/image" Target="../media/image107.png"/><Relationship Id="rId12" Type="http://schemas.openxmlformats.org/officeDocument/2006/relationships/image" Target="../media/image114.png"/><Relationship Id="rId15" Type="http://schemas.openxmlformats.org/officeDocument/2006/relationships/image" Target="../media/image93.png"/><Relationship Id="rId14" Type="http://schemas.openxmlformats.org/officeDocument/2006/relationships/image" Target="../media/image96.png"/><Relationship Id="rId17" Type="http://schemas.openxmlformats.org/officeDocument/2006/relationships/image" Target="../media/image92.png"/><Relationship Id="rId16" Type="http://schemas.openxmlformats.org/officeDocument/2006/relationships/image" Target="../media/image91.png"/><Relationship Id="rId19" Type="http://schemas.openxmlformats.org/officeDocument/2006/relationships/image" Target="../media/image100.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13.png"/><Relationship Id="rId5" Type="http://schemas.openxmlformats.org/officeDocument/2006/relationships/image" Target="../media/image111.png"/><Relationship Id="rId6" Type="http://schemas.openxmlformats.org/officeDocument/2006/relationships/image" Target="../media/image9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