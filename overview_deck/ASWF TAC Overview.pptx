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23.png"/><Relationship Id="rId5"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13.png"/><Relationship Id="rId5"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3.png"/><Relationship Id="rId4"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 Id="rId3" Type="http://schemas.openxmlformats.org/officeDocument/2006/relationships/image" Target="../media/image4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g"/><Relationship Id="rId3"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23.png"/><Relationship Id="rId5"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13.png"/><Relationship Id="rId5"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3.png"/><Relationship Id="rId4"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 Id="rId3" Type="http://schemas.openxmlformats.org/officeDocument/2006/relationships/image" Target="../media/image4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23.png"/><Relationship Id="rId5" Type="http://schemas.openxmlformats.org/officeDocument/2006/relationships/image" Target="../media/image1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13.png"/><Relationship Id="rId5" Type="http://schemas.openxmlformats.org/officeDocument/2006/relationships/image" Target="../media/image1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9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9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3.png"/><Relationship Id="rId4" Type="http://schemas.openxmlformats.org/officeDocument/2006/relationships/image" Target="../media/image1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7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7.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5.png"/><Relationship Id="rId4" Type="http://schemas.openxmlformats.org/officeDocument/2006/relationships/image" Target="../media/image103.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7.png"/><Relationship Id="rId4" Type="http://schemas.openxmlformats.org/officeDocument/2006/relationships/image" Target="../media/image85.png"/><Relationship Id="rId9" Type="http://schemas.openxmlformats.org/officeDocument/2006/relationships/image" Target="../media/image86.png"/><Relationship Id="rId5" Type="http://schemas.openxmlformats.org/officeDocument/2006/relationships/image" Target="../media/image101.png"/><Relationship Id="rId6" Type="http://schemas.openxmlformats.org/officeDocument/2006/relationships/image" Target="../media/image90.png"/><Relationship Id="rId7" Type="http://schemas.openxmlformats.org/officeDocument/2006/relationships/image" Target="../media/image89.png"/><Relationship Id="rId8" Type="http://schemas.openxmlformats.org/officeDocument/2006/relationships/image" Target="../media/image88.png"/><Relationship Id="rId11" Type="http://schemas.openxmlformats.org/officeDocument/2006/relationships/image" Target="../media/image97.png"/><Relationship Id="rId10" Type="http://schemas.openxmlformats.org/officeDocument/2006/relationships/image" Target="../media/image93.png"/><Relationship Id="rId13" Type="http://schemas.openxmlformats.org/officeDocument/2006/relationships/image" Target="../media/image104.png"/><Relationship Id="rId12" Type="http://schemas.openxmlformats.org/officeDocument/2006/relationships/image" Target="../media/image94.png"/><Relationship Id="rId15" Type="http://schemas.openxmlformats.org/officeDocument/2006/relationships/image" Target="../media/image106.png"/><Relationship Id="rId14" Type="http://schemas.openxmlformats.org/officeDocument/2006/relationships/image" Target="../media/image91.png"/><Relationship Id="rId17" Type="http://schemas.openxmlformats.org/officeDocument/2006/relationships/image" Target="../media/image100.png"/><Relationship Id="rId16" Type="http://schemas.openxmlformats.org/officeDocument/2006/relationships/image" Target="../media/image111.png"/><Relationship Id="rId19" Type="http://schemas.openxmlformats.org/officeDocument/2006/relationships/image" Target="../media/image102.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12.png"/><Relationship Id="rId5" Type="http://schemas.openxmlformats.org/officeDocument/2006/relationships/image" Target="../media/image110.png"/><Relationship Id="rId6" Type="http://schemas.openxmlformats.org/officeDocument/2006/relationships/image" Target="../media/image1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