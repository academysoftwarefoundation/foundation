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64.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64.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64.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6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64.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64.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64.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 Id="rId4" Type="http://schemas.openxmlformats.org/officeDocument/2006/relationships/image" Target="../media/image64.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64.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7.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6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6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9.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64.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6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6.png"/><Relationship Id="rId3" Type="http://schemas.openxmlformats.org/officeDocument/2006/relationships/image" Target="../media/image9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2.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0.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6.png"/><Relationship Id="rId4" Type="http://schemas.openxmlformats.org/officeDocument/2006/relationships/image" Target="../media/image90.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5.png"/><Relationship Id="rId4" Type="http://schemas.openxmlformats.org/officeDocument/2006/relationships/image" Target="../media/image89.png"/><Relationship Id="rId9" Type="http://schemas.openxmlformats.org/officeDocument/2006/relationships/image" Target="../media/image85.png"/><Relationship Id="rId5" Type="http://schemas.openxmlformats.org/officeDocument/2006/relationships/image" Target="../media/image84.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91.png"/><Relationship Id="rId11" Type="http://schemas.openxmlformats.org/officeDocument/2006/relationships/image" Target="../media/image100.png"/><Relationship Id="rId10" Type="http://schemas.openxmlformats.org/officeDocument/2006/relationships/image" Target="../media/image92.png"/><Relationship Id="rId13" Type="http://schemas.openxmlformats.org/officeDocument/2006/relationships/image" Target="../media/image106.png"/><Relationship Id="rId12" Type="http://schemas.openxmlformats.org/officeDocument/2006/relationships/image" Target="../media/image103.png"/><Relationship Id="rId15" Type="http://schemas.openxmlformats.org/officeDocument/2006/relationships/image" Target="../media/image98.png"/><Relationship Id="rId14" Type="http://schemas.openxmlformats.org/officeDocument/2006/relationships/image" Target="../media/image102.png"/><Relationship Id="rId17" Type="http://schemas.openxmlformats.org/officeDocument/2006/relationships/image" Target="../media/image105.png"/><Relationship Id="rId16" Type="http://schemas.openxmlformats.org/officeDocument/2006/relationships/image" Target="../media/image104.png"/><Relationship Id="rId19" Type="http://schemas.openxmlformats.org/officeDocument/2006/relationships/image" Target="../media/image97.png"/><Relationship Id="rId18" Type="http://schemas.openxmlformats.org/officeDocument/2006/relationships/image" Target="../media/image9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01.png"/><Relationship Id="rId5" Type="http://schemas.openxmlformats.org/officeDocument/2006/relationships/image" Target="../media/image107.png"/><Relationship Id="rId6" Type="http://schemas.openxmlformats.org/officeDocument/2006/relationships/image" Target="../media/image1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