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image" Target="../media/image2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image" Target="../media/image2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2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2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4.png"/><Relationship Id="rId4" Type="http://schemas.openxmlformats.org/officeDocument/2006/relationships/image" Target="../media/image2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0.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1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0.jpg"/><Relationship Id="rId3"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image" Target="../media/image2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2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2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3.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 Id="rId3" Type="http://schemas.openxmlformats.org/officeDocument/2006/relationships/image" Target="../media/image24.png"/><Relationship Id="rId4"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0.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7.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0.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image" Target="../media/image2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4.png"/><Relationship Id="rId4" Type="http://schemas.openxmlformats.org/officeDocument/2006/relationships/image" Target="../media/image23.png"/><Relationship Id="rId5" Type="http://schemas.openxmlformats.org/officeDocument/2006/relationships/image" Target="../media/image20.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3.png"/><Relationship Id="rId4" Type="http://schemas.openxmlformats.org/officeDocument/2006/relationships/image" Target="../media/image1.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png"/><Relationship Id="rId4" Type="http://schemas.openxmlformats.org/officeDocument/2006/relationships/image" Target="../media/image2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 Id="rId4" Type="http://schemas.openxmlformats.org/officeDocument/2006/relationships/image" Target="../media/image2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png"/><Relationship Id="rId4" Type="http://schemas.openxmlformats.org/officeDocument/2006/relationships/image" Target="../media/image23.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76.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76.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76.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4.png"/><Relationship Id="rId4" Type="http://schemas.openxmlformats.org/officeDocument/2006/relationships/image" Target="../media/image2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23.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3.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0.png"/><Relationship Id="rId3" Type="http://schemas.openxmlformats.org/officeDocument/2006/relationships/image" Target="../media/image8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1.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8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9.png"/><Relationship Id="rId4" Type="http://schemas.openxmlformats.org/officeDocument/2006/relationships/image" Target="../media/image8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3.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101.png"/><Relationship Id="rId4" Type="http://schemas.openxmlformats.org/officeDocument/2006/relationships/image" Target="../media/image92.png"/><Relationship Id="rId5" Type="http://schemas.openxmlformats.org/officeDocument/2006/relationships/image" Target="../media/image1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2.png"/><Relationship Id="rId4" Type="http://schemas.openxmlformats.org/officeDocument/2006/relationships/image" Target="../media/image94.png"/><Relationship Id="rId9" Type="http://schemas.openxmlformats.org/officeDocument/2006/relationships/image" Target="../media/image89.png"/><Relationship Id="rId5" Type="http://schemas.openxmlformats.org/officeDocument/2006/relationships/image" Target="../media/image96.png"/><Relationship Id="rId6" Type="http://schemas.openxmlformats.org/officeDocument/2006/relationships/image" Target="../media/image85.png"/><Relationship Id="rId7" Type="http://schemas.openxmlformats.org/officeDocument/2006/relationships/image" Target="../media/image93.png"/><Relationship Id="rId8" Type="http://schemas.openxmlformats.org/officeDocument/2006/relationships/image" Target="../media/image102.png"/><Relationship Id="rId11" Type="http://schemas.openxmlformats.org/officeDocument/2006/relationships/image" Target="../media/image95.png"/><Relationship Id="rId10" Type="http://schemas.openxmlformats.org/officeDocument/2006/relationships/image" Target="../media/image106.png"/><Relationship Id="rId13" Type="http://schemas.openxmlformats.org/officeDocument/2006/relationships/image" Target="../media/image91.png"/><Relationship Id="rId12" Type="http://schemas.openxmlformats.org/officeDocument/2006/relationships/image" Target="../media/image104.png"/><Relationship Id="rId15" Type="http://schemas.openxmlformats.org/officeDocument/2006/relationships/image" Target="../media/image103.png"/><Relationship Id="rId14" Type="http://schemas.openxmlformats.org/officeDocument/2006/relationships/image" Target="../media/image99.png"/><Relationship Id="rId17" Type="http://schemas.openxmlformats.org/officeDocument/2006/relationships/image" Target="../media/image100.png"/><Relationship Id="rId16" Type="http://schemas.openxmlformats.org/officeDocument/2006/relationships/image" Target="../media/image97.png"/><Relationship Id="rId19" Type="http://schemas.openxmlformats.org/officeDocument/2006/relationships/image" Target="../media/image98.png"/><Relationship Id="rId18" Type="http://schemas.openxmlformats.org/officeDocument/2006/relationships/image" Target="../media/image11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7.png"/><Relationship Id="rId4" Type="http://schemas.openxmlformats.org/officeDocument/2006/relationships/image" Target="../media/image109.png"/><Relationship Id="rId5" Type="http://schemas.openxmlformats.org/officeDocument/2006/relationships/image" Target="../media/image108.png"/><Relationship Id="rId6" Type="http://schemas.openxmlformats.org/officeDocument/2006/relationships/image" Target="../media/image1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3"/>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1-07 at 12.39.53 PM.png"/>
          <p:cNvPicPr preferRelativeResize="0"/>
          <p:nvPr/>
        </p:nvPicPr>
        <p:blipFill>
          <a:blip r:embed="rId3">
            <a:alphaModFix/>
          </a:blip>
          <a:stretch>
            <a:fillRect/>
          </a:stretch>
        </p:blipFill>
        <p:spPr>
          <a:xfrm>
            <a:off x="152225" y="1390344"/>
            <a:ext cx="8839204" cy="3232697"/>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