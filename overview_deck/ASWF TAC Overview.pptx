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9.pn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jp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9.png"/><Relationship Id="rId4" Type="http://schemas.openxmlformats.org/officeDocument/2006/relationships/image" Target="../media/image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7.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 Id="rId4" Type="http://schemas.openxmlformats.org/officeDocument/2006/relationships/image" Target="../media/image39.png"/><Relationship Id="rId5"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9.png"/><Relationship Id="rId4" Type="http://schemas.openxmlformats.org/officeDocument/2006/relationships/image" Target="../media/image3.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 Id="rId4" Type="http://schemas.openxmlformats.org/officeDocument/2006/relationships/image" Target="../media/image1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image" Target="../media/image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21.png"/><Relationship Id="rId4"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9.png"/><Relationship Id="rId4"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3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 Id="rId3" Type="http://schemas.openxmlformats.org/officeDocument/2006/relationships/image" Target="../media/image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8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6.png"/><Relationship Id="rId4" Type="http://schemas.openxmlformats.org/officeDocument/2006/relationships/image" Target="../media/image8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2.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0.png"/><Relationship Id="rId4" Type="http://schemas.openxmlformats.org/officeDocument/2006/relationships/image" Target="../media/image78.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95.png"/><Relationship Id="rId9" Type="http://schemas.openxmlformats.org/officeDocument/2006/relationships/image" Target="../media/image113.png"/><Relationship Id="rId5" Type="http://schemas.openxmlformats.org/officeDocument/2006/relationships/image" Target="../media/image82.png"/><Relationship Id="rId6" Type="http://schemas.openxmlformats.org/officeDocument/2006/relationships/image" Target="../media/image85.png"/><Relationship Id="rId7" Type="http://schemas.openxmlformats.org/officeDocument/2006/relationships/image" Target="../media/image104.png"/><Relationship Id="rId8" Type="http://schemas.openxmlformats.org/officeDocument/2006/relationships/image" Target="../media/image90.png"/><Relationship Id="rId11" Type="http://schemas.openxmlformats.org/officeDocument/2006/relationships/image" Target="../media/image96.png"/><Relationship Id="rId10" Type="http://schemas.openxmlformats.org/officeDocument/2006/relationships/image" Target="../media/image94.png"/><Relationship Id="rId13" Type="http://schemas.openxmlformats.org/officeDocument/2006/relationships/image" Target="../media/image103.png"/><Relationship Id="rId12" Type="http://schemas.openxmlformats.org/officeDocument/2006/relationships/image" Target="../media/image105.png"/><Relationship Id="rId15" Type="http://schemas.openxmlformats.org/officeDocument/2006/relationships/image" Target="../media/image111.png"/><Relationship Id="rId14" Type="http://schemas.openxmlformats.org/officeDocument/2006/relationships/image" Target="../media/image91.png"/><Relationship Id="rId17" Type="http://schemas.openxmlformats.org/officeDocument/2006/relationships/image" Target="../media/image93.png"/><Relationship Id="rId16" Type="http://schemas.openxmlformats.org/officeDocument/2006/relationships/image" Target="../media/image106.png"/><Relationship Id="rId19" Type="http://schemas.openxmlformats.org/officeDocument/2006/relationships/image" Target="../media/image108.png"/><Relationship Id="rId18" Type="http://schemas.openxmlformats.org/officeDocument/2006/relationships/image" Target="../media/image9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99.png"/><Relationship Id="rId5" Type="http://schemas.openxmlformats.org/officeDocument/2006/relationships/image" Target="../media/image101.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