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image" Target="../media/image3.png"/><Relationship Id="rId5"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image" Target="../media/image3.png"/><Relationship Id="rId5"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15.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5.png"/><Relationship Id="rId4" Type="http://schemas.openxmlformats.org/officeDocument/2006/relationships/image" Target="../media/image3.png"/><Relationship Id="rId5"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7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7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1.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9.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7.png"/><Relationship Id="rId4" Type="http://schemas.openxmlformats.org/officeDocument/2006/relationships/image" Target="../media/image85.png"/><Relationship Id="rId5" Type="http://schemas.openxmlformats.org/officeDocument/2006/relationships/image" Target="../media/image1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99.png"/><Relationship Id="rId9" Type="http://schemas.openxmlformats.org/officeDocument/2006/relationships/image" Target="../media/image106.png"/><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8.png"/><Relationship Id="rId8" Type="http://schemas.openxmlformats.org/officeDocument/2006/relationships/image" Target="../media/image94.png"/><Relationship Id="rId11" Type="http://schemas.openxmlformats.org/officeDocument/2006/relationships/image" Target="../media/image103.png"/><Relationship Id="rId10" Type="http://schemas.openxmlformats.org/officeDocument/2006/relationships/image" Target="../media/image115.png"/><Relationship Id="rId13" Type="http://schemas.openxmlformats.org/officeDocument/2006/relationships/image" Target="../media/image93.png"/><Relationship Id="rId12" Type="http://schemas.openxmlformats.org/officeDocument/2006/relationships/image" Target="../media/image104.png"/><Relationship Id="rId15" Type="http://schemas.openxmlformats.org/officeDocument/2006/relationships/image" Target="../media/image112.png"/><Relationship Id="rId14" Type="http://schemas.openxmlformats.org/officeDocument/2006/relationships/image" Target="../media/image95.png"/><Relationship Id="rId17" Type="http://schemas.openxmlformats.org/officeDocument/2006/relationships/image" Target="../media/image105.png"/><Relationship Id="rId16" Type="http://schemas.openxmlformats.org/officeDocument/2006/relationships/image" Target="../media/image100.png"/><Relationship Id="rId19" Type="http://schemas.openxmlformats.org/officeDocument/2006/relationships/image" Target="../media/image101.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13.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10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