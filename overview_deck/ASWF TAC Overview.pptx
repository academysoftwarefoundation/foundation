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4.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9.pn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 Id="rId3" Type="http://schemas.openxmlformats.org/officeDocument/2006/relationships/image" Target="../media/image18.png"/><Relationship Id="rId4"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4.pn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jp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4.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9.png"/><Relationship Id="rId4"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 Id="rId3" Type="http://schemas.openxmlformats.org/officeDocument/2006/relationships/image" Target="../media/image18.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4.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4.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9.png"/><Relationship Id="rId4"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18.png"/><Relationship Id="rId4"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6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4.png"/><Relationship Id="rId4"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10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6.png"/><Relationship Id="rId4" Type="http://schemas.openxmlformats.org/officeDocument/2006/relationships/image" Target="../media/image9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10.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79.png"/><Relationship Id="rId4" Type="http://schemas.openxmlformats.org/officeDocument/2006/relationships/image" Target="../media/image82.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85.png"/><Relationship Id="rId9" Type="http://schemas.openxmlformats.org/officeDocument/2006/relationships/image" Target="../media/image91.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7.png"/><Relationship Id="rId8" Type="http://schemas.openxmlformats.org/officeDocument/2006/relationships/image" Target="../media/image89.png"/><Relationship Id="rId11" Type="http://schemas.openxmlformats.org/officeDocument/2006/relationships/image" Target="../media/image95.png"/><Relationship Id="rId10" Type="http://schemas.openxmlformats.org/officeDocument/2006/relationships/image" Target="../media/image93.png"/><Relationship Id="rId13" Type="http://schemas.openxmlformats.org/officeDocument/2006/relationships/image" Target="../media/image97.png"/><Relationship Id="rId12" Type="http://schemas.openxmlformats.org/officeDocument/2006/relationships/image" Target="../media/image96.png"/><Relationship Id="rId15" Type="http://schemas.openxmlformats.org/officeDocument/2006/relationships/image" Target="../media/image98.png"/><Relationship Id="rId14" Type="http://schemas.openxmlformats.org/officeDocument/2006/relationships/image" Target="../media/image92.png"/><Relationship Id="rId17" Type="http://schemas.openxmlformats.org/officeDocument/2006/relationships/image" Target="../media/image100.png"/><Relationship Id="rId16" Type="http://schemas.openxmlformats.org/officeDocument/2006/relationships/image" Target="../media/image99.png"/><Relationship Id="rId19" Type="http://schemas.openxmlformats.org/officeDocument/2006/relationships/image" Target="../media/image104.png"/><Relationship Id="rId18" Type="http://schemas.openxmlformats.org/officeDocument/2006/relationships/image" Target="../media/image10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