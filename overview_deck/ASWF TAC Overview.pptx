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2.png"/><Relationship Id="rId4" Type="http://schemas.openxmlformats.org/officeDocument/2006/relationships/image" Target="../media/image32.png"/><Relationship Id="rId5" Type="http://schemas.openxmlformats.org/officeDocument/2006/relationships/image" Target="../media/image1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32.png"/><Relationship Id="rId4" Type="http://schemas.openxmlformats.org/officeDocument/2006/relationships/image" Target="../media/image11.png"/><Relationship Id="rId5"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1.png"/><Relationship Id="rId4" Type="http://schemas.openxmlformats.org/officeDocument/2006/relationships/image" Target="../media/image1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6.png"/><Relationship Id="rId4" Type="http://schemas.openxmlformats.org/officeDocument/2006/relationships/image" Target="../media/image1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5.png"/><Relationship Id="rId4" Type="http://schemas.openxmlformats.org/officeDocument/2006/relationships/image" Target="../media/image1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1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32.png"/><Relationship Id="rId4" Type="http://schemas.openxmlformats.org/officeDocument/2006/relationships/image" Target="../media/image1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3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1.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6.jpg"/><Relationship Id="rId3" Type="http://schemas.openxmlformats.org/officeDocument/2006/relationships/image" Target="../media/image1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2.png"/><Relationship Id="rId4" Type="http://schemas.openxmlformats.org/officeDocument/2006/relationships/image" Target="../media/image32.png"/><Relationship Id="rId5" Type="http://schemas.openxmlformats.org/officeDocument/2006/relationships/image" Target="../media/image1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32.png"/><Relationship Id="rId4" Type="http://schemas.openxmlformats.org/officeDocument/2006/relationships/image" Target="../media/image11.png"/><Relationship Id="rId5"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1.png"/><Relationship Id="rId4" Type="http://schemas.openxmlformats.org/officeDocument/2006/relationships/image" Target="../media/image12.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6.png"/><Relationship Id="rId4" Type="http://schemas.openxmlformats.org/officeDocument/2006/relationships/image" Target="../media/image1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15.png"/><Relationship Id="rId4" Type="http://schemas.openxmlformats.org/officeDocument/2006/relationships/image" Target="../media/image1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11.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32.png"/><Relationship Id="rId4" Type="http://schemas.openxmlformats.org/officeDocument/2006/relationships/image" Target="../media/image1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1.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1.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1.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1.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27.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5.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4.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2.png"/><Relationship Id="rId4" Type="http://schemas.openxmlformats.org/officeDocument/2006/relationships/image" Target="../media/image32.png"/><Relationship Id="rId5" Type="http://schemas.openxmlformats.org/officeDocument/2006/relationships/image" Target="../media/image11.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32.png"/><Relationship Id="rId4" Type="http://schemas.openxmlformats.org/officeDocument/2006/relationships/image" Target="../media/image11.png"/><Relationship Id="rId5" Type="http://schemas.openxmlformats.org/officeDocument/2006/relationships/image" Target="../media/image2.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1.png"/><Relationship Id="rId4" Type="http://schemas.openxmlformats.org/officeDocument/2006/relationships/image" Target="../media/image12.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6.png"/><Relationship Id="rId4" Type="http://schemas.openxmlformats.org/officeDocument/2006/relationships/image" Target="../media/image11.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15.png"/><Relationship Id="rId4" Type="http://schemas.openxmlformats.org/officeDocument/2006/relationships/image" Target="../media/image11.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11.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73.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73.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73.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 Id="rId3" Type="http://schemas.openxmlformats.org/officeDocument/2006/relationships/image" Target="../media/image32.png"/><Relationship Id="rId4" Type="http://schemas.openxmlformats.org/officeDocument/2006/relationships/image" Target="../media/image11.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 Id="rId3" Type="http://schemas.openxmlformats.org/officeDocument/2006/relationships/image" Target="../media/image32.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1.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1.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1.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1.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1.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6.png"/><Relationship Id="rId3" Type="http://schemas.openxmlformats.org/officeDocument/2006/relationships/image" Target="../media/image84.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1.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4.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1.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3.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8.png"/><Relationship Id="rId4" Type="http://schemas.openxmlformats.org/officeDocument/2006/relationships/image" Target="../media/image8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80.png"/><Relationship Id="rId4" Type="http://schemas.openxmlformats.org/officeDocument/2006/relationships/image" Target="../media/image8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79.png"/><Relationship Id="rId4" Type="http://schemas.openxmlformats.org/officeDocument/2006/relationships/image" Target="../media/image83.png"/><Relationship Id="rId5" Type="http://schemas.openxmlformats.org/officeDocument/2006/relationships/image" Target="../media/image1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94.png"/><Relationship Id="rId4" Type="http://schemas.openxmlformats.org/officeDocument/2006/relationships/image" Target="../media/image101.png"/><Relationship Id="rId9" Type="http://schemas.openxmlformats.org/officeDocument/2006/relationships/image" Target="../media/image89.png"/><Relationship Id="rId5" Type="http://schemas.openxmlformats.org/officeDocument/2006/relationships/image" Target="../media/image87.png"/><Relationship Id="rId6" Type="http://schemas.openxmlformats.org/officeDocument/2006/relationships/image" Target="../media/image92.png"/><Relationship Id="rId7" Type="http://schemas.openxmlformats.org/officeDocument/2006/relationships/image" Target="../media/image104.png"/><Relationship Id="rId8" Type="http://schemas.openxmlformats.org/officeDocument/2006/relationships/image" Target="../media/image91.png"/><Relationship Id="rId11" Type="http://schemas.openxmlformats.org/officeDocument/2006/relationships/image" Target="../media/image107.png"/><Relationship Id="rId10" Type="http://schemas.openxmlformats.org/officeDocument/2006/relationships/image" Target="../media/image108.png"/><Relationship Id="rId13" Type="http://schemas.openxmlformats.org/officeDocument/2006/relationships/image" Target="../media/image93.png"/><Relationship Id="rId12" Type="http://schemas.openxmlformats.org/officeDocument/2006/relationships/image" Target="../media/image90.png"/><Relationship Id="rId15" Type="http://schemas.openxmlformats.org/officeDocument/2006/relationships/image" Target="../media/image109.png"/><Relationship Id="rId14" Type="http://schemas.openxmlformats.org/officeDocument/2006/relationships/image" Target="../media/image95.png"/><Relationship Id="rId17" Type="http://schemas.openxmlformats.org/officeDocument/2006/relationships/image" Target="../media/image96.png"/><Relationship Id="rId16" Type="http://schemas.openxmlformats.org/officeDocument/2006/relationships/image" Target="../media/image106.png"/><Relationship Id="rId19" Type="http://schemas.openxmlformats.org/officeDocument/2006/relationships/image" Target="../media/image98.png"/><Relationship Id="rId18" Type="http://schemas.openxmlformats.org/officeDocument/2006/relationships/image" Target="../media/image102.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99.png"/><Relationship Id="rId4" Type="http://schemas.openxmlformats.org/officeDocument/2006/relationships/image" Target="../media/image100.png"/><Relationship Id="rId5" Type="http://schemas.openxmlformats.org/officeDocument/2006/relationships/image" Target="../media/image103.png"/><Relationship Id="rId6" Type="http://schemas.openxmlformats.org/officeDocument/2006/relationships/image" Target="../media/image10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