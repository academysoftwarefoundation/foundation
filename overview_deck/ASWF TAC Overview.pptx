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6.png"/><Relationship Id="rId4" Type="http://schemas.openxmlformats.org/officeDocument/2006/relationships/image" Target="../media/image54.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54.png"/><Relationship Id="rId4" Type="http://schemas.openxmlformats.org/officeDocument/2006/relationships/image" Target="../media/image3.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7.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54.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3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5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6.png"/><Relationship Id="rId4" Type="http://schemas.openxmlformats.org/officeDocument/2006/relationships/image" Target="../media/image54.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54.png"/><Relationship Id="rId4" Type="http://schemas.openxmlformats.org/officeDocument/2006/relationships/image" Target="../media/image3.png"/><Relationship Id="rId5"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7.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54.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6.png"/><Relationship Id="rId4" Type="http://schemas.openxmlformats.org/officeDocument/2006/relationships/image" Target="../media/image54.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54.png"/><Relationship Id="rId4" Type="http://schemas.openxmlformats.org/officeDocument/2006/relationships/image" Target="../media/image3.png"/><Relationship Id="rId5"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7.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6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54.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5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7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9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3.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2.png"/><Relationship Id="rId4" Type="http://schemas.openxmlformats.org/officeDocument/2006/relationships/image" Target="../media/image81.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9.png"/><Relationship Id="rId4" Type="http://schemas.openxmlformats.org/officeDocument/2006/relationships/image" Target="../media/image90.png"/><Relationship Id="rId9" Type="http://schemas.openxmlformats.org/officeDocument/2006/relationships/image" Target="../media/image96.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93.png"/><Relationship Id="rId8" Type="http://schemas.openxmlformats.org/officeDocument/2006/relationships/image" Target="../media/image95.png"/><Relationship Id="rId11" Type="http://schemas.openxmlformats.org/officeDocument/2006/relationships/image" Target="../media/image94.png"/><Relationship Id="rId10" Type="http://schemas.openxmlformats.org/officeDocument/2006/relationships/image" Target="../media/image101.png"/><Relationship Id="rId13" Type="http://schemas.openxmlformats.org/officeDocument/2006/relationships/image" Target="../media/image99.png"/><Relationship Id="rId12" Type="http://schemas.openxmlformats.org/officeDocument/2006/relationships/image" Target="../media/image103.png"/><Relationship Id="rId15" Type="http://schemas.openxmlformats.org/officeDocument/2006/relationships/image" Target="../media/image98.png"/><Relationship Id="rId14" Type="http://schemas.openxmlformats.org/officeDocument/2006/relationships/image" Target="../media/image97.png"/><Relationship Id="rId17" Type="http://schemas.openxmlformats.org/officeDocument/2006/relationships/image" Target="../media/image100.png"/><Relationship Id="rId16" Type="http://schemas.openxmlformats.org/officeDocument/2006/relationships/image" Target="../media/image102.png"/><Relationship Id="rId19" Type="http://schemas.openxmlformats.org/officeDocument/2006/relationships/image" Target="../media/image107.png"/><Relationship Id="rId18" Type="http://schemas.openxmlformats.org/officeDocument/2006/relationships/image" Target="../media/image10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6.png"/><Relationship Id="rId4" Type="http://schemas.openxmlformats.org/officeDocument/2006/relationships/image" Target="../media/image105.png"/><Relationship Id="rId5" Type="http://schemas.openxmlformats.org/officeDocument/2006/relationships/image" Target="../media/image108.png"/><Relationship Id="rId6" Type="http://schemas.openxmlformats.org/officeDocument/2006/relationships/image" Target="../media/image1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