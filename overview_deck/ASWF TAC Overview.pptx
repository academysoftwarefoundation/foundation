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1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2.png"/><Relationship Id="rId4" Type="http://schemas.openxmlformats.org/officeDocument/2006/relationships/image" Target="../media/image13.png"/><Relationship Id="rId5" Type="http://schemas.openxmlformats.org/officeDocument/2006/relationships/image" Target="../media/image2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3.png"/><Relationship Id="rId4"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7.png"/><Relationship Id="rId4" Type="http://schemas.openxmlformats.org/officeDocument/2006/relationships/image" Target="../media/image1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5.png"/><Relationship Id="rId4" Type="http://schemas.openxmlformats.org/officeDocument/2006/relationships/image" Target="../media/image1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1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22.png"/><Relationship Id="rId4" Type="http://schemas.openxmlformats.org/officeDocument/2006/relationships/image" Target="../media/image1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2.png"/><Relationship Id="rId3" Type="http://schemas.openxmlformats.org/officeDocument/2006/relationships/image" Target="../media/image40.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22.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3.jpg"/><Relationship Id="rId3" Type="http://schemas.openxmlformats.org/officeDocument/2006/relationships/image" Target="../media/image1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1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2.png"/><Relationship Id="rId4" Type="http://schemas.openxmlformats.org/officeDocument/2006/relationships/image" Target="../media/image13.png"/><Relationship Id="rId5" Type="http://schemas.openxmlformats.org/officeDocument/2006/relationships/image" Target="../media/image2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3.png"/><Relationship Id="rId4" Type="http://schemas.openxmlformats.org/officeDocument/2006/relationships/image" Target="../media/image3.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7.png"/><Relationship Id="rId4" Type="http://schemas.openxmlformats.org/officeDocument/2006/relationships/image" Target="../media/image1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5.png"/><Relationship Id="rId4" Type="http://schemas.openxmlformats.org/officeDocument/2006/relationships/image" Target="../media/image1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13.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22.png"/><Relationship Id="rId4" Type="http://schemas.openxmlformats.org/officeDocument/2006/relationships/image" Target="../media/image1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1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1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1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1.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2.png"/><Relationship Id="rId3" Type="http://schemas.openxmlformats.org/officeDocument/2006/relationships/image" Target="../media/image40.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3.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2.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13.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22.png"/><Relationship Id="rId4" Type="http://schemas.openxmlformats.org/officeDocument/2006/relationships/image" Target="../media/image13.png"/><Relationship Id="rId5" Type="http://schemas.openxmlformats.org/officeDocument/2006/relationships/image" Target="../media/image2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3.png"/><Relationship Id="rId4" Type="http://schemas.openxmlformats.org/officeDocument/2006/relationships/image" Target="../media/image3.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7.png"/><Relationship Id="rId4" Type="http://schemas.openxmlformats.org/officeDocument/2006/relationships/image" Target="../media/image13.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15.png"/><Relationship Id="rId4" Type="http://schemas.openxmlformats.org/officeDocument/2006/relationships/image" Target="../media/image13.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13.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87.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87.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87.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 Id="rId3" Type="http://schemas.openxmlformats.org/officeDocument/2006/relationships/image" Target="../media/image22.png"/><Relationship Id="rId4" Type="http://schemas.openxmlformats.org/officeDocument/2006/relationships/image" Target="../media/image13.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 Id="rId3" Type="http://schemas.openxmlformats.org/officeDocument/2006/relationships/image" Target="../media/image22.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3.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3.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13.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13.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13.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1.png"/><Relationship Id="rId3" Type="http://schemas.openxmlformats.org/officeDocument/2006/relationships/image" Target="../media/image76.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1.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2.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2.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4.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3.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8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79.png"/><Relationship Id="rId4" Type="http://schemas.openxmlformats.org/officeDocument/2006/relationships/image" Target="../media/image8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90.png"/><Relationship Id="rId4" Type="http://schemas.openxmlformats.org/officeDocument/2006/relationships/image" Target="../media/image8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77.png"/><Relationship Id="rId4" Type="http://schemas.openxmlformats.org/officeDocument/2006/relationships/image" Target="../media/image81.png"/><Relationship Id="rId5" Type="http://schemas.openxmlformats.org/officeDocument/2006/relationships/image" Target="../media/image11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102.png"/><Relationship Id="rId4" Type="http://schemas.openxmlformats.org/officeDocument/2006/relationships/image" Target="../media/image85.png"/><Relationship Id="rId9" Type="http://schemas.openxmlformats.org/officeDocument/2006/relationships/image" Target="../media/image89.png"/><Relationship Id="rId5" Type="http://schemas.openxmlformats.org/officeDocument/2006/relationships/image" Target="../media/image103.png"/><Relationship Id="rId6" Type="http://schemas.openxmlformats.org/officeDocument/2006/relationships/image" Target="../media/image88.png"/><Relationship Id="rId7" Type="http://schemas.openxmlformats.org/officeDocument/2006/relationships/image" Target="../media/image110.png"/><Relationship Id="rId8" Type="http://schemas.openxmlformats.org/officeDocument/2006/relationships/image" Target="../media/image92.png"/><Relationship Id="rId11" Type="http://schemas.openxmlformats.org/officeDocument/2006/relationships/image" Target="../media/image105.png"/><Relationship Id="rId10" Type="http://schemas.openxmlformats.org/officeDocument/2006/relationships/image" Target="../media/image97.png"/><Relationship Id="rId13" Type="http://schemas.openxmlformats.org/officeDocument/2006/relationships/image" Target="../media/image91.png"/><Relationship Id="rId12" Type="http://schemas.openxmlformats.org/officeDocument/2006/relationships/image" Target="../media/image93.png"/><Relationship Id="rId15" Type="http://schemas.openxmlformats.org/officeDocument/2006/relationships/image" Target="../media/image108.png"/><Relationship Id="rId14" Type="http://schemas.openxmlformats.org/officeDocument/2006/relationships/image" Target="../media/image95.png"/><Relationship Id="rId17" Type="http://schemas.openxmlformats.org/officeDocument/2006/relationships/image" Target="../media/image96.png"/><Relationship Id="rId16" Type="http://schemas.openxmlformats.org/officeDocument/2006/relationships/image" Target="../media/image94.png"/><Relationship Id="rId19" Type="http://schemas.openxmlformats.org/officeDocument/2006/relationships/image" Target="../media/image104.png"/><Relationship Id="rId18" Type="http://schemas.openxmlformats.org/officeDocument/2006/relationships/image" Target="../media/image99.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98.png"/><Relationship Id="rId4" Type="http://schemas.openxmlformats.org/officeDocument/2006/relationships/image" Target="../media/image111.png"/><Relationship Id="rId5" Type="http://schemas.openxmlformats.org/officeDocument/2006/relationships/image" Target="../media/image107.png"/><Relationship Id="rId6" Type="http://schemas.openxmlformats.org/officeDocument/2006/relationships/image" Target="../media/image10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1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