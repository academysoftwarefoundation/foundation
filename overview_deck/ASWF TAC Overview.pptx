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30.png"/><Relationship Id="rId4" Type="http://schemas.openxmlformats.org/officeDocument/2006/relationships/image" Target="../media/image12.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6.png"/><Relationship Id="rId5" Type="http://schemas.openxmlformats.org/officeDocument/2006/relationships/image" Target="../media/image3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6.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2.png"/><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1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jp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0.png"/><Relationship Id="rId4" Type="http://schemas.openxmlformats.org/officeDocument/2006/relationships/image" Target="../media/image12.png"/><Relationship Id="rId5"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6.png"/><Relationship Id="rId5"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6.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2.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 Id="rId3" Type="http://schemas.openxmlformats.org/officeDocument/2006/relationships/image" Target="../media/image1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0.png"/><Relationship Id="rId4" Type="http://schemas.openxmlformats.org/officeDocument/2006/relationships/image" Target="../media/image12.png"/><Relationship Id="rId5"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6.png"/><Relationship Id="rId5" Type="http://schemas.openxmlformats.org/officeDocument/2006/relationships/image" Target="../media/image30.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6.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7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2.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7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1.png"/><Relationship Id="rId4" Type="http://schemas.openxmlformats.org/officeDocument/2006/relationships/image" Target="../media/image8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8.png"/><Relationship Id="rId4" Type="http://schemas.openxmlformats.org/officeDocument/2006/relationships/image" Target="../media/image8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94.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1.png"/><Relationship Id="rId4" Type="http://schemas.openxmlformats.org/officeDocument/2006/relationships/image" Target="../media/image85.png"/><Relationship Id="rId9" Type="http://schemas.openxmlformats.org/officeDocument/2006/relationships/image" Target="../media/image99.png"/><Relationship Id="rId5" Type="http://schemas.openxmlformats.org/officeDocument/2006/relationships/image" Target="../media/image86.png"/><Relationship Id="rId6" Type="http://schemas.openxmlformats.org/officeDocument/2006/relationships/image" Target="../media/image90.png"/><Relationship Id="rId7" Type="http://schemas.openxmlformats.org/officeDocument/2006/relationships/image" Target="../media/image93.png"/><Relationship Id="rId8" Type="http://schemas.openxmlformats.org/officeDocument/2006/relationships/image" Target="../media/image92.png"/><Relationship Id="rId11" Type="http://schemas.openxmlformats.org/officeDocument/2006/relationships/image" Target="../media/image97.png"/><Relationship Id="rId10" Type="http://schemas.openxmlformats.org/officeDocument/2006/relationships/image" Target="../media/image98.png"/><Relationship Id="rId13" Type="http://schemas.openxmlformats.org/officeDocument/2006/relationships/image" Target="../media/image110.png"/><Relationship Id="rId12" Type="http://schemas.openxmlformats.org/officeDocument/2006/relationships/image" Target="../media/image104.png"/><Relationship Id="rId15" Type="http://schemas.openxmlformats.org/officeDocument/2006/relationships/image" Target="../media/image101.png"/><Relationship Id="rId14" Type="http://schemas.openxmlformats.org/officeDocument/2006/relationships/image" Target="../media/image102.png"/><Relationship Id="rId17" Type="http://schemas.openxmlformats.org/officeDocument/2006/relationships/image" Target="../media/image109.png"/><Relationship Id="rId16" Type="http://schemas.openxmlformats.org/officeDocument/2006/relationships/image" Target="../media/image113.png"/><Relationship Id="rId19" Type="http://schemas.openxmlformats.org/officeDocument/2006/relationships/image" Target="../media/image106.png"/><Relationship Id="rId18" Type="http://schemas.openxmlformats.org/officeDocument/2006/relationships/image" Target="../media/image10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3.png"/><Relationship Id="rId4" Type="http://schemas.openxmlformats.org/officeDocument/2006/relationships/image" Target="../media/image108.png"/><Relationship Id="rId5" Type="http://schemas.openxmlformats.org/officeDocument/2006/relationships/image" Target="../media/image107.png"/><Relationship Id="rId6" Type="http://schemas.openxmlformats.org/officeDocument/2006/relationships/image" Target="../media/image1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