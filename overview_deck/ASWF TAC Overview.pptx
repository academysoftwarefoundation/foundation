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3.png"/><Relationship Id="rId4" Type="http://schemas.openxmlformats.org/officeDocument/2006/relationships/image" Target="../media/image3.png"/><Relationship Id="rId5" Type="http://schemas.openxmlformats.org/officeDocument/2006/relationships/image" Target="../media/image2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3.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3.png"/><Relationship Id="rId4" Type="http://schemas.openxmlformats.org/officeDocument/2006/relationships/image" Target="../media/image3.png"/><Relationship Id="rId5"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43.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3.png"/><Relationship Id="rId4" Type="http://schemas.openxmlformats.org/officeDocument/2006/relationships/image" Target="../media/image3.png"/><Relationship Id="rId5" Type="http://schemas.openxmlformats.org/officeDocument/2006/relationships/image" Target="../media/image20.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7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3.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3.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2.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1.png"/><Relationship Id="rId4" Type="http://schemas.openxmlformats.org/officeDocument/2006/relationships/image" Target="../media/image89.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1.png"/><Relationship Id="rId4" Type="http://schemas.openxmlformats.org/officeDocument/2006/relationships/image" Target="../media/image99.png"/><Relationship Id="rId9" Type="http://schemas.openxmlformats.org/officeDocument/2006/relationships/image" Target="../media/image88.png"/><Relationship Id="rId5" Type="http://schemas.openxmlformats.org/officeDocument/2006/relationships/image" Target="../media/image83.png"/><Relationship Id="rId6" Type="http://schemas.openxmlformats.org/officeDocument/2006/relationships/image" Target="../media/image85.png"/><Relationship Id="rId7" Type="http://schemas.openxmlformats.org/officeDocument/2006/relationships/image" Target="../media/image109.png"/><Relationship Id="rId8" Type="http://schemas.openxmlformats.org/officeDocument/2006/relationships/image" Target="../media/image90.png"/><Relationship Id="rId11" Type="http://schemas.openxmlformats.org/officeDocument/2006/relationships/image" Target="../media/image92.png"/><Relationship Id="rId10" Type="http://schemas.openxmlformats.org/officeDocument/2006/relationships/image" Target="../media/image93.png"/><Relationship Id="rId13" Type="http://schemas.openxmlformats.org/officeDocument/2006/relationships/image" Target="../media/image95.png"/><Relationship Id="rId12" Type="http://schemas.openxmlformats.org/officeDocument/2006/relationships/image" Target="../media/image110.png"/><Relationship Id="rId15" Type="http://schemas.openxmlformats.org/officeDocument/2006/relationships/image" Target="../media/image107.png"/><Relationship Id="rId14" Type="http://schemas.openxmlformats.org/officeDocument/2006/relationships/image" Target="../media/image94.png"/><Relationship Id="rId17" Type="http://schemas.openxmlformats.org/officeDocument/2006/relationships/image" Target="../media/image97.png"/><Relationship Id="rId16" Type="http://schemas.openxmlformats.org/officeDocument/2006/relationships/image" Target="../media/image104.png"/><Relationship Id="rId19" Type="http://schemas.openxmlformats.org/officeDocument/2006/relationships/image" Target="../media/image106.png"/><Relationship Id="rId18" Type="http://schemas.openxmlformats.org/officeDocument/2006/relationships/image" Target="../media/image9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96.png"/><Relationship Id="rId5" Type="http://schemas.openxmlformats.org/officeDocument/2006/relationships/image" Target="../media/image112.png"/><Relationship Id="rId6" Type="http://schemas.openxmlformats.org/officeDocument/2006/relationships/image" Target="../media/image10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