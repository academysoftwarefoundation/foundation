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31.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1.png"/><Relationship Id="rId4" Type="http://schemas.openxmlformats.org/officeDocument/2006/relationships/image" Target="../media/image3.png"/><Relationship Id="rId5"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8.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31.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 Id="rId4" Type="http://schemas.openxmlformats.org/officeDocument/2006/relationships/image" Target="../media/image3.png"/><Relationship Id="rId5"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31.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1.png"/><Relationship Id="rId4" Type="http://schemas.openxmlformats.org/officeDocument/2006/relationships/image" Target="../media/image3.png"/><Relationship Id="rId5"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8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7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0.png"/><Relationship Id="rId4" Type="http://schemas.openxmlformats.org/officeDocument/2006/relationships/image" Target="../media/image87.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5.png"/><Relationship Id="rId4" Type="http://schemas.openxmlformats.org/officeDocument/2006/relationships/image" Target="../media/image94.png"/><Relationship Id="rId9" Type="http://schemas.openxmlformats.org/officeDocument/2006/relationships/image" Target="../media/image91.png"/><Relationship Id="rId5" Type="http://schemas.openxmlformats.org/officeDocument/2006/relationships/image" Target="../media/image108.png"/><Relationship Id="rId6" Type="http://schemas.openxmlformats.org/officeDocument/2006/relationships/image" Target="../media/image83.png"/><Relationship Id="rId7" Type="http://schemas.openxmlformats.org/officeDocument/2006/relationships/image" Target="../media/image96.png"/><Relationship Id="rId8" Type="http://schemas.openxmlformats.org/officeDocument/2006/relationships/image" Target="../media/image92.png"/><Relationship Id="rId11" Type="http://schemas.openxmlformats.org/officeDocument/2006/relationships/image" Target="../media/image102.png"/><Relationship Id="rId10" Type="http://schemas.openxmlformats.org/officeDocument/2006/relationships/image" Target="../media/image93.png"/><Relationship Id="rId13" Type="http://schemas.openxmlformats.org/officeDocument/2006/relationships/image" Target="../media/image103.png"/><Relationship Id="rId12" Type="http://schemas.openxmlformats.org/officeDocument/2006/relationships/image" Target="../media/image89.png"/><Relationship Id="rId15" Type="http://schemas.openxmlformats.org/officeDocument/2006/relationships/image" Target="../media/image104.png"/><Relationship Id="rId14" Type="http://schemas.openxmlformats.org/officeDocument/2006/relationships/image" Target="../media/image116.png"/><Relationship Id="rId17" Type="http://schemas.openxmlformats.org/officeDocument/2006/relationships/image" Target="../media/image99.png"/><Relationship Id="rId16" Type="http://schemas.openxmlformats.org/officeDocument/2006/relationships/image" Target="../media/image97.png"/><Relationship Id="rId19" Type="http://schemas.openxmlformats.org/officeDocument/2006/relationships/image" Target="../media/image100.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11.png"/><Relationship Id="rId5" Type="http://schemas.openxmlformats.org/officeDocument/2006/relationships/image" Target="../media/image105.png"/><Relationship Id="rId6" Type="http://schemas.openxmlformats.org/officeDocument/2006/relationships/image" Target="../media/image1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