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0.png"/><Relationship Id="rId3" Type="http://schemas.openxmlformats.org/officeDocument/2006/relationships/image" Target="../media/image17.png"/><Relationship Id="rId4" Type="http://schemas.openxmlformats.org/officeDocument/2006/relationships/image" Target="../media/image34.png"/><Relationship Id="rId5" Type="http://schemas.openxmlformats.org/officeDocument/2006/relationships/image" Target="../media/image10.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0.png"/><Relationship Id="rId3" Type="http://schemas.openxmlformats.org/officeDocument/2006/relationships/image" Target="../media/image34.png"/><Relationship Id="rId4" Type="http://schemas.openxmlformats.org/officeDocument/2006/relationships/image" Target="../media/image10.png"/><Relationship Id="rId5" Type="http://schemas.openxmlformats.org/officeDocument/2006/relationships/image" Target="../media/image1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10.png"/><Relationship Id="rId4" Type="http://schemas.openxmlformats.org/officeDocument/2006/relationships/image" Target="../media/image1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33.png"/><Relationship Id="rId4" Type="http://schemas.openxmlformats.org/officeDocument/2006/relationships/image" Target="../media/image10.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6.png"/><Relationship Id="rId4" Type="http://schemas.openxmlformats.org/officeDocument/2006/relationships/image" Target="../media/image10.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image" Target="../media/image10.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34.png"/><Relationship Id="rId4" Type="http://schemas.openxmlformats.org/officeDocument/2006/relationships/image" Target="../media/image10.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10.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1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10.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10.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10.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png"/><Relationship Id="rId3" Type="http://schemas.openxmlformats.org/officeDocument/2006/relationships/image" Target="../media/image1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3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10.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1.jpg"/><Relationship Id="rId3" Type="http://schemas.openxmlformats.org/officeDocument/2006/relationships/image" Target="../media/image10.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0.png"/><Relationship Id="rId3" Type="http://schemas.openxmlformats.org/officeDocument/2006/relationships/image" Target="../media/image17.png"/><Relationship Id="rId4" Type="http://schemas.openxmlformats.org/officeDocument/2006/relationships/image" Target="../media/image34.png"/><Relationship Id="rId5" Type="http://schemas.openxmlformats.org/officeDocument/2006/relationships/image" Target="../media/image10.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0.png"/><Relationship Id="rId3" Type="http://schemas.openxmlformats.org/officeDocument/2006/relationships/image" Target="../media/image34.png"/><Relationship Id="rId4" Type="http://schemas.openxmlformats.org/officeDocument/2006/relationships/image" Target="../media/image10.png"/><Relationship Id="rId5" Type="http://schemas.openxmlformats.org/officeDocument/2006/relationships/image" Target="../media/image17.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10.png"/><Relationship Id="rId4" Type="http://schemas.openxmlformats.org/officeDocument/2006/relationships/image" Target="../media/image14.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33.png"/><Relationship Id="rId4" Type="http://schemas.openxmlformats.org/officeDocument/2006/relationships/image" Target="../media/image1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6.png"/><Relationship Id="rId4" Type="http://schemas.openxmlformats.org/officeDocument/2006/relationships/image" Target="../media/image10.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image" Target="../media/image10.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34.png"/><Relationship Id="rId4" Type="http://schemas.openxmlformats.org/officeDocument/2006/relationships/image" Target="../media/image10.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10.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10.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10.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10.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10.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9.png"/><Relationship Id="rId3" Type="http://schemas.openxmlformats.org/officeDocument/2006/relationships/image" Target="../media/image16.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4.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8.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0.png"/><Relationship Id="rId3" Type="http://schemas.openxmlformats.org/officeDocument/2006/relationships/image" Target="../media/image17.png"/><Relationship Id="rId4" Type="http://schemas.openxmlformats.org/officeDocument/2006/relationships/image" Target="../media/image34.png"/><Relationship Id="rId5" Type="http://schemas.openxmlformats.org/officeDocument/2006/relationships/image" Target="../media/image10.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0.png"/><Relationship Id="rId3" Type="http://schemas.openxmlformats.org/officeDocument/2006/relationships/image" Target="../media/image34.png"/><Relationship Id="rId4" Type="http://schemas.openxmlformats.org/officeDocument/2006/relationships/image" Target="../media/image10.png"/><Relationship Id="rId5" Type="http://schemas.openxmlformats.org/officeDocument/2006/relationships/image" Target="../media/image17.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 Id="rId3" Type="http://schemas.openxmlformats.org/officeDocument/2006/relationships/image" Target="../media/image10.png"/><Relationship Id="rId4" Type="http://schemas.openxmlformats.org/officeDocument/2006/relationships/image" Target="../media/image14.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33.png"/><Relationship Id="rId4" Type="http://schemas.openxmlformats.org/officeDocument/2006/relationships/image" Target="../media/image10.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26.png"/><Relationship Id="rId4" Type="http://schemas.openxmlformats.org/officeDocument/2006/relationships/image" Target="../media/image10.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image" Target="../media/image10.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 Id="rId3" Type="http://schemas.openxmlformats.org/officeDocument/2006/relationships/image" Target="../media/image79.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79.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79.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34.png"/><Relationship Id="rId4" Type="http://schemas.openxmlformats.org/officeDocument/2006/relationships/image" Target="../media/image10.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34.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 Id="rId3" Type="http://schemas.openxmlformats.org/officeDocument/2006/relationships/image" Target="../media/image10.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 Id="rId3" Type="http://schemas.openxmlformats.org/officeDocument/2006/relationships/image" Target="../media/image10.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10.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10.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10.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5.png"/><Relationship Id="rId3" Type="http://schemas.openxmlformats.org/officeDocument/2006/relationships/image" Target="../media/image89.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2.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3.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1.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87.png"/><Relationship Id="rId4" Type="http://schemas.openxmlformats.org/officeDocument/2006/relationships/image" Target="../media/image10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78.png"/><Relationship Id="rId4" Type="http://schemas.openxmlformats.org/officeDocument/2006/relationships/image" Target="../media/image8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83.png"/><Relationship Id="rId4" Type="http://schemas.openxmlformats.org/officeDocument/2006/relationships/image" Target="../media/image109.png"/><Relationship Id="rId5" Type="http://schemas.openxmlformats.org/officeDocument/2006/relationships/image" Target="../media/image11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85.png"/><Relationship Id="rId4" Type="http://schemas.openxmlformats.org/officeDocument/2006/relationships/image" Target="../media/image86.png"/><Relationship Id="rId9" Type="http://schemas.openxmlformats.org/officeDocument/2006/relationships/image" Target="../media/image96.png"/><Relationship Id="rId5" Type="http://schemas.openxmlformats.org/officeDocument/2006/relationships/image" Target="../media/image105.png"/><Relationship Id="rId6" Type="http://schemas.openxmlformats.org/officeDocument/2006/relationships/image" Target="../media/image82.png"/><Relationship Id="rId7" Type="http://schemas.openxmlformats.org/officeDocument/2006/relationships/image" Target="../media/image84.png"/><Relationship Id="rId8" Type="http://schemas.openxmlformats.org/officeDocument/2006/relationships/image" Target="../media/image90.png"/><Relationship Id="rId11" Type="http://schemas.openxmlformats.org/officeDocument/2006/relationships/image" Target="../media/image99.png"/><Relationship Id="rId10" Type="http://schemas.openxmlformats.org/officeDocument/2006/relationships/image" Target="../media/image94.png"/><Relationship Id="rId13" Type="http://schemas.openxmlformats.org/officeDocument/2006/relationships/image" Target="../media/image92.png"/><Relationship Id="rId12" Type="http://schemas.openxmlformats.org/officeDocument/2006/relationships/image" Target="../media/image93.png"/><Relationship Id="rId15" Type="http://schemas.openxmlformats.org/officeDocument/2006/relationships/image" Target="../media/image95.png"/><Relationship Id="rId14" Type="http://schemas.openxmlformats.org/officeDocument/2006/relationships/image" Target="../media/image91.png"/><Relationship Id="rId17" Type="http://schemas.openxmlformats.org/officeDocument/2006/relationships/image" Target="../media/image98.png"/><Relationship Id="rId16" Type="http://schemas.openxmlformats.org/officeDocument/2006/relationships/image" Target="../media/image97.png"/><Relationship Id="rId19" Type="http://schemas.openxmlformats.org/officeDocument/2006/relationships/image" Target="../media/image101.png"/><Relationship Id="rId18" Type="http://schemas.openxmlformats.org/officeDocument/2006/relationships/image" Target="../media/image103.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0.png"/><Relationship Id="rId4" Type="http://schemas.openxmlformats.org/officeDocument/2006/relationships/image" Target="../media/image104.png"/><Relationship Id="rId5" Type="http://schemas.openxmlformats.org/officeDocument/2006/relationships/image" Target="../media/image111.png"/><Relationship Id="rId6" Type="http://schemas.openxmlformats.org/officeDocument/2006/relationships/image" Target="../media/image10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