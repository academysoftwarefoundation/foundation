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10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0.png"/><Relationship Id="rId9" Type="http://schemas.openxmlformats.org/officeDocument/2006/relationships/image" Target="../media/image85.png"/><Relationship Id="rId5" Type="http://schemas.openxmlformats.org/officeDocument/2006/relationships/image" Target="../media/image88.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9.png"/><Relationship Id="rId11" Type="http://schemas.openxmlformats.org/officeDocument/2006/relationships/image" Target="../media/image101.png"/><Relationship Id="rId10" Type="http://schemas.openxmlformats.org/officeDocument/2006/relationships/image" Target="../media/image106.png"/><Relationship Id="rId13" Type="http://schemas.openxmlformats.org/officeDocument/2006/relationships/image" Target="../media/image112.png"/><Relationship Id="rId12" Type="http://schemas.openxmlformats.org/officeDocument/2006/relationships/image" Target="../media/image102.png"/><Relationship Id="rId15" Type="http://schemas.openxmlformats.org/officeDocument/2006/relationships/image" Target="../media/image96.png"/><Relationship Id="rId14" Type="http://schemas.openxmlformats.org/officeDocument/2006/relationships/image" Target="../media/image109.png"/><Relationship Id="rId17" Type="http://schemas.openxmlformats.org/officeDocument/2006/relationships/image" Target="../media/image110.png"/><Relationship Id="rId16" Type="http://schemas.openxmlformats.org/officeDocument/2006/relationships/image" Target="../media/image104.png"/><Relationship Id="rId19" Type="http://schemas.openxmlformats.org/officeDocument/2006/relationships/image" Target="../media/image97.png"/><Relationship Id="rId18" Type="http://schemas.openxmlformats.org/officeDocument/2006/relationships/image" Target="../media/image1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13.png"/><Relationship Id="rId5" Type="http://schemas.openxmlformats.org/officeDocument/2006/relationships/image" Target="../media/image100.png"/><Relationship Id="rId6" Type="http://schemas.openxmlformats.org/officeDocument/2006/relationships/image" Target="../media/image9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