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30.png"/><Relationship Id="rId4" Type="http://schemas.openxmlformats.org/officeDocument/2006/relationships/image" Target="../media/image22.png"/><Relationship Id="rId5" Type="http://schemas.openxmlformats.org/officeDocument/2006/relationships/image" Target="../media/image1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22.png"/><Relationship Id="rId4" Type="http://schemas.openxmlformats.org/officeDocument/2006/relationships/image" Target="../media/image12.png"/><Relationship Id="rId5" Type="http://schemas.openxmlformats.org/officeDocument/2006/relationships/image" Target="../media/image30.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2.png"/><Relationship Id="rId4"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3.png"/><Relationship Id="rId4" Type="http://schemas.openxmlformats.org/officeDocument/2006/relationships/image" Target="../media/image1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image" Target="../media/image1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5.png"/><Relationship Id="rId4" Type="http://schemas.openxmlformats.org/officeDocument/2006/relationships/image" Target="../media/image1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22.png"/><Relationship Id="rId4" Type="http://schemas.openxmlformats.org/officeDocument/2006/relationships/image" Target="../media/image1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5.png"/><Relationship Id="rId3" Type="http://schemas.openxmlformats.org/officeDocument/2006/relationships/image" Target="../media/image20.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8.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22.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7.jpg"/><Relationship Id="rId3" Type="http://schemas.openxmlformats.org/officeDocument/2006/relationships/image" Target="../media/image1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30.png"/><Relationship Id="rId4" Type="http://schemas.openxmlformats.org/officeDocument/2006/relationships/image" Target="../media/image22.png"/><Relationship Id="rId5" Type="http://schemas.openxmlformats.org/officeDocument/2006/relationships/image" Target="../media/image1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22.png"/><Relationship Id="rId4" Type="http://schemas.openxmlformats.org/officeDocument/2006/relationships/image" Target="../media/image12.png"/><Relationship Id="rId5" Type="http://schemas.openxmlformats.org/officeDocument/2006/relationships/image" Target="../media/image30.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2.png"/><Relationship Id="rId4" Type="http://schemas.openxmlformats.org/officeDocument/2006/relationships/image" Target="../media/image2.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3.png"/><Relationship Id="rId4" Type="http://schemas.openxmlformats.org/officeDocument/2006/relationships/image" Target="../media/image1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image" Target="../media/image1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5.png"/><Relationship Id="rId4" Type="http://schemas.openxmlformats.org/officeDocument/2006/relationships/image" Target="../media/image12.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22.png"/><Relationship Id="rId4" Type="http://schemas.openxmlformats.org/officeDocument/2006/relationships/image" Target="../media/image1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2.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2.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2.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2.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5.png"/><Relationship Id="rId3" Type="http://schemas.openxmlformats.org/officeDocument/2006/relationships/image" Target="../media/image20.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8.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5.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2.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30.png"/><Relationship Id="rId4" Type="http://schemas.openxmlformats.org/officeDocument/2006/relationships/image" Target="../media/image22.png"/><Relationship Id="rId5" Type="http://schemas.openxmlformats.org/officeDocument/2006/relationships/image" Target="../media/image12.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22.png"/><Relationship Id="rId4" Type="http://schemas.openxmlformats.org/officeDocument/2006/relationships/image" Target="../media/image12.png"/><Relationship Id="rId5" Type="http://schemas.openxmlformats.org/officeDocument/2006/relationships/image" Target="../media/image30.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12.png"/><Relationship Id="rId4" Type="http://schemas.openxmlformats.org/officeDocument/2006/relationships/image" Target="../media/image2.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3.png"/><Relationship Id="rId4" Type="http://schemas.openxmlformats.org/officeDocument/2006/relationships/image" Target="../media/image12.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image" Target="../media/image12.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5.png"/><Relationship Id="rId4" Type="http://schemas.openxmlformats.org/officeDocument/2006/relationships/image" Target="../media/image12.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76.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76.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76.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22.png"/><Relationship Id="rId4" Type="http://schemas.openxmlformats.org/officeDocument/2006/relationships/image" Target="../media/image12.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22.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12.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12.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12.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12.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12.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6.png"/><Relationship Id="rId3" Type="http://schemas.openxmlformats.org/officeDocument/2006/relationships/image" Target="../media/image79.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9.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4.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2.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3.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8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102.png"/><Relationship Id="rId4" Type="http://schemas.openxmlformats.org/officeDocument/2006/relationships/image" Target="../media/image9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82.png"/><Relationship Id="rId4" Type="http://schemas.openxmlformats.org/officeDocument/2006/relationships/image" Target="../media/image8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80.png"/><Relationship Id="rId4" Type="http://schemas.openxmlformats.org/officeDocument/2006/relationships/image" Target="../media/image116.png"/><Relationship Id="rId5" Type="http://schemas.openxmlformats.org/officeDocument/2006/relationships/image" Target="../media/image1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86.png"/><Relationship Id="rId4" Type="http://schemas.openxmlformats.org/officeDocument/2006/relationships/image" Target="../media/image83.png"/><Relationship Id="rId9" Type="http://schemas.openxmlformats.org/officeDocument/2006/relationships/image" Target="../media/image101.png"/><Relationship Id="rId5" Type="http://schemas.openxmlformats.org/officeDocument/2006/relationships/image" Target="../media/image84.png"/><Relationship Id="rId6" Type="http://schemas.openxmlformats.org/officeDocument/2006/relationships/image" Target="../media/image87.png"/><Relationship Id="rId7" Type="http://schemas.openxmlformats.org/officeDocument/2006/relationships/image" Target="../media/image89.png"/><Relationship Id="rId8" Type="http://schemas.openxmlformats.org/officeDocument/2006/relationships/image" Target="../media/image93.png"/><Relationship Id="rId11" Type="http://schemas.openxmlformats.org/officeDocument/2006/relationships/image" Target="../media/image100.png"/><Relationship Id="rId10" Type="http://schemas.openxmlformats.org/officeDocument/2006/relationships/image" Target="../media/image94.png"/><Relationship Id="rId13" Type="http://schemas.openxmlformats.org/officeDocument/2006/relationships/image" Target="../media/image96.png"/><Relationship Id="rId12" Type="http://schemas.openxmlformats.org/officeDocument/2006/relationships/image" Target="../media/image97.png"/><Relationship Id="rId15" Type="http://schemas.openxmlformats.org/officeDocument/2006/relationships/image" Target="../media/image90.png"/><Relationship Id="rId14" Type="http://schemas.openxmlformats.org/officeDocument/2006/relationships/image" Target="../media/image104.png"/><Relationship Id="rId17" Type="http://schemas.openxmlformats.org/officeDocument/2006/relationships/image" Target="../media/image103.png"/><Relationship Id="rId16" Type="http://schemas.openxmlformats.org/officeDocument/2006/relationships/image" Target="../media/image99.png"/><Relationship Id="rId19" Type="http://schemas.openxmlformats.org/officeDocument/2006/relationships/image" Target="../media/image98.png"/><Relationship Id="rId18" Type="http://schemas.openxmlformats.org/officeDocument/2006/relationships/image" Target="../media/image109.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5.png"/><Relationship Id="rId4" Type="http://schemas.openxmlformats.org/officeDocument/2006/relationships/image" Target="../media/image107.png"/><Relationship Id="rId5" Type="http://schemas.openxmlformats.org/officeDocument/2006/relationships/image" Target="../media/image108.png"/><Relationship Id="rId6" Type="http://schemas.openxmlformats.org/officeDocument/2006/relationships/image" Target="../media/image1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