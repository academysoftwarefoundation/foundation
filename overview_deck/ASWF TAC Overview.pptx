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2.png"/><Relationship Id="rId4" Type="http://schemas.openxmlformats.org/officeDocument/2006/relationships/image" Target="../media/image27.png"/><Relationship Id="rId5"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27.png"/><Relationship Id="rId4" Type="http://schemas.openxmlformats.org/officeDocument/2006/relationships/image" Target="../media/image5.png"/><Relationship Id="rId5"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5.png"/><Relationship Id="rId4" Type="http://schemas.openxmlformats.org/officeDocument/2006/relationships/image" Target="../media/image9.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6.png"/><Relationship Id="rId4" Type="http://schemas.openxmlformats.org/officeDocument/2006/relationships/image" Target="../media/image5.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10.png"/><Relationship Id="rId4" Type="http://schemas.openxmlformats.org/officeDocument/2006/relationships/image" Target="../media/image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7.png"/><Relationship Id="rId4" Type="http://schemas.openxmlformats.org/officeDocument/2006/relationships/image" Target="../media/image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27.png"/><Relationship Id="rId4" Type="http://schemas.openxmlformats.org/officeDocument/2006/relationships/image" Target="../media/image5.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5.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5.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1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6.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7.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27.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6.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5.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6.jpg"/><Relationship Id="rId3" Type="http://schemas.openxmlformats.org/officeDocument/2006/relationships/image" Target="../media/image5.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2.png"/><Relationship Id="rId4" Type="http://schemas.openxmlformats.org/officeDocument/2006/relationships/image" Target="../media/image27.png"/><Relationship Id="rId5" Type="http://schemas.openxmlformats.org/officeDocument/2006/relationships/image" Target="../media/image5.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27.png"/><Relationship Id="rId4" Type="http://schemas.openxmlformats.org/officeDocument/2006/relationships/image" Target="../media/image5.png"/><Relationship Id="rId5" Type="http://schemas.openxmlformats.org/officeDocument/2006/relationships/image" Target="../media/image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5.png"/><Relationship Id="rId4" Type="http://schemas.openxmlformats.org/officeDocument/2006/relationships/image" Target="../media/image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6.png"/><Relationship Id="rId4" Type="http://schemas.openxmlformats.org/officeDocument/2006/relationships/image" Target="../media/image5.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10.png"/><Relationship Id="rId4" Type="http://schemas.openxmlformats.org/officeDocument/2006/relationships/image" Target="../media/image5.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7.png"/><Relationship Id="rId4" Type="http://schemas.openxmlformats.org/officeDocument/2006/relationships/image" Target="../media/image5.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27.png"/><Relationship Id="rId4" Type="http://schemas.openxmlformats.org/officeDocument/2006/relationships/image" Target="../media/image5.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5.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5.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17.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6.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7.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2.png"/><Relationship Id="rId4" Type="http://schemas.openxmlformats.org/officeDocument/2006/relationships/image" Target="../media/image27.png"/><Relationship Id="rId5" Type="http://schemas.openxmlformats.org/officeDocument/2006/relationships/image" Target="../media/image5.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27.png"/><Relationship Id="rId4" Type="http://schemas.openxmlformats.org/officeDocument/2006/relationships/image" Target="../media/image5.png"/><Relationship Id="rId5" Type="http://schemas.openxmlformats.org/officeDocument/2006/relationships/image" Target="../media/image2.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 Id="rId3" Type="http://schemas.openxmlformats.org/officeDocument/2006/relationships/image" Target="../media/image5.png"/><Relationship Id="rId4" Type="http://schemas.openxmlformats.org/officeDocument/2006/relationships/image" Target="../media/image9.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6.png"/><Relationship Id="rId4" Type="http://schemas.openxmlformats.org/officeDocument/2006/relationships/image" Target="../media/image5.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10.png"/><Relationship Id="rId4" Type="http://schemas.openxmlformats.org/officeDocument/2006/relationships/image" Target="../media/image5.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7.png"/><Relationship Id="rId4" Type="http://schemas.openxmlformats.org/officeDocument/2006/relationships/image" Target="../media/image5.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 Id="rId3" Type="http://schemas.openxmlformats.org/officeDocument/2006/relationships/image" Target="../media/image76.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76.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76.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27.png"/><Relationship Id="rId4" Type="http://schemas.openxmlformats.org/officeDocument/2006/relationships/image" Target="../media/image5.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27.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 Id="rId3" Type="http://schemas.openxmlformats.org/officeDocument/2006/relationships/image" Target="../media/image5.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 Id="rId3" Type="http://schemas.openxmlformats.org/officeDocument/2006/relationships/image" Target="../media/image5.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1.png"/><Relationship Id="rId3" Type="http://schemas.openxmlformats.org/officeDocument/2006/relationships/image" Target="../media/image82.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4.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3.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2.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3.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1.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78.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80.png"/><Relationship Id="rId4" Type="http://schemas.openxmlformats.org/officeDocument/2006/relationships/image" Target="../media/image8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113.png"/><Relationship Id="rId4" Type="http://schemas.openxmlformats.org/officeDocument/2006/relationships/image" Target="../media/image8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100.png"/><Relationship Id="rId4" Type="http://schemas.openxmlformats.org/officeDocument/2006/relationships/image" Target="../media/image89.png"/><Relationship Id="rId5" Type="http://schemas.openxmlformats.org/officeDocument/2006/relationships/image" Target="../media/image1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79.png"/><Relationship Id="rId4" Type="http://schemas.openxmlformats.org/officeDocument/2006/relationships/image" Target="../media/image102.png"/><Relationship Id="rId9" Type="http://schemas.openxmlformats.org/officeDocument/2006/relationships/image" Target="../media/image92.png"/><Relationship Id="rId5" Type="http://schemas.openxmlformats.org/officeDocument/2006/relationships/image" Target="../media/image85.png"/><Relationship Id="rId6" Type="http://schemas.openxmlformats.org/officeDocument/2006/relationships/image" Target="../media/image87.png"/><Relationship Id="rId7" Type="http://schemas.openxmlformats.org/officeDocument/2006/relationships/image" Target="../media/image93.png"/><Relationship Id="rId8" Type="http://schemas.openxmlformats.org/officeDocument/2006/relationships/image" Target="../media/image86.png"/><Relationship Id="rId11" Type="http://schemas.openxmlformats.org/officeDocument/2006/relationships/image" Target="../media/image111.png"/><Relationship Id="rId10" Type="http://schemas.openxmlformats.org/officeDocument/2006/relationships/image" Target="../media/image88.png"/><Relationship Id="rId13" Type="http://schemas.openxmlformats.org/officeDocument/2006/relationships/image" Target="../media/image95.png"/><Relationship Id="rId12" Type="http://schemas.openxmlformats.org/officeDocument/2006/relationships/image" Target="../media/image96.png"/><Relationship Id="rId15" Type="http://schemas.openxmlformats.org/officeDocument/2006/relationships/image" Target="../media/image114.png"/><Relationship Id="rId14" Type="http://schemas.openxmlformats.org/officeDocument/2006/relationships/image" Target="../media/image94.png"/><Relationship Id="rId17" Type="http://schemas.openxmlformats.org/officeDocument/2006/relationships/image" Target="../media/image98.png"/><Relationship Id="rId16" Type="http://schemas.openxmlformats.org/officeDocument/2006/relationships/image" Target="../media/image99.png"/><Relationship Id="rId19" Type="http://schemas.openxmlformats.org/officeDocument/2006/relationships/image" Target="../media/image104.png"/><Relationship Id="rId18" Type="http://schemas.openxmlformats.org/officeDocument/2006/relationships/image" Target="../media/image97.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1.png"/><Relationship Id="rId4" Type="http://schemas.openxmlformats.org/officeDocument/2006/relationships/image" Target="../media/image103.png"/><Relationship Id="rId5" Type="http://schemas.openxmlformats.org/officeDocument/2006/relationships/image" Target="../media/image105.png"/><Relationship Id="rId6" Type="http://schemas.openxmlformats.org/officeDocument/2006/relationships/image" Target="../media/image1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0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